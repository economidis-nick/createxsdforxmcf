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4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8" r:id="rId4"/>
    <p:sldMasterId id="2147483777" r:id="rId5"/>
    <p:sldMasterId id="2147483764" r:id="rId6"/>
    <p:sldMasterId id="2147483790" r:id="rId7"/>
    <p:sldMasterId id="2147483804" r:id="rId8"/>
  </p:sldMasterIdLst>
  <p:notesMasterIdLst>
    <p:notesMasterId r:id="rId23"/>
  </p:notesMasterIdLst>
  <p:handoutMasterIdLst>
    <p:handoutMasterId r:id="rId24"/>
  </p:handoutMasterIdLst>
  <p:sldIdLst>
    <p:sldId id="754" r:id="rId9"/>
    <p:sldId id="275" r:id="rId10"/>
    <p:sldId id="1205" r:id="rId11"/>
    <p:sldId id="1203" r:id="rId12"/>
    <p:sldId id="276" r:id="rId13"/>
    <p:sldId id="1204" r:id="rId14"/>
    <p:sldId id="277" r:id="rId15"/>
    <p:sldId id="1206" r:id="rId16"/>
    <p:sldId id="1209" r:id="rId17"/>
    <p:sldId id="1211" r:id="rId18"/>
    <p:sldId id="1212" r:id="rId19"/>
    <p:sldId id="1207" r:id="rId20"/>
    <p:sldId id="1208" r:id="rId21"/>
    <p:sldId id="1210" r:id="rId22"/>
  </p:sldIdLst>
  <p:sldSz cx="12190413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>
          <p15:clr>
            <a:srgbClr val="A4A3A4"/>
          </p15:clr>
        </p15:guide>
        <p15:guide id="2" orient="horz" pos="274">
          <p15:clr>
            <a:srgbClr val="A4A3A4"/>
          </p15:clr>
        </p15:guide>
        <p15:guide id="3" orient="horz" pos="3662">
          <p15:clr>
            <a:srgbClr val="A4A3A4"/>
          </p15:clr>
        </p15:guide>
        <p15:guide id="4" pos="3839">
          <p15:clr>
            <a:srgbClr val="A4A3A4"/>
          </p15:clr>
        </p15:guide>
        <p15:guide id="5" pos="7338">
          <p15:clr>
            <a:srgbClr val="A4A3A4"/>
          </p15:clr>
        </p15:guide>
        <p15:guide id="6" pos="3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A572"/>
    <a:srgbClr val="6DC770"/>
    <a:srgbClr val="FFFFFF"/>
    <a:srgbClr val="99CCFF"/>
    <a:srgbClr val="C35C15"/>
    <a:srgbClr val="E1F0FF"/>
    <a:srgbClr val="AAAAAA"/>
    <a:srgbClr val="FF9933"/>
    <a:srgbClr val="D79AA9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6D1A90-48DC-4F0D-AD1E-5FFA445FED20}" v="62" dt="2025-10-15T12:10:40.0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2" autoAdjust="0"/>
    <p:restoredTop sz="96949"/>
  </p:normalViewPr>
  <p:slideViewPr>
    <p:cSldViewPr snapToGrid="0">
      <p:cViewPr varScale="1">
        <p:scale>
          <a:sx n="79" d="100"/>
          <a:sy n="79" d="100"/>
        </p:scale>
        <p:origin x="744" y="62"/>
      </p:cViewPr>
      <p:guideLst>
        <p:guide orient="horz" pos="2161"/>
        <p:guide orient="horz" pos="274"/>
        <p:guide orient="horz" pos="3662"/>
        <p:guide pos="3839"/>
        <p:guide pos="7338"/>
        <p:guide pos="3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handoutMaster" Target="handoutMasters/handout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rel, Guillaume" userId="9e193251-379c-49ee-8ac0-ea87515e4975" providerId="ADAL" clId="{246D1A90-48DC-4F0D-AD1E-5FFA445FED20}"/>
    <pc:docChg chg="undo custSel addSld modSld">
      <pc:chgData name="Hirel, Guillaume" userId="9e193251-379c-49ee-8ac0-ea87515e4975" providerId="ADAL" clId="{246D1A90-48DC-4F0D-AD1E-5FFA445FED20}" dt="2025-10-15T12:15:21.849" v="1901" actId="20577"/>
      <pc:docMkLst>
        <pc:docMk/>
      </pc:docMkLst>
      <pc:sldChg chg="modSp mod">
        <pc:chgData name="Hirel, Guillaume" userId="9e193251-379c-49ee-8ac0-ea87515e4975" providerId="ADAL" clId="{246D1A90-48DC-4F0D-AD1E-5FFA445FED20}" dt="2025-10-15T12:15:21.849" v="1901" actId="20577"/>
        <pc:sldMkLst>
          <pc:docMk/>
          <pc:sldMk cId="2303394123" sldId="275"/>
        </pc:sldMkLst>
        <pc:spChg chg="mod">
          <ac:chgData name="Hirel, Guillaume" userId="9e193251-379c-49ee-8ac0-ea87515e4975" providerId="ADAL" clId="{246D1A90-48DC-4F0D-AD1E-5FFA445FED20}" dt="2025-10-15T12:15:21.849" v="1901" actId="20577"/>
          <ac:spMkLst>
            <pc:docMk/>
            <pc:sldMk cId="2303394123" sldId="275"/>
            <ac:spMk id="7" creationId="{E338B76E-65D6-1F08-92BD-606EC3EB6A64}"/>
          </ac:spMkLst>
        </pc:spChg>
      </pc:sldChg>
      <pc:sldChg chg="addSp delSp modSp mod">
        <pc:chgData name="Hirel, Guillaume" userId="9e193251-379c-49ee-8ac0-ea87515e4975" providerId="ADAL" clId="{246D1A90-48DC-4F0D-AD1E-5FFA445FED20}" dt="2025-10-09T12:59:38.314" v="1592" actId="20577"/>
        <pc:sldMkLst>
          <pc:docMk/>
          <pc:sldMk cId="1424017998" sldId="1206"/>
        </pc:sldMkLst>
        <pc:spChg chg="mod">
          <ac:chgData name="Hirel, Guillaume" userId="9e193251-379c-49ee-8ac0-ea87515e4975" providerId="ADAL" clId="{246D1A90-48DC-4F0D-AD1E-5FFA445FED20}" dt="2025-10-09T12:59:38.314" v="1592" actId="20577"/>
          <ac:spMkLst>
            <pc:docMk/>
            <pc:sldMk cId="1424017998" sldId="1206"/>
            <ac:spMk id="6" creationId="{60417D4F-1621-8DCF-0A2B-3552292BC6AB}"/>
          </ac:spMkLst>
        </pc:spChg>
        <pc:spChg chg="add mod">
          <ac:chgData name="Hirel, Guillaume" userId="9e193251-379c-49ee-8ac0-ea87515e4975" providerId="ADAL" clId="{246D1A90-48DC-4F0D-AD1E-5FFA445FED20}" dt="2025-10-09T12:10:09.540" v="819" actId="20577"/>
          <ac:spMkLst>
            <pc:docMk/>
            <pc:sldMk cId="1424017998" sldId="1206"/>
            <ac:spMk id="18" creationId="{C3CD63EC-89E3-D172-4884-3319F1DF4F62}"/>
          </ac:spMkLst>
        </pc:spChg>
        <pc:spChg chg="add mod">
          <ac:chgData name="Hirel, Guillaume" userId="9e193251-379c-49ee-8ac0-ea87515e4975" providerId="ADAL" clId="{246D1A90-48DC-4F0D-AD1E-5FFA445FED20}" dt="2025-10-09T12:41:03.696" v="1165" actId="20577"/>
          <ac:spMkLst>
            <pc:docMk/>
            <pc:sldMk cId="1424017998" sldId="1206"/>
            <ac:spMk id="22" creationId="{AA5CFE58-5C75-7028-89C7-32F44ED0576B}"/>
          </ac:spMkLst>
        </pc:spChg>
        <pc:spChg chg="mod">
          <ac:chgData name="Hirel, Guillaume" userId="9e193251-379c-49ee-8ac0-ea87515e4975" providerId="ADAL" clId="{246D1A90-48DC-4F0D-AD1E-5FFA445FED20}" dt="2025-10-01T12:19:13.381" v="329" actId="20577"/>
          <ac:spMkLst>
            <pc:docMk/>
            <pc:sldMk cId="1424017998" sldId="1206"/>
            <ac:spMk id="23" creationId="{3041D0B8-4E2C-0AF8-0549-3E48A91B296E}"/>
          </ac:spMkLst>
        </pc:spChg>
        <pc:spChg chg="add mod">
          <ac:chgData name="Hirel, Guillaume" userId="9e193251-379c-49ee-8ac0-ea87515e4975" providerId="ADAL" clId="{246D1A90-48DC-4F0D-AD1E-5FFA445FED20}" dt="2025-10-09T12:53:26.651" v="1376" actId="1582"/>
          <ac:spMkLst>
            <pc:docMk/>
            <pc:sldMk cId="1424017998" sldId="1206"/>
            <ac:spMk id="54" creationId="{86FFEDDD-8164-57B0-865C-6619B1EACC2B}"/>
          </ac:spMkLst>
        </pc:spChg>
        <pc:spChg chg="mod">
          <ac:chgData name="Hirel, Guillaume" userId="9e193251-379c-49ee-8ac0-ea87515e4975" providerId="ADAL" clId="{246D1A90-48DC-4F0D-AD1E-5FFA445FED20}" dt="2025-10-09T12:42:34.545" v="1181" actId="1076"/>
          <ac:spMkLst>
            <pc:docMk/>
            <pc:sldMk cId="1424017998" sldId="1206"/>
            <ac:spMk id="59" creationId="{3E624D50-59E6-124C-8405-5D98391ED0B9}"/>
          </ac:spMkLst>
        </pc:spChg>
        <pc:spChg chg="mod">
          <ac:chgData name="Hirel, Guillaume" userId="9e193251-379c-49ee-8ac0-ea87515e4975" providerId="ADAL" clId="{246D1A90-48DC-4F0D-AD1E-5FFA445FED20}" dt="2025-10-09T12:42:03.520" v="1180" actId="20577"/>
          <ac:spMkLst>
            <pc:docMk/>
            <pc:sldMk cId="1424017998" sldId="1206"/>
            <ac:spMk id="61" creationId="{B3E59220-F668-0BC7-270B-B265F01B644B}"/>
          </ac:spMkLst>
        </pc:spChg>
        <pc:spChg chg="mod">
          <ac:chgData name="Hirel, Guillaume" userId="9e193251-379c-49ee-8ac0-ea87515e4975" providerId="ADAL" clId="{246D1A90-48DC-4F0D-AD1E-5FFA445FED20}" dt="2025-10-09T12:09:31.242" v="808" actId="20577"/>
          <ac:spMkLst>
            <pc:docMk/>
            <pc:sldMk cId="1424017998" sldId="1206"/>
            <ac:spMk id="62" creationId="{189CA1C1-4517-1712-3B62-43EF6F1B0B30}"/>
          </ac:spMkLst>
        </pc:spChg>
        <pc:spChg chg="mod">
          <ac:chgData name="Hirel, Guillaume" userId="9e193251-379c-49ee-8ac0-ea87515e4975" providerId="ADAL" clId="{246D1A90-48DC-4F0D-AD1E-5FFA445FED20}" dt="2025-10-09T12:39:24.274" v="1139" actId="20577"/>
          <ac:spMkLst>
            <pc:docMk/>
            <pc:sldMk cId="1424017998" sldId="1206"/>
            <ac:spMk id="65" creationId="{4B087FB8-D55C-4354-8E96-86EB7115006B}"/>
          </ac:spMkLst>
        </pc:spChg>
        <pc:spChg chg="mod">
          <ac:chgData name="Hirel, Guillaume" userId="9e193251-379c-49ee-8ac0-ea87515e4975" providerId="ADAL" clId="{246D1A90-48DC-4F0D-AD1E-5FFA445FED20}" dt="2025-10-09T12:40:06.335" v="1149" actId="1076"/>
          <ac:spMkLst>
            <pc:docMk/>
            <pc:sldMk cId="1424017998" sldId="1206"/>
            <ac:spMk id="66" creationId="{AAF946B2-7FB6-BD3F-0E02-F861D554F254}"/>
          </ac:spMkLst>
        </pc:spChg>
        <pc:spChg chg="mod">
          <ac:chgData name="Hirel, Guillaume" userId="9e193251-379c-49ee-8ac0-ea87515e4975" providerId="ADAL" clId="{246D1A90-48DC-4F0D-AD1E-5FFA445FED20}" dt="2025-10-09T12:54:42.504" v="1422" actId="207"/>
          <ac:spMkLst>
            <pc:docMk/>
            <pc:sldMk cId="1424017998" sldId="1206"/>
            <ac:spMk id="68" creationId="{E70A9469-F8FD-8B3C-0C85-C6581A4CE54D}"/>
          </ac:spMkLst>
        </pc:spChg>
        <pc:spChg chg="mod">
          <ac:chgData name="Hirel, Guillaume" userId="9e193251-379c-49ee-8ac0-ea87515e4975" providerId="ADAL" clId="{246D1A90-48DC-4F0D-AD1E-5FFA445FED20}" dt="2025-10-09T12:54:53.088" v="1424" actId="207"/>
          <ac:spMkLst>
            <pc:docMk/>
            <pc:sldMk cId="1424017998" sldId="1206"/>
            <ac:spMk id="71" creationId="{6E95244F-5237-D3F3-1E9A-DAEBE4EA8E14}"/>
          </ac:spMkLst>
        </pc:spChg>
        <pc:spChg chg="mod">
          <ac:chgData name="Hirel, Guillaume" userId="9e193251-379c-49ee-8ac0-ea87515e4975" providerId="ADAL" clId="{246D1A90-48DC-4F0D-AD1E-5FFA445FED20}" dt="2025-10-09T12:54:48.578" v="1423" actId="207"/>
          <ac:spMkLst>
            <pc:docMk/>
            <pc:sldMk cId="1424017998" sldId="1206"/>
            <ac:spMk id="72" creationId="{A4EBB41C-FEBF-60B6-96A9-BFF892DD3DF5}"/>
          </ac:spMkLst>
        </pc:spChg>
        <pc:spChg chg="add mod">
          <ac:chgData name="Hirel, Guillaume" userId="9e193251-379c-49ee-8ac0-ea87515e4975" providerId="ADAL" clId="{246D1A90-48DC-4F0D-AD1E-5FFA445FED20}" dt="2025-10-09T12:54:14.454" v="1419" actId="1076"/>
          <ac:spMkLst>
            <pc:docMk/>
            <pc:sldMk cId="1424017998" sldId="1206"/>
            <ac:spMk id="74" creationId="{B52BD4C1-F220-6870-2E77-4A5266A86A55}"/>
          </ac:spMkLst>
        </pc:spChg>
        <pc:cxnChg chg="add mod">
          <ac:chgData name="Hirel, Guillaume" userId="9e193251-379c-49ee-8ac0-ea87515e4975" providerId="ADAL" clId="{246D1A90-48DC-4F0D-AD1E-5FFA445FED20}" dt="2025-10-09T12:41:22.355" v="1169" actId="14100"/>
          <ac:cxnSpMkLst>
            <pc:docMk/>
            <pc:sldMk cId="1424017998" sldId="1206"/>
            <ac:cxnSpMk id="26" creationId="{C64C8169-7BEF-188B-CE8C-BAE16C17C724}"/>
          </ac:cxnSpMkLst>
        </pc:cxnChg>
        <pc:cxnChg chg="mod">
          <ac:chgData name="Hirel, Guillaume" userId="9e193251-379c-49ee-8ac0-ea87515e4975" providerId="ADAL" clId="{246D1A90-48DC-4F0D-AD1E-5FFA445FED20}" dt="2025-10-09T12:40:06.335" v="1149" actId="1076"/>
          <ac:cxnSpMkLst>
            <pc:docMk/>
            <pc:sldMk cId="1424017998" sldId="1206"/>
            <ac:cxnSpMk id="39" creationId="{36F2A378-5CB5-8399-DF33-1CCAAB29059C}"/>
          </ac:cxnSpMkLst>
        </pc:cxnChg>
        <pc:cxnChg chg="mod">
          <ac:chgData name="Hirel, Guillaume" userId="9e193251-379c-49ee-8ac0-ea87515e4975" providerId="ADAL" clId="{246D1A90-48DC-4F0D-AD1E-5FFA445FED20}" dt="2025-10-09T12:40:06.335" v="1149" actId="1076"/>
          <ac:cxnSpMkLst>
            <pc:docMk/>
            <pc:sldMk cId="1424017998" sldId="1206"/>
            <ac:cxnSpMk id="53" creationId="{BA4B8611-B1E5-809A-B1E9-AFD9B50A9C86}"/>
          </ac:cxnSpMkLst>
        </pc:cxnChg>
        <pc:cxnChg chg="mod">
          <ac:chgData name="Hirel, Guillaume" userId="9e193251-379c-49ee-8ac0-ea87515e4975" providerId="ADAL" clId="{246D1A90-48DC-4F0D-AD1E-5FFA445FED20}" dt="2025-10-09T12:41:53.163" v="1177" actId="692"/>
          <ac:cxnSpMkLst>
            <pc:docMk/>
            <pc:sldMk cId="1424017998" sldId="1206"/>
            <ac:cxnSpMk id="78" creationId="{0671A0BD-D580-3EFF-8EAD-0AF7A3941B9F}"/>
          </ac:cxnSpMkLst>
        </pc:cxnChg>
      </pc:sldChg>
      <pc:sldChg chg="modSp mod">
        <pc:chgData name="Hirel, Guillaume" userId="9e193251-379c-49ee-8ac0-ea87515e4975" providerId="ADAL" clId="{246D1A90-48DC-4F0D-AD1E-5FFA445FED20}" dt="2025-10-09T12:49:42.851" v="1363" actId="14100"/>
        <pc:sldMkLst>
          <pc:docMk/>
          <pc:sldMk cId="1534989270" sldId="1207"/>
        </pc:sldMkLst>
        <pc:spChg chg="mod">
          <ac:chgData name="Hirel, Guillaume" userId="9e193251-379c-49ee-8ac0-ea87515e4975" providerId="ADAL" clId="{246D1A90-48DC-4F0D-AD1E-5FFA445FED20}" dt="2025-10-09T12:47:39.858" v="1343" actId="6549"/>
          <ac:spMkLst>
            <pc:docMk/>
            <pc:sldMk cId="1534989270" sldId="1207"/>
            <ac:spMk id="61" creationId="{188B68E8-090B-70C7-3BEE-F2225BEE51B3}"/>
          </ac:spMkLst>
        </pc:spChg>
        <pc:spChg chg="mod">
          <ac:chgData name="Hirel, Guillaume" userId="9e193251-379c-49ee-8ac0-ea87515e4975" providerId="ADAL" clId="{246D1A90-48DC-4F0D-AD1E-5FFA445FED20}" dt="2025-10-09T12:48:02.094" v="1347" actId="313"/>
          <ac:spMkLst>
            <pc:docMk/>
            <pc:sldMk cId="1534989270" sldId="1207"/>
            <ac:spMk id="62" creationId="{A338BF98-1BFE-8A54-79D4-FCE78491447B}"/>
          </ac:spMkLst>
        </pc:spChg>
        <pc:spChg chg="mod">
          <ac:chgData name="Hirel, Guillaume" userId="9e193251-379c-49ee-8ac0-ea87515e4975" providerId="ADAL" clId="{246D1A90-48DC-4F0D-AD1E-5FFA445FED20}" dt="2025-10-09T12:47:44.570" v="1346" actId="6549"/>
          <ac:spMkLst>
            <pc:docMk/>
            <pc:sldMk cId="1534989270" sldId="1207"/>
            <ac:spMk id="135" creationId="{3BF0DE42-F8FC-591F-F9D1-9E233C14BE2C}"/>
          </ac:spMkLst>
        </pc:spChg>
        <pc:spChg chg="mod">
          <ac:chgData name="Hirel, Guillaume" userId="9e193251-379c-49ee-8ac0-ea87515e4975" providerId="ADAL" clId="{246D1A90-48DC-4F0D-AD1E-5FFA445FED20}" dt="2025-10-09T12:48:35.562" v="1356" actId="313"/>
          <ac:spMkLst>
            <pc:docMk/>
            <pc:sldMk cId="1534989270" sldId="1207"/>
            <ac:spMk id="136" creationId="{A2083659-0A6B-EC66-9B79-35F86852CFB1}"/>
          </ac:spMkLst>
        </pc:spChg>
        <pc:spChg chg="mod">
          <ac:chgData name="Hirel, Guillaume" userId="9e193251-379c-49ee-8ac0-ea87515e4975" providerId="ADAL" clId="{246D1A90-48DC-4F0D-AD1E-5FFA445FED20}" dt="2025-10-09T12:48:36.373" v="1357" actId="313"/>
          <ac:spMkLst>
            <pc:docMk/>
            <pc:sldMk cId="1534989270" sldId="1207"/>
            <ac:spMk id="137" creationId="{929BD4B4-9A37-1986-03BD-2B970B3224F1}"/>
          </ac:spMkLst>
        </pc:spChg>
        <pc:cxnChg chg="mod">
          <ac:chgData name="Hirel, Guillaume" userId="9e193251-379c-49ee-8ac0-ea87515e4975" providerId="ADAL" clId="{246D1A90-48DC-4F0D-AD1E-5FFA445FED20}" dt="2025-10-09T12:49:42.851" v="1363" actId="14100"/>
          <ac:cxnSpMkLst>
            <pc:docMk/>
            <pc:sldMk cId="1534989270" sldId="1207"/>
            <ac:cxnSpMk id="8" creationId="{89B04E45-CDC5-7BD0-A432-90394E3AF43F}"/>
          </ac:cxnSpMkLst>
        </pc:cxnChg>
        <pc:cxnChg chg="mod">
          <ac:chgData name="Hirel, Guillaume" userId="9e193251-379c-49ee-8ac0-ea87515e4975" providerId="ADAL" clId="{246D1A90-48DC-4F0D-AD1E-5FFA445FED20}" dt="2025-10-09T12:48:02.094" v="1347" actId="313"/>
          <ac:cxnSpMkLst>
            <pc:docMk/>
            <pc:sldMk cId="1534989270" sldId="1207"/>
            <ac:cxnSpMk id="67" creationId="{7D0E2521-B0BF-D27B-E316-79572340D98B}"/>
          </ac:cxnSpMkLst>
        </pc:cxnChg>
        <pc:cxnChg chg="mod">
          <ac:chgData name="Hirel, Guillaume" userId="9e193251-379c-49ee-8ac0-ea87515e4975" providerId="ADAL" clId="{246D1A90-48DC-4F0D-AD1E-5FFA445FED20}" dt="2025-10-09T12:47:39.858" v="1343" actId="6549"/>
          <ac:cxnSpMkLst>
            <pc:docMk/>
            <pc:sldMk cId="1534989270" sldId="1207"/>
            <ac:cxnSpMk id="91" creationId="{E69277F1-8696-00A9-4495-CE5469DF4920}"/>
          </ac:cxnSpMkLst>
        </pc:cxnChg>
        <pc:cxnChg chg="mod">
          <ac:chgData name="Hirel, Guillaume" userId="9e193251-379c-49ee-8ac0-ea87515e4975" providerId="ADAL" clId="{246D1A90-48DC-4F0D-AD1E-5FFA445FED20}" dt="2025-10-09T12:48:02.094" v="1347" actId="313"/>
          <ac:cxnSpMkLst>
            <pc:docMk/>
            <pc:sldMk cId="1534989270" sldId="1207"/>
            <ac:cxnSpMk id="92" creationId="{C76DD873-7468-C7E6-5751-91B2E9CA4EB3}"/>
          </ac:cxnSpMkLst>
        </pc:cxnChg>
        <pc:cxnChg chg="mod">
          <ac:chgData name="Hirel, Guillaume" userId="9e193251-379c-49ee-8ac0-ea87515e4975" providerId="ADAL" clId="{246D1A90-48DC-4F0D-AD1E-5FFA445FED20}" dt="2025-10-09T12:48:02.094" v="1347" actId="313"/>
          <ac:cxnSpMkLst>
            <pc:docMk/>
            <pc:sldMk cId="1534989270" sldId="1207"/>
            <ac:cxnSpMk id="93" creationId="{28F2BE90-BC3A-3475-04C9-E6248C075028}"/>
          </ac:cxnSpMkLst>
        </pc:cxnChg>
        <pc:cxnChg chg="mod">
          <ac:chgData name="Hirel, Guillaume" userId="9e193251-379c-49ee-8ac0-ea87515e4975" providerId="ADAL" clId="{246D1A90-48DC-4F0D-AD1E-5FFA445FED20}" dt="2025-10-09T12:47:39.858" v="1343" actId="6549"/>
          <ac:cxnSpMkLst>
            <pc:docMk/>
            <pc:sldMk cId="1534989270" sldId="1207"/>
            <ac:cxnSpMk id="94" creationId="{33060987-F052-C7D8-C466-8C176F29CF13}"/>
          </ac:cxnSpMkLst>
        </pc:cxnChg>
        <pc:cxnChg chg="mod">
          <ac:chgData name="Hirel, Guillaume" userId="9e193251-379c-49ee-8ac0-ea87515e4975" providerId="ADAL" clId="{246D1A90-48DC-4F0D-AD1E-5FFA445FED20}" dt="2025-10-09T12:47:44.570" v="1346" actId="6549"/>
          <ac:cxnSpMkLst>
            <pc:docMk/>
            <pc:sldMk cId="1534989270" sldId="1207"/>
            <ac:cxnSpMk id="140" creationId="{1F3363F0-2ECC-E8BF-1F13-7BF7EF854E61}"/>
          </ac:cxnSpMkLst>
        </pc:cxnChg>
        <pc:cxnChg chg="mod">
          <ac:chgData name="Hirel, Guillaume" userId="9e193251-379c-49ee-8ac0-ea87515e4975" providerId="ADAL" clId="{246D1A90-48DC-4F0D-AD1E-5FFA445FED20}" dt="2025-10-09T12:49:28.896" v="1361" actId="14100"/>
          <ac:cxnSpMkLst>
            <pc:docMk/>
            <pc:sldMk cId="1534989270" sldId="1207"/>
            <ac:cxnSpMk id="143" creationId="{2E2230BF-B069-BE25-D66B-A3715F524DA2}"/>
          </ac:cxnSpMkLst>
        </pc:cxnChg>
        <pc:cxnChg chg="mod">
          <ac:chgData name="Hirel, Guillaume" userId="9e193251-379c-49ee-8ac0-ea87515e4975" providerId="ADAL" clId="{246D1A90-48DC-4F0D-AD1E-5FFA445FED20}" dt="2025-10-09T12:49:38.815" v="1362" actId="14100"/>
          <ac:cxnSpMkLst>
            <pc:docMk/>
            <pc:sldMk cId="1534989270" sldId="1207"/>
            <ac:cxnSpMk id="146" creationId="{A61FB6F8-442E-CAEE-5188-012B326CFAC2}"/>
          </ac:cxnSpMkLst>
        </pc:cxnChg>
        <pc:cxnChg chg="mod">
          <ac:chgData name="Hirel, Guillaume" userId="9e193251-379c-49ee-8ac0-ea87515e4975" providerId="ADAL" clId="{246D1A90-48DC-4F0D-AD1E-5FFA445FED20}" dt="2025-10-09T12:48:35.562" v="1356" actId="313"/>
          <ac:cxnSpMkLst>
            <pc:docMk/>
            <pc:sldMk cId="1534989270" sldId="1207"/>
            <ac:cxnSpMk id="149" creationId="{43F31B34-8613-5293-FE1C-91BCCBC3BB3B}"/>
          </ac:cxnSpMkLst>
        </pc:cxnChg>
        <pc:cxnChg chg="mod">
          <ac:chgData name="Hirel, Guillaume" userId="9e193251-379c-49ee-8ac0-ea87515e4975" providerId="ADAL" clId="{246D1A90-48DC-4F0D-AD1E-5FFA445FED20}" dt="2025-10-09T12:48:36.373" v="1357" actId="313"/>
          <ac:cxnSpMkLst>
            <pc:docMk/>
            <pc:sldMk cId="1534989270" sldId="1207"/>
            <ac:cxnSpMk id="152" creationId="{6F8A79CF-B7E1-D5A9-212C-D8999DD525A6}"/>
          </ac:cxnSpMkLst>
        </pc:cxnChg>
        <pc:cxnChg chg="mod">
          <ac:chgData name="Hirel, Guillaume" userId="9e193251-379c-49ee-8ac0-ea87515e4975" providerId="ADAL" clId="{246D1A90-48DC-4F0D-AD1E-5FFA445FED20}" dt="2025-10-09T12:48:36.373" v="1357" actId="313"/>
          <ac:cxnSpMkLst>
            <pc:docMk/>
            <pc:sldMk cId="1534989270" sldId="1207"/>
            <ac:cxnSpMk id="161" creationId="{A6BBE314-2AC3-E339-0955-BD0182EC3F86}"/>
          </ac:cxnSpMkLst>
        </pc:cxnChg>
        <pc:cxnChg chg="mod">
          <ac:chgData name="Hirel, Guillaume" userId="9e193251-379c-49ee-8ac0-ea87515e4975" providerId="ADAL" clId="{246D1A90-48DC-4F0D-AD1E-5FFA445FED20}" dt="2025-10-09T12:48:36.373" v="1357" actId="313"/>
          <ac:cxnSpMkLst>
            <pc:docMk/>
            <pc:sldMk cId="1534989270" sldId="1207"/>
            <ac:cxnSpMk id="179" creationId="{79CC5027-A204-0C91-0740-47C361BF7CE2}"/>
          </ac:cxnSpMkLst>
        </pc:cxnChg>
      </pc:sldChg>
      <pc:sldChg chg="addSp modSp mod">
        <pc:chgData name="Hirel, Guillaume" userId="9e193251-379c-49ee-8ac0-ea87515e4975" providerId="ADAL" clId="{246D1A90-48DC-4F0D-AD1E-5FFA445FED20}" dt="2025-10-09T12:50:40.661" v="1368" actId="14100"/>
        <pc:sldMkLst>
          <pc:docMk/>
          <pc:sldMk cId="1092427379" sldId="1208"/>
        </pc:sldMkLst>
        <pc:spChg chg="mod">
          <ac:chgData name="Hirel, Guillaume" userId="9e193251-379c-49ee-8ac0-ea87515e4975" providerId="ADAL" clId="{246D1A90-48DC-4F0D-AD1E-5FFA445FED20}" dt="2025-10-09T12:48:03.617" v="1348" actId="313"/>
          <ac:spMkLst>
            <pc:docMk/>
            <pc:sldMk cId="1092427379" sldId="1208"/>
            <ac:spMk id="61" creationId="{188B68E8-090B-70C7-3BEE-F2225BEE51B3}"/>
          </ac:spMkLst>
        </pc:spChg>
        <pc:spChg chg="mod">
          <ac:chgData name="Hirel, Guillaume" userId="9e193251-379c-49ee-8ac0-ea87515e4975" providerId="ADAL" clId="{246D1A90-48DC-4F0D-AD1E-5FFA445FED20}" dt="2025-10-09T12:48:18.517" v="1351" actId="313"/>
          <ac:spMkLst>
            <pc:docMk/>
            <pc:sldMk cId="1092427379" sldId="1208"/>
            <ac:spMk id="62" creationId="{A338BF98-1BFE-8A54-79D4-FCE78491447B}"/>
          </ac:spMkLst>
        </pc:spChg>
        <pc:spChg chg="mod">
          <ac:chgData name="Hirel, Guillaume" userId="9e193251-379c-49ee-8ac0-ea87515e4975" providerId="ADAL" clId="{246D1A90-48DC-4F0D-AD1E-5FFA445FED20}" dt="2025-10-09T12:48:30.736" v="1352" actId="313"/>
          <ac:spMkLst>
            <pc:docMk/>
            <pc:sldMk cId="1092427379" sldId="1208"/>
            <ac:spMk id="135" creationId="{3BF0DE42-F8FC-591F-F9D1-9E233C14BE2C}"/>
          </ac:spMkLst>
        </pc:spChg>
        <pc:spChg chg="mod">
          <ac:chgData name="Hirel, Guillaume" userId="9e193251-379c-49ee-8ac0-ea87515e4975" providerId="ADAL" clId="{246D1A90-48DC-4F0D-AD1E-5FFA445FED20}" dt="2025-10-09T12:48:31.386" v="1353" actId="313"/>
          <ac:spMkLst>
            <pc:docMk/>
            <pc:sldMk cId="1092427379" sldId="1208"/>
            <ac:spMk id="136" creationId="{A2083659-0A6B-EC66-9B79-35F86852CFB1}"/>
          </ac:spMkLst>
        </pc:spChg>
        <pc:spChg chg="mod">
          <ac:chgData name="Hirel, Guillaume" userId="9e193251-379c-49ee-8ac0-ea87515e4975" providerId="ADAL" clId="{246D1A90-48DC-4F0D-AD1E-5FFA445FED20}" dt="2025-10-09T12:48:33.525" v="1354" actId="313"/>
          <ac:spMkLst>
            <pc:docMk/>
            <pc:sldMk cId="1092427379" sldId="1208"/>
            <ac:spMk id="137" creationId="{929BD4B4-9A37-1986-03BD-2B970B3224F1}"/>
          </ac:spMkLst>
        </pc:spChg>
        <pc:spChg chg="mod">
          <ac:chgData name="Hirel, Guillaume" userId="9e193251-379c-49ee-8ac0-ea87515e4975" providerId="ADAL" clId="{246D1A90-48DC-4F0D-AD1E-5FFA445FED20}" dt="2025-10-09T12:48:04.206" v="1349" actId="313"/>
          <ac:spMkLst>
            <pc:docMk/>
            <pc:sldMk cId="1092427379" sldId="1208"/>
            <ac:spMk id="220" creationId="{5E89F96B-79B4-EA2E-D82F-28126F0B832A}"/>
          </ac:spMkLst>
        </pc:spChg>
        <pc:spChg chg="mod">
          <ac:chgData name="Hirel, Guillaume" userId="9e193251-379c-49ee-8ac0-ea87515e4975" providerId="ADAL" clId="{246D1A90-48DC-4F0D-AD1E-5FFA445FED20}" dt="2025-10-09T12:48:34.149" v="1355" actId="313"/>
          <ac:spMkLst>
            <pc:docMk/>
            <pc:sldMk cId="1092427379" sldId="1208"/>
            <ac:spMk id="222" creationId="{6E3FA82E-711A-5D22-5754-41770ECD5C22}"/>
          </ac:spMkLst>
        </pc:spChg>
        <pc:spChg chg="mod">
          <ac:chgData name="Hirel, Guillaume" userId="9e193251-379c-49ee-8ac0-ea87515e4975" providerId="ADAL" clId="{246D1A90-48DC-4F0D-AD1E-5FFA445FED20}" dt="2025-10-09T12:48:17.293" v="1350" actId="313"/>
          <ac:spMkLst>
            <pc:docMk/>
            <pc:sldMk cId="1092427379" sldId="1208"/>
            <ac:spMk id="225" creationId="{096D6612-3506-2564-2FF3-9F67B38382D4}"/>
          </ac:spMkLst>
        </pc:spChg>
        <pc:cxnChg chg="add mod">
          <ac:chgData name="Hirel, Guillaume" userId="9e193251-379c-49ee-8ac0-ea87515e4975" providerId="ADAL" clId="{246D1A90-48DC-4F0D-AD1E-5FFA445FED20}" dt="2025-10-09T12:48:18.517" v="1351" actId="313"/>
          <ac:cxnSpMkLst>
            <pc:docMk/>
            <pc:sldMk cId="1092427379" sldId="1208"/>
            <ac:cxnSpMk id="8" creationId="{B0640615-64FE-44B7-973F-A98286555A61}"/>
          </ac:cxnSpMkLst>
        </pc:cxnChg>
        <pc:cxnChg chg="mod">
          <ac:chgData name="Hirel, Guillaume" userId="9e193251-379c-49ee-8ac0-ea87515e4975" providerId="ADAL" clId="{246D1A90-48DC-4F0D-AD1E-5FFA445FED20}" dt="2025-10-09T12:48:03.617" v="1348" actId="313"/>
          <ac:cxnSpMkLst>
            <pc:docMk/>
            <pc:sldMk cId="1092427379" sldId="1208"/>
            <ac:cxnSpMk id="9" creationId="{21B91F92-785E-ED4A-38E6-A05A23A6D5A7}"/>
          </ac:cxnSpMkLst>
        </pc:cxnChg>
        <pc:cxnChg chg="mod">
          <ac:chgData name="Hirel, Guillaume" userId="9e193251-379c-49ee-8ac0-ea87515e4975" providerId="ADAL" clId="{246D1A90-48DC-4F0D-AD1E-5FFA445FED20}" dt="2025-10-09T12:48:04.206" v="1349" actId="313"/>
          <ac:cxnSpMkLst>
            <pc:docMk/>
            <pc:sldMk cId="1092427379" sldId="1208"/>
            <ac:cxnSpMk id="12" creationId="{F764A06B-A642-7555-BE96-C670622B040F}"/>
          </ac:cxnSpMkLst>
        </pc:cxnChg>
        <pc:cxnChg chg="mod">
          <ac:chgData name="Hirel, Guillaume" userId="9e193251-379c-49ee-8ac0-ea87515e4975" providerId="ADAL" clId="{246D1A90-48DC-4F0D-AD1E-5FFA445FED20}" dt="2025-10-09T12:48:17.293" v="1350" actId="313"/>
          <ac:cxnSpMkLst>
            <pc:docMk/>
            <pc:sldMk cId="1092427379" sldId="1208"/>
            <ac:cxnSpMk id="16" creationId="{515B758A-4285-915D-184F-3246E4093AB0}"/>
          </ac:cxnSpMkLst>
        </pc:cxnChg>
        <pc:cxnChg chg="mod">
          <ac:chgData name="Hirel, Guillaume" userId="9e193251-379c-49ee-8ac0-ea87515e4975" providerId="ADAL" clId="{246D1A90-48DC-4F0D-AD1E-5FFA445FED20}" dt="2025-10-09T12:48:04.206" v="1349" actId="313"/>
          <ac:cxnSpMkLst>
            <pc:docMk/>
            <pc:sldMk cId="1092427379" sldId="1208"/>
            <ac:cxnSpMk id="25" creationId="{5EC826D7-488D-7388-1A28-A6166359E6C2}"/>
          </ac:cxnSpMkLst>
        </pc:cxnChg>
        <pc:cxnChg chg="mod">
          <ac:chgData name="Hirel, Guillaume" userId="9e193251-379c-49ee-8ac0-ea87515e4975" providerId="ADAL" clId="{246D1A90-48DC-4F0D-AD1E-5FFA445FED20}" dt="2025-10-09T12:50:31.922" v="1367" actId="14100"/>
          <ac:cxnSpMkLst>
            <pc:docMk/>
            <pc:sldMk cId="1092427379" sldId="1208"/>
            <ac:cxnSpMk id="29" creationId="{A26D4EE0-89AF-926D-89D2-67BBDFCB78DB}"/>
          </ac:cxnSpMkLst>
        </pc:cxnChg>
        <pc:cxnChg chg="mod">
          <ac:chgData name="Hirel, Guillaume" userId="9e193251-379c-49ee-8ac0-ea87515e4975" providerId="ADAL" clId="{246D1A90-48DC-4F0D-AD1E-5FFA445FED20}" dt="2025-10-09T12:50:40.661" v="1368" actId="14100"/>
          <ac:cxnSpMkLst>
            <pc:docMk/>
            <pc:sldMk cId="1092427379" sldId="1208"/>
            <ac:cxnSpMk id="66" creationId="{5C3076F6-5BAF-6DC6-DC6F-8C69A755D2D3}"/>
          </ac:cxnSpMkLst>
        </pc:cxnChg>
        <pc:cxnChg chg="mod">
          <ac:chgData name="Hirel, Guillaume" userId="9e193251-379c-49ee-8ac0-ea87515e4975" providerId="ADAL" clId="{246D1A90-48DC-4F0D-AD1E-5FFA445FED20}" dt="2025-10-09T12:48:18.517" v="1351" actId="313"/>
          <ac:cxnSpMkLst>
            <pc:docMk/>
            <pc:sldMk cId="1092427379" sldId="1208"/>
            <ac:cxnSpMk id="67" creationId="{7D0E2521-B0BF-D27B-E316-79572340D98B}"/>
          </ac:cxnSpMkLst>
        </pc:cxnChg>
        <pc:cxnChg chg="mod">
          <ac:chgData name="Hirel, Guillaume" userId="9e193251-379c-49ee-8ac0-ea87515e4975" providerId="ADAL" clId="{246D1A90-48DC-4F0D-AD1E-5FFA445FED20}" dt="2025-10-09T12:48:04.206" v="1349" actId="313"/>
          <ac:cxnSpMkLst>
            <pc:docMk/>
            <pc:sldMk cId="1092427379" sldId="1208"/>
            <ac:cxnSpMk id="93" creationId="{28F2BE90-BC3A-3475-04C9-E6248C075028}"/>
          </ac:cxnSpMkLst>
        </pc:cxnChg>
        <pc:cxnChg chg="mod">
          <ac:chgData name="Hirel, Guillaume" userId="9e193251-379c-49ee-8ac0-ea87515e4975" providerId="ADAL" clId="{246D1A90-48DC-4F0D-AD1E-5FFA445FED20}" dt="2025-10-09T12:48:03.617" v="1348" actId="313"/>
          <ac:cxnSpMkLst>
            <pc:docMk/>
            <pc:sldMk cId="1092427379" sldId="1208"/>
            <ac:cxnSpMk id="94" creationId="{33060987-F052-C7D8-C466-8C176F29CF13}"/>
          </ac:cxnSpMkLst>
        </pc:cxnChg>
        <pc:cxnChg chg="mod">
          <ac:chgData name="Hirel, Guillaume" userId="9e193251-379c-49ee-8ac0-ea87515e4975" providerId="ADAL" clId="{246D1A90-48DC-4F0D-AD1E-5FFA445FED20}" dt="2025-10-09T12:48:30.736" v="1352" actId="313"/>
          <ac:cxnSpMkLst>
            <pc:docMk/>
            <pc:sldMk cId="1092427379" sldId="1208"/>
            <ac:cxnSpMk id="140" creationId="{1F3363F0-2ECC-E8BF-1F13-7BF7EF854E61}"/>
          </ac:cxnSpMkLst>
        </pc:cxnChg>
        <pc:cxnChg chg="mod">
          <ac:chgData name="Hirel, Guillaume" userId="9e193251-379c-49ee-8ac0-ea87515e4975" providerId="ADAL" clId="{246D1A90-48DC-4F0D-AD1E-5FFA445FED20}" dt="2025-10-09T12:50:00.649" v="1364" actId="14100"/>
          <ac:cxnSpMkLst>
            <pc:docMk/>
            <pc:sldMk cId="1092427379" sldId="1208"/>
            <ac:cxnSpMk id="143" creationId="{2E2230BF-B069-BE25-D66B-A3715F524DA2}"/>
          </ac:cxnSpMkLst>
        </pc:cxnChg>
        <pc:cxnChg chg="mod">
          <ac:chgData name="Hirel, Guillaume" userId="9e193251-379c-49ee-8ac0-ea87515e4975" providerId="ADAL" clId="{246D1A90-48DC-4F0D-AD1E-5FFA445FED20}" dt="2025-10-09T12:50:09.959" v="1365" actId="14100"/>
          <ac:cxnSpMkLst>
            <pc:docMk/>
            <pc:sldMk cId="1092427379" sldId="1208"/>
            <ac:cxnSpMk id="146" creationId="{A61FB6F8-442E-CAEE-5188-012B326CFAC2}"/>
          </ac:cxnSpMkLst>
        </pc:cxnChg>
        <pc:cxnChg chg="mod">
          <ac:chgData name="Hirel, Guillaume" userId="9e193251-379c-49ee-8ac0-ea87515e4975" providerId="ADAL" clId="{246D1A90-48DC-4F0D-AD1E-5FFA445FED20}" dt="2025-10-09T12:48:31.386" v="1353" actId="313"/>
          <ac:cxnSpMkLst>
            <pc:docMk/>
            <pc:sldMk cId="1092427379" sldId="1208"/>
            <ac:cxnSpMk id="149" creationId="{43F31B34-8613-5293-FE1C-91BCCBC3BB3B}"/>
          </ac:cxnSpMkLst>
        </pc:cxnChg>
        <pc:cxnChg chg="mod">
          <ac:chgData name="Hirel, Guillaume" userId="9e193251-379c-49ee-8ac0-ea87515e4975" providerId="ADAL" clId="{246D1A90-48DC-4F0D-AD1E-5FFA445FED20}" dt="2025-10-09T12:48:33.525" v="1354" actId="313"/>
          <ac:cxnSpMkLst>
            <pc:docMk/>
            <pc:sldMk cId="1092427379" sldId="1208"/>
            <ac:cxnSpMk id="152" creationId="{6F8A79CF-B7E1-D5A9-212C-D8999DD525A6}"/>
          </ac:cxnSpMkLst>
        </pc:cxnChg>
        <pc:cxnChg chg="mod">
          <ac:chgData name="Hirel, Guillaume" userId="9e193251-379c-49ee-8ac0-ea87515e4975" providerId="ADAL" clId="{246D1A90-48DC-4F0D-AD1E-5FFA445FED20}" dt="2025-10-09T12:48:33.525" v="1354" actId="313"/>
          <ac:cxnSpMkLst>
            <pc:docMk/>
            <pc:sldMk cId="1092427379" sldId="1208"/>
            <ac:cxnSpMk id="161" creationId="{A6BBE314-2AC3-E339-0955-BD0182EC3F86}"/>
          </ac:cxnSpMkLst>
        </pc:cxnChg>
        <pc:cxnChg chg="mod">
          <ac:chgData name="Hirel, Guillaume" userId="9e193251-379c-49ee-8ac0-ea87515e4975" providerId="ADAL" clId="{246D1A90-48DC-4F0D-AD1E-5FFA445FED20}" dt="2025-10-09T12:50:20.367" v="1366" actId="14100"/>
          <ac:cxnSpMkLst>
            <pc:docMk/>
            <pc:sldMk cId="1092427379" sldId="1208"/>
            <ac:cxnSpMk id="223" creationId="{793AC4B8-4260-0571-E446-EE8C6914EC02}"/>
          </ac:cxnSpMkLst>
        </pc:cxnChg>
        <pc:cxnChg chg="mod">
          <ac:chgData name="Hirel, Guillaume" userId="9e193251-379c-49ee-8ac0-ea87515e4975" providerId="ADAL" clId="{246D1A90-48DC-4F0D-AD1E-5FFA445FED20}" dt="2025-10-09T12:48:34.149" v="1355" actId="313"/>
          <ac:cxnSpMkLst>
            <pc:docMk/>
            <pc:sldMk cId="1092427379" sldId="1208"/>
            <ac:cxnSpMk id="224" creationId="{081E72D0-AD2C-77E3-C323-88A547FC0F44}"/>
          </ac:cxnSpMkLst>
        </pc:cxnChg>
        <pc:cxnChg chg="mod">
          <ac:chgData name="Hirel, Guillaume" userId="9e193251-379c-49ee-8ac0-ea87515e4975" providerId="ADAL" clId="{246D1A90-48DC-4F0D-AD1E-5FFA445FED20}" dt="2025-10-09T12:48:17.293" v="1350" actId="313"/>
          <ac:cxnSpMkLst>
            <pc:docMk/>
            <pc:sldMk cId="1092427379" sldId="1208"/>
            <ac:cxnSpMk id="246" creationId="{22A9E08D-0156-2DC4-04FA-A336E8A54698}"/>
          </ac:cxnSpMkLst>
        </pc:cxnChg>
        <pc:cxnChg chg="mod">
          <ac:chgData name="Hirel, Guillaume" userId="9e193251-379c-49ee-8ac0-ea87515e4975" providerId="ADAL" clId="{246D1A90-48DC-4F0D-AD1E-5FFA445FED20}" dt="2025-10-09T12:48:18.517" v="1351" actId="313"/>
          <ac:cxnSpMkLst>
            <pc:docMk/>
            <pc:sldMk cId="1092427379" sldId="1208"/>
            <ac:cxnSpMk id="250" creationId="{197BAF27-0DE6-B4AD-E3D2-CDE771095AB1}"/>
          </ac:cxnSpMkLst>
        </pc:cxnChg>
      </pc:sldChg>
      <pc:sldChg chg="modSp mod">
        <pc:chgData name="Hirel, Guillaume" userId="9e193251-379c-49ee-8ac0-ea87515e4975" providerId="ADAL" clId="{246D1A90-48DC-4F0D-AD1E-5FFA445FED20}" dt="2025-10-15T12:10:49.780" v="1766" actId="20577"/>
        <pc:sldMkLst>
          <pc:docMk/>
          <pc:sldMk cId="4293431107" sldId="1209"/>
        </pc:sldMkLst>
        <pc:spChg chg="mod">
          <ac:chgData name="Hirel, Guillaume" userId="9e193251-379c-49ee-8ac0-ea87515e4975" providerId="ADAL" clId="{246D1A90-48DC-4F0D-AD1E-5FFA445FED20}" dt="2025-10-15T12:10:49.780" v="1766" actId="20577"/>
          <ac:spMkLst>
            <pc:docMk/>
            <pc:sldMk cId="4293431107" sldId="1209"/>
            <ac:spMk id="6" creationId="{60417D4F-1621-8DCF-0A2B-3552292BC6AB}"/>
          </ac:spMkLst>
        </pc:spChg>
      </pc:sldChg>
      <pc:sldChg chg="addSp delSp modSp mod">
        <pc:chgData name="Hirel, Guillaume" userId="9e193251-379c-49ee-8ac0-ea87515e4975" providerId="ADAL" clId="{246D1A90-48DC-4F0D-AD1E-5FFA445FED20}" dt="2025-10-13T17:37:04.293" v="1644" actId="1076"/>
        <pc:sldMkLst>
          <pc:docMk/>
          <pc:sldMk cId="3405937497" sldId="1210"/>
        </pc:sldMkLst>
        <pc:spChg chg="mod">
          <ac:chgData name="Hirel, Guillaume" userId="9e193251-379c-49ee-8ac0-ea87515e4975" providerId="ADAL" clId="{246D1A90-48DC-4F0D-AD1E-5FFA445FED20}" dt="2025-10-09T13:00:50.404" v="1606" actId="20577"/>
          <ac:spMkLst>
            <pc:docMk/>
            <pc:sldMk cId="3405937497" sldId="1210"/>
            <ac:spMk id="10" creationId="{CDA47027-CF7D-9365-F191-D4C8AE3D4229}"/>
          </ac:spMkLst>
        </pc:spChg>
        <pc:picChg chg="add mod">
          <ac:chgData name="Hirel, Guillaume" userId="9e193251-379c-49ee-8ac0-ea87515e4975" providerId="ADAL" clId="{246D1A90-48DC-4F0D-AD1E-5FFA445FED20}" dt="2025-10-13T17:37:04.293" v="1644" actId="1076"/>
          <ac:picMkLst>
            <pc:docMk/>
            <pc:sldMk cId="3405937497" sldId="1210"/>
            <ac:picMk id="7" creationId="{816499D5-822C-A828-6814-A38805B61C09}"/>
          </ac:picMkLst>
        </pc:picChg>
      </pc:sldChg>
      <pc:sldChg chg="modSp add mod">
        <pc:chgData name="Hirel, Guillaume" userId="9e193251-379c-49ee-8ac0-ea87515e4975" providerId="ADAL" clId="{246D1A90-48DC-4F0D-AD1E-5FFA445FED20}" dt="2025-10-15T12:12:09.753" v="1770" actId="13926"/>
        <pc:sldMkLst>
          <pc:docMk/>
          <pc:sldMk cId="2060292123" sldId="1211"/>
        </pc:sldMkLst>
        <pc:graphicFrameChg chg="mod modGraphic">
          <ac:chgData name="Hirel, Guillaume" userId="9e193251-379c-49ee-8ac0-ea87515e4975" providerId="ADAL" clId="{246D1A90-48DC-4F0D-AD1E-5FFA445FED20}" dt="2025-10-15T12:12:09.753" v="1770" actId="13926"/>
          <ac:graphicFrameMkLst>
            <pc:docMk/>
            <pc:sldMk cId="2060292123" sldId="1211"/>
            <ac:graphicFrameMk id="4" creationId="{E9F9CDFB-EF54-63BA-1CB0-41FEB0DDA100}"/>
          </ac:graphicFrameMkLst>
        </pc:graphicFrameChg>
        <pc:graphicFrameChg chg="mod">
          <ac:chgData name="Hirel, Guillaume" userId="9e193251-379c-49ee-8ac0-ea87515e4975" providerId="ADAL" clId="{246D1A90-48DC-4F0D-AD1E-5FFA445FED20}" dt="2025-10-06T07:24:28.781" v="792" actId="1036"/>
          <ac:graphicFrameMkLst>
            <pc:docMk/>
            <pc:sldMk cId="2060292123" sldId="1211"/>
            <ac:graphicFrameMk id="6" creationId="{5B2B2404-E27E-B24A-B639-10B329E11319}"/>
          </ac:graphicFrameMkLst>
        </pc:graphicFrameChg>
        <pc:graphicFrameChg chg="mod">
          <ac:chgData name="Hirel, Guillaume" userId="9e193251-379c-49ee-8ac0-ea87515e4975" providerId="ADAL" clId="{246D1A90-48DC-4F0D-AD1E-5FFA445FED20}" dt="2025-10-06T07:24:28.781" v="792" actId="1036"/>
          <ac:graphicFrameMkLst>
            <pc:docMk/>
            <pc:sldMk cId="2060292123" sldId="1211"/>
            <ac:graphicFrameMk id="8" creationId="{ED800AE4-E0EB-D31B-CD72-4EC074921B5B}"/>
          </ac:graphicFrameMkLst>
        </pc:graphicFrameChg>
      </pc:sldChg>
      <pc:sldChg chg="delSp add">
        <pc:chgData name="Hirel, Guillaume" userId="9e193251-379c-49ee-8ac0-ea87515e4975" providerId="ADAL" clId="{246D1A90-48DC-4F0D-AD1E-5FFA445FED20}" dt="2025-10-06T07:25:15.568" v="794" actId="478"/>
        <pc:sldMkLst>
          <pc:docMk/>
          <pc:sldMk cId="2341462690" sldId="1212"/>
        </pc:sldMkLst>
      </pc:sldChg>
    </pc:docChg>
  </pc:docChgLst>
  <pc:docChgLst>
    <pc:chgData name="Hirel, Guillaume" userId="9e193251-379c-49ee-8ac0-ea87515e4975" providerId="ADAL" clId="{890CAC16-9355-49F2-868E-3292B316B0FD}"/>
    <pc:docChg chg="undo redo custSel addSld modSld">
      <pc:chgData name="Hirel, Guillaume" userId="9e193251-379c-49ee-8ac0-ea87515e4975" providerId="ADAL" clId="{890CAC16-9355-49F2-868E-3292B316B0FD}" dt="2025-03-27T16:48:29.224" v="709" actId="20577"/>
      <pc:docMkLst>
        <pc:docMk/>
      </pc:docMkLst>
      <pc:sldChg chg="modSp mod">
        <pc:chgData name="Hirel, Guillaume" userId="9e193251-379c-49ee-8ac0-ea87515e4975" providerId="ADAL" clId="{890CAC16-9355-49F2-868E-3292B316B0FD}" dt="2025-03-20T18:31:37.673" v="306" actId="20577"/>
        <pc:sldMkLst>
          <pc:docMk/>
          <pc:sldMk cId="1424017998" sldId="1206"/>
        </pc:sldMkLst>
      </pc:sldChg>
      <pc:sldChg chg="addSp delSp modSp mod">
        <pc:chgData name="Hirel, Guillaume" userId="9e193251-379c-49ee-8ac0-ea87515e4975" providerId="ADAL" clId="{890CAC16-9355-49F2-868E-3292B316B0FD}" dt="2025-03-20T08:20:18.207" v="41" actId="14100"/>
        <pc:sldMkLst>
          <pc:docMk/>
          <pc:sldMk cId="1534989270" sldId="1207"/>
        </pc:sldMkLst>
      </pc:sldChg>
      <pc:sldChg chg="addSp delSp modSp mod">
        <pc:chgData name="Hirel, Guillaume" userId="9e193251-379c-49ee-8ac0-ea87515e4975" providerId="ADAL" clId="{890CAC16-9355-49F2-868E-3292B316B0FD}" dt="2025-03-20T08:22:18.019" v="86" actId="14100"/>
        <pc:sldMkLst>
          <pc:docMk/>
          <pc:sldMk cId="1092427379" sldId="1208"/>
        </pc:sldMkLst>
      </pc:sldChg>
      <pc:sldChg chg="modSp mod">
        <pc:chgData name="Hirel, Guillaume" userId="9e193251-379c-49ee-8ac0-ea87515e4975" providerId="ADAL" clId="{890CAC16-9355-49F2-868E-3292B316B0FD}" dt="2025-03-20T08:55:01.196" v="299" actId="6549"/>
        <pc:sldMkLst>
          <pc:docMk/>
          <pc:sldMk cId="4293431107" sldId="1209"/>
        </pc:sldMkLst>
      </pc:sldChg>
      <pc:sldChg chg="addSp delSp modSp add mod">
        <pc:chgData name="Hirel, Guillaume" userId="9e193251-379c-49ee-8ac0-ea87515e4975" providerId="ADAL" clId="{890CAC16-9355-49F2-868E-3292B316B0FD}" dt="2025-03-27T16:48:29.224" v="709" actId="20577"/>
        <pc:sldMkLst>
          <pc:docMk/>
          <pc:sldMk cId="3405937497" sldId="121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0D3485-4AC0-4D7D-AC9A-729F8ED0C67A}" type="datetimeFigureOut">
              <a:rPr lang="de-DE" smtClean="0"/>
              <a:t>15.10.2025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9760F7-E0BD-4315-A8B4-7A8CBF03D5E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4683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+mn-lt"/>
              </a:defRPr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+mn-lt"/>
              </a:defRPr>
            </a:lvl1pPr>
          </a:lstStyle>
          <a:p>
            <a:fld id="{B63F2E28-B9CD-4997-96EE-5E04A6D18B74}" type="datetimeFigureOut">
              <a:rPr lang="de-DE" smtClean="0"/>
              <a:pPr/>
              <a:t>15.10.2025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+mn-lt"/>
              </a:defRPr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+mn-lt"/>
              </a:defRPr>
            </a:lvl1pPr>
          </a:lstStyle>
          <a:p>
            <a:fld id="{80A8C837-7246-4C94-BB02-EAD194AD1230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60262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4.png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14.png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x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F4E438FD-055D-4CE7-8DE4-90A453F24D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43950" y="316279"/>
            <a:ext cx="8502513" cy="3598026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857600" y="3135900"/>
            <a:ext cx="8452800" cy="2253600"/>
          </a:xfrm>
        </p:spPr>
        <p:txBody>
          <a:bodyPr rIns="0" anchor="b" anchorCtr="0">
            <a:noAutofit/>
          </a:bodyPr>
          <a:lstStyle>
            <a:lvl1pPr algn="ctr">
              <a:lnSpc>
                <a:spcPct val="80000"/>
              </a:lnSpc>
              <a:spcBef>
                <a:spcPts val="1000"/>
              </a:spcBef>
              <a:defRPr sz="3600"/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PDM-IF Winter Workshop - 28th of January &amp; 4th of February 2025</a:t>
            </a:r>
          </a:p>
        </p:txBody>
      </p:sp>
      <p:sp>
        <p:nvSpPr>
          <p:cNvPr id="8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1858174" y="5513091"/>
            <a:ext cx="8454157" cy="540000"/>
          </a:xfrm>
          <a:noFill/>
          <a:ln>
            <a:noFill/>
          </a:ln>
        </p:spPr>
        <p:txBody>
          <a:bodyPr vert="horz" lIns="0" tIns="0" rIns="0" bIns="0" rtlCol="0" anchor="t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400" dirty="0" smtClean="0"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to add subtitle</a:t>
            </a:r>
          </a:p>
        </p:txBody>
      </p:sp>
      <p:pic>
        <p:nvPicPr>
          <p:cNvPr id="10" name="Bild 7" descr="170328_Prostep_Logo_dunkelblau_rgb.png">
            <a:extLst>
              <a:ext uri="{FF2B5EF4-FFF2-40B4-BE49-F238E27FC236}">
                <a16:creationId xmlns:a16="http://schemas.microsoft.com/office/drawing/2014/main" id="{7739213E-6440-4109-8C0A-DE49B356122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7370" y="6261189"/>
            <a:ext cx="876818" cy="474472"/>
          </a:xfrm>
          <a:prstGeom prst="rect">
            <a:avLst/>
          </a:prstGeom>
        </p:spPr>
      </p:pic>
      <p:pic>
        <p:nvPicPr>
          <p:cNvPr id="11" name="Picture 2" descr="C:\Offlinedateien\CAX-IF Projektdoku\Misc\Präsentationen\PDES Logo.png">
            <a:extLst>
              <a:ext uri="{FF2B5EF4-FFF2-40B4-BE49-F238E27FC236}">
                <a16:creationId xmlns:a16="http://schemas.microsoft.com/office/drawing/2014/main" id="{75AA605D-6E17-45C9-8FF8-61213833D719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524267" y="6179021"/>
            <a:ext cx="1625550" cy="638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 21">
            <a:extLst>
              <a:ext uri="{FF2B5EF4-FFF2-40B4-BE49-F238E27FC236}">
                <a16:creationId xmlns:a16="http://schemas.microsoft.com/office/drawing/2014/main" id="{8A36836F-8749-46DF-9F34-5EAB4E57DB9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76225" y="6234107"/>
            <a:ext cx="1360488" cy="52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10161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x 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 rIns="0"/>
          <a:lstStyle>
            <a:lvl1pPr>
              <a:defRPr/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PDM-IF Winter Workshop - 28th of January &amp; 4th of February 2025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0FD2C4-56EC-4F07-B0B8-CEAC86EF6E31}" type="slidenum">
              <a:rPr lang="en-US" noProof="0" smtClean="0"/>
              <a:pPr/>
              <a:t>‹Nr.›</a:t>
            </a:fld>
            <a:endParaRPr lang="en-US" noProof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6" hasCustomPrompt="1"/>
          </p:nvPr>
        </p:nvSpPr>
        <p:spPr>
          <a:xfrm>
            <a:off x="540000" y="1029150"/>
            <a:ext cx="10796942" cy="540000"/>
          </a:xfrm>
          <a:ln>
            <a:noFill/>
          </a:ln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>
                <a:solidFill>
                  <a:srgbClr val="941038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914082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x Sing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 rIns="0"/>
          <a:lstStyle>
            <a:lvl1pPr>
              <a:defRPr/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PDM-IF Winter Workshop - 28th of January &amp; 4th of February 2025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0FD2C4-56EC-4F07-B0B8-CEAC86EF6E31}" type="slidenum">
              <a:rPr lang="en-US" noProof="0" smtClean="0"/>
              <a:pPr/>
              <a:t>‹Nr.›</a:t>
            </a:fld>
            <a:endParaRPr lang="en-US" noProof="0"/>
          </a:p>
        </p:txBody>
      </p:sp>
      <p:sp>
        <p:nvSpPr>
          <p:cNvPr id="5" name="Textplatzhalter 7"/>
          <p:cNvSpPr>
            <a:spLocks noGrp="1"/>
          </p:cNvSpPr>
          <p:nvPr>
            <p:ph type="body" sz="quarter" idx="15" hasCustomPrompt="1"/>
          </p:nvPr>
        </p:nvSpPr>
        <p:spPr>
          <a:xfrm>
            <a:off x="540002" y="1029150"/>
            <a:ext cx="10605954" cy="541514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lang="de-DE" sz="2000" noProof="0" dirty="0" smtClean="0">
                <a:solidFill>
                  <a:srgbClr val="941038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noProof="0"/>
              <a:t>Click to add subtitle</a:t>
            </a:r>
          </a:p>
        </p:txBody>
      </p:sp>
      <p:sp>
        <p:nvSpPr>
          <p:cNvPr id="7" name="Textplatzhalter 2"/>
          <p:cNvSpPr>
            <a:spLocks noGrp="1"/>
          </p:cNvSpPr>
          <p:nvPr>
            <p:ph idx="1" hasCustomPrompt="1"/>
          </p:nvPr>
        </p:nvSpPr>
        <p:spPr>
          <a:xfrm>
            <a:off x="540000" y="1638414"/>
            <a:ext cx="10604250" cy="4725971"/>
          </a:xfrm>
          <a:prstGeom prst="rect">
            <a:avLst/>
          </a:prstGeom>
          <a:solidFill>
            <a:srgbClr val="FFFFFF">
              <a:alpha val="65098"/>
            </a:srgbClr>
          </a:solidFill>
        </p:spPr>
        <p:txBody>
          <a:bodyPr vert="horz" lIns="0" tIns="0" rIns="0" bIns="0" rtlCol="0"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Edit master text format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40721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x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PDM-IF Winter Workshop - 28th of January &amp; 4th of February 2025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0FD2C4-56EC-4F07-B0B8-CEAC86EF6E31}" type="slidenum">
              <a:rPr lang="en-US" noProof="0" smtClean="0"/>
              <a:pPr/>
              <a:t>‹Nr.›</a:t>
            </a:fld>
            <a:endParaRPr lang="en-US" noProof="0"/>
          </a:p>
        </p:txBody>
      </p:sp>
      <p:sp>
        <p:nvSpPr>
          <p:cNvPr id="5" name="Textplatzhalter 7"/>
          <p:cNvSpPr>
            <a:spLocks noGrp="1"/>
          </p:cNvSpPr>
          <p:nvPr>
            <p:ph type="body" sz="quarter" idx="15" hasCustomPrompt="1"/>
          </p:nvPr>
        </p:nvSpPr>
        <p:spPr>
          <a:xfrm>
            <a:off x="540002" y="1029150"/>
            <a:ext cx="10605954" cy="541514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342900" indent="-342900">
              <a:buFont typeface="Arial" panose="020B0604020202020204" pitchFamily="34" charset="0"/>
              <a:buNone/>
              <a:defRPr lang="de-DE" sz="2000" noProof="0" dirty="0" smtClean="0">
                <a:solidFill>
                  <a:srgbClr val="941038"/>
                </a:solidFill>
              </a:defRPr>
            </a:lvl1pPr>
          </a:lstStyle>
          <a:p>
            <a:pPr marL="0" lvl="0" indent="0"/>
            <a:r>
              <a:rPr lang="en-US" noProof="0"/>
              <a:t>Click to add subtitle</a:t>
            </a:r>
          </a:p>
        </p:txBody>
      </p:sp>
      <p:sp>
        <p:nvSpPr>
          <p:cNvPr id="8" name="Inhaltsplatzhalter 2"/>
          <p:cNvSpPr>
            <a:spLocks noGrp="1"/>
          </p:cNvSpPr>
          <p:nvPr>
            <p:ph idx="1" hasCustomPrompt="1"/>
          </p:nvPr>
        </p:nvSpPr>
        <p:spPr>
          <a:xfrm>
            <a:off x="540002" y="1638414"/>
            <a:ext cx="5108323" cy="4725972"/>
          </a:xfrm>
        </p:spPr>
        <p:txBody>
          <a:bodyPr vert="horz" lIns="0" tIns="0" rIns="0" bIns="0" rtlCol="0">
            <a:noAutofit/>
          </a:bodyPr>
          <a:lstStyle>
            <a:lvl1pPr>
              <a:defRPr lang="de-DE" sz="2400" noProof="0" dirty="0" smtClean="0"/>
            </a:lvl1pPr>
            <a:lvl2pPr>
              <a:defRPr lang="de-DE" sz="2000" noProof="0" dirty="0" smtClean="0"/>
            </a:lvl2pPr>
            <a:lvl3pPr>
              <a:defRPr lang="de-DE" sz="1800" noProof="0" dirty="0" smtClean="0"/>
            </a:lvl3pPr>
            <a:lvl4pPr>
              <a:defRPr lang="de-DE" sz="1600" noProof="0" dirty="0" smtClean="0"/>
            </a:lvl4pPr>
            <a:lvl5pPr>
              <a:defRPr lang="de-DE" sz="1600" noProof="0" dirty="0"/>
            </a:lvl5pPr>
          </a:lstStyle>
          <a:p>
            <a:pPr lvl="0"/>
            <a:r>
              <a:rPr lang="en-US" noProof="0"/>
              <a:t>Edit master text format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Inhaltsplatzhalter 2"/>
          <p:cNvSpPr>
            <a:spLocks noGrp="1"/>
          </p:cNvSpPr>
          <p:nvPr>
            <p:ph idx="14" hasCustomPrompt="1"/>
          </p:nvPr>
        </p:nvSpPr>
        <p:spPr>
          <a:xfrm>
            <a:off x="6036900" y="1638414"/>
            <a:ext cx="5108323" cy="4725972"/>
          </a:xfrm>
          <a:solidFill>
            <a:srgbClr val="FFFFFF">
              <a:alpha val="65098"/>
            </a:srgbClr>
          </a:solidFill>
        </p:spPr>
        <p:txBody>
          <a:bodyPr vert="horz" lIns="0" tIns="0" rIns="0" bIns="0" rtlCol="0">
            <a:noAutofit/>
          </a:bodyPr>
          <a:lstStyle>
            <a:lvl1pPr>
              <a:defRPr lang="de-DE" sz="2400" noProof="0" dirty="0" smtClean="0"/>
            </a:lvl1pPr>
            <a:lvl2pPr>
              <a:defRPr lang="de-DE" sz="2000" noProof="0" dirty="0" smtClean="0"/>
            </a:lvl2pPr>
            <a:lvl3pPr>
              <a:defRPr lang="de-DE" sz="1800" noProof="0" dirty="0" smtClean="0"/>
            </a:lvl3pPr>
            <a:lvl4pPr>
              <a:defRPr lang="de-DE" sz="1600" noProof="0" dirty="0" smtClean="0"/>
            </a:lvl4pPr>
            <a:lvl5pPr>
              <a:defRPr lang="de-DE" sz="1600" noProof="0" dirty="0"/>
            </a:lvl5pPr>
          </a:lstStyle>
          <a:p>
            <a:pPr lvl="0"/>
            <a:r>
              <a:rPr lang="en-US" noProof="0"/>
              <a:t>Edit master text format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45302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x Three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PDM-IF Winter Workshop - 28th of January &amp; 4th of February 2025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0FD2C4-56EC-4F07-B0B8-CEAC86EF6E31}" type="slidenum">
              <a:rPr lang="en-US" noProof="0" smtClean="0"/>
              <a:pPr/>
              <a:t>‹Nr.›</a:t>
            </a:fld>
            <a:endParaRPr lang="en-US" noProof="0"/>
          </a:p>
        </p:txBody>
      </p:sp>
      <p:sp>
        <p:nvSpPr>
          <p:cNvPr id="5" name="Textplatzhalter 7"/>
          <p:cNvSpPr>
            <a:spLocks noGrp="1"/>
          </p:cNvSpPr>
          <p:nvPr>
            <p:ph type="body" sz="quarter" idx="15" hasCustomPrompt="1"/>
          </p:nvPr>
        </p:nvSpPr>
        <p:spPr>
          <a:xfrm>
            <a:off x="540001" y="1029150"/>
            <a:ext cx="10607171" cy="541514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230400" indent="-230400">
              <a:buNone/>
              <a:defRPr lang="de-DE" sz="2000" noProof="0" dirty="0" smtClean="0">
                <a:solidFill>
                  <a:srgbClr val="941038"/>
                </a:solidFill>
              </a:defRPr>
            </a:lvl1pPr>
          </a:lstStyle>
          <a:p>
            <a:pPr marL="0" lvl="0" indent="0"/>
            <a:r>
              <a:rPr lang="en-US" noProof="0"/>
              <a:t>Click to add subtitle</a:t>
            </a:r>
          </a:p>
        </p:txBody>
      </p:sp>
      <p:sp>
        <p:nvSpPr>
          <p:cNvPr id="8" name="Inhaltsplatzhalter 2"/>
          <p:cNvSpPr>
            <a:spLocks noGrp="1"/>
          </p:cNvSpPr>
          <p:nvPr>
            <p:ph idx="1" hasCustomPrompt="1"/>
          </p:nvPr>
        </p:nvSpPr>
        <p:spPr>
          <a:xfrm>
            <a:off x="540001" y="1638414"/>
            <a:ext cx="3317623" cy="4725972"/>
          </a:xfrm>
        </p:spPr>
        <p:txBody>
          <a:bodyPr vert="horz" lIns="0" tIns="0" rIns="0" bIns="0" rtlCol="0">
            <a:noAutofit/>
          </a:bodyPr>
          <a:lstStyle>
            <a:lvl1pPr>
              <a:defRPr lang="de-DE" sz="2400" noProof="0" dirty="0" smtClean="0"/>
            </a:lvl1pPr>
            <a:lvl2pPr>
              <a:defRPr lang="de-DE" sz="2000" noProof="0" dirty="0" smtClean="0"/>
            </a:lvl2pPr>
            <a:lvl3pPr>
              <a:defRPr lang="de-DE" sz="1800" noProof="0" dirty="0" smtClean="0"/>
            </a:lvl3pPr>
            <a:lvl4pPr>
              <a:defRPr lang="de-DE" sz="1600" noProof="0" dirty="0" smtClean="0"/>
            </a:lvl4pPr>
            <a:lvl5pPr>
              <a:defRPr lang="de-DE" sz="1600" noProof="0" dirty="0"/>
            </a:lvl5pPr>
          </a:lstStyle>
          <a:p>
            <a:pPr lvl="0"/>
            <a:r>
              <a:rPr lang="en-US" noProof="0"/>
              <a:t>Edit master text format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Inhaltsplatzhalter 2"/>
          <p:cNvSpPr>
            <a:spLocks noGrp="1"/>
          </p:cNvSpPr>
          <p:nvPr>
            <p:ph idx="14" hasCustomPrompt="1"/>
          </p:nvPr>
        </p:nvSpPr>
        <p:spPr>
          <a:xfrm>
            <a:off x="7829549" y="1638414"/>
            <a:ext cx="3317623" cy="4725972"/>
          </a:xfrm>
          <a:solidFill>
            <a:srgbClr val="FFFFFF">
              <a:alpha val="65098"/>
            </a:srgbClr>
          </a:solidFill>
        </p:spPr>
        <p:txBody>
          <a:bodyPr vert="horz" lIns="0" tIns="0" rIns="0" bIns="0" rtlCol="0">
            <a:noAutofit/>
          </a:bodyPr>
          <a:lstStyle>
            <a:lvl1pPr>
              <a:defRPr lang="de-DE" sz="2400" noProof="0" dirty="0" smtClean="0"/>
            </a:lvl1pPr>
            <a:lvl2pPr>
              <a:defRPr lang="de-DE" sz="2000" noProof="0" dirty="0" smtClean="0"/>
            </a:lvl2pPr>
            <a:lvl3pPr>
              <a:defRPr lang="de-DE" sz="1800" noProof="0" dirty="0" smtClean="0"/>
            </a:lvl3pPr>
            <a:lvl4pPr>
              <a:defRPr lang="de-DE" sz="1600" noProof="0" dirty="0" smtClean="0"/>
            </a:lvl4pPr>
            <a:lvl5pPr>
              <a:defRPr lang="de-DE" sz="1600" noProof="0" dirty="0"/>
            </a:lvl5pPr>
          </a:lstStyle>
          <a:p>
            <a:pPr lvl="0"/>
            <a:r>
              <a:rPr lang="en-US" noProof="0"/>
              <a:t>Edit master text format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Inhaltsplatzhalter 2"/>
          <p:cNvSpPr>
            <a:spLocks noGrp="1"/>
          </p:cNvSpPr>
          <p:nvPr>
            <p:ph idx="16" hasCustomPrompt="1"/>
          </p:nvPr>
        </p:nvSpPr>
        <p:spPr>
          <a:xfrm>
            <a:off x="4184775" y="1638414"/>
            <a:ext cx="3317623" cy="4725972"/>
          </a:xfrm>
        </p:spPr>
        <p:txBody>
          <a:bodyPr vert="horz" lIns="0" tIns="0" rIns="0" bIns="0" rtlCol="0">
            <a:noAutofit/>
          </a:bodyPr>
          <a:lstStyle>
            <a:lvl1pPr>
              <a:defRPr lang="de-DE" sz="2400" noProof="0" dirty="0" smtClean="0"/>
            </a:lvl1pPr>
            <a:lvl2pPr>
              <a:defRPr lang="de-DE" sz="2000" noProof="0" dirty="0" smtClean="0"/>
            </a:lvl2pPr>
            <a:lvl3pPr>
              <a:defRPr lang="de-DE" sz="1800" noProof="0" dirty="0" smtClean="0"/>
            </a:lvl3pPr>
            <a:lvl4pPr>
              <a:defRPr lang="de-DE" sz="1600" noProof="0" dirty="0" smtClean="0"/>
            </a:lvl4pPr>
            <a:lvl5pPr>
              <a:defRPr lang="de-DE" sz="1600" noProof="0" dirty="0"/>
            </a:lvl5pPr>
          </a:lstStyle>
          <a:p>
            <a:pPr lvl="0"/>
            <a:r>
              <a:rPr lang="en-US" noProof="0"/>
              <a:t>Edit master text format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76258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x Content + 1/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39998" y="484814"/>
            <a:ext cx="6879975" cy="1069200"/>
          </a:xfrm>
        </p:spPr>
        <p:txBody>
          <a:bodyPr rIns="0"/>
          <a:lstStyle>
            <a:lvl1pPr>
              <a:defRPr/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PDM-IF Winter Workshop - 28th of January &amp; 4th of February 2025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0FD2C4-56EC-4F07-B0B8-CEAC86EF6E31}" type="slidenum">
              <a:rPr lang="en-US" noProof="0" smtClean="0"/>
              <a:pPr/>
              <a:t>‹Nr.›</a:t>
            </a:fld>
            <a:endParaRPr lang="en-US" noProof="0"/>
          </a:p>
        </p:txBody>
      </p:sp>
      <p:sp>
        <p:nvSpPr>
          <p:cNvPr id="5" name="Textplatzhalter 7"/>
          <p:cNvSpPr>
            <a:spLocks noGrp="1"/>
          </p:cNvSpPr>
          <p:nvPr>
            <p:ph type="body" sz="quarter" idx="15" hasCustomPrompt="1"/>
          </p:nvPr>
        </p:nvSpPr>
        <p:spPr>
          <a:xfrm>
            <a:off x="540000" y="1024814"/>
            <a:ext cx="6879975" cy="541514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230400" indent="-230400">
              <a:buNone/>
              <a:defRPr lang="de-DE" sz="2000" noProof="0" dirty="0" smtClean="0">
                <a:solidFill>
                  <a:srgbClr val="941038"/>
                </a:solidFill>
              </a:defRPr>
            </a:lvl1pPr>
          </a:lstStyle>
          <a:p>
            <a:pPr marL="0" lvl="0" indent="0"/>
            <a:r>
              <a:rPr lang="en-US" noProof="0"/>
              <a:t>Click to add subtitle</a:t>
            </a:r>
          </a:p>
        </p:txBody>
      </p:sp>
      <p:sp>
        <p:nvSpPr>
          <p:cNvPr id="6" name="Textplatzhalter 2"/>
          <p:cNvSpPr>
            <a:spLocks noGrp="1"/>
          </p:cNvSpPr>
          <p:nvPr>
            <p:ph idx="1" hasCustomPrompt="1"/>
          </p:nvPr>
        </p:nvSpPr>
        <p:spPr>
          <a:xfrm>
            <a:off x="540000" y="1649954"/>
            <a:ext cx="6879975" cy="477604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Edit master text format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Bildplatzhalter 5"/>
          <p:cNvSpPr>
            <a:spLocks noGrp="1"/>
          </p:cNvSpPr>
          <p:nvPr>
            <p:ph type="pic" sz="quarter" idx="25" hasCustomPrompt="1"/>
          </p:nvPr>
        </p:nvSpPr>
        <p:spPr>
          <a:xfrm>
            <a:off x="7419976" y="472501"/>
            <a:ext cx="3733800" cy="5953500"/>
          </a:xfrm>
          <a:solidFill>
            <a:schemeClr val="bg1">
              <a:lumMod val="75000"/>
            </a:schemeClr>
          </a:solidFill>
        </p:spPr>
        <p:txBody>
          <a:bodyPr lIns="144000" tIns="144000" rIns="144000" bIns="144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image</a:t>
            </a:r>
          </a:p>
        </p:txBody>
      </p:sp>
    </p:spTree>
    <p:extLst>
      <p:ext uri="{BB962C8B-B14F-4D97-AF65-F5344CB8AC3E}">
        <p14:creationId xmlns:p14="http://schemas.microsoft.com/office/powerpoint/2010/main" val="1638330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x Content + 1/2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 rIns="0"/>
          <a:lstStyle>
            <a:lvl1pPr>
              <a:defRPr/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PDM-IF Winter Workshop - 28th of January &amp; 4th of February 2025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0FD2C4-56EC-4F07-B0B8-CEAC86EF6E31}" type="slidenum">
              <a:rPr lang="en-US" noProof="0" smtClean="0"/>
              <a:pPr/>
              <a:t>‹Nr.›</a:t>
            </a:fld>
            <a:endParaRPr lang="en-US" noProof="0"/>
          </a:p>
        </p:txBody>
      </p:sp>
      <p:sp>
        <p:nvSpPr>
          <p:cNvPr id="5" name="Textplatzhalter 7"/>
          <p:cNvSpPr>
            <a:spLocks noGrp="1"/>
          </p:cNvSpPr>
          <p:nvPr>
            <p:ph type="body" sz="quarter" idx="15" hasCustomPrompt="1"/>
          </p:nvPr>
        </p:nvSpPr>
        <p:spPr>
          <a:xfrm>
            <a:off x="540003" y="1029150"/>
            <a:ext cx="10605952" cy="541514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230400" indent="-230400">
              <a:buNone/>
              <a:defRPr lang="de-DE" sz="2000" noProof="0" dirty="0" smtClean="0">
                <a:solidFill>
                  <a:srgbClr val="941038"/>
                </a:solidFill>
              </a:defRPr>
            </a:lvl1pPr>
          </a:lstStyle>
          <a:p>
            <a:pPr marL="0" lvl="0" indent="0"/>
            <a:r>
              <a:rPr lang="en-US" noProof="0"/>
              <a:t>Click to add subtitle</a:t>
            </a:r>
          </a:p>
        </p:txBody>
      </p:sp>
      <p:sp>
        <p:nvSpPr>
          <p:cNvPr id="7" name="Textplatzhalter 2"/>
          <p:cNvSpPr>
            <a:spLocks noGrp="1"/>
          </p:cNvSpPr>
          <p:nvPr>
            <p:ph idx="1" hasCustomPrompt="1"/>
          </p:nvPr>
        </p:nvSpPr>
        <p:spPr>
          <a:xfrm>
            <a:off x="540000" y="1638414"/>
            <a:ext cx="5220000" cy="472597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/>
            </a:lvl1pPr>
            <a:lvl2pPr>
              <a:defRPr>
                <a:solidFill>
                  <a:schemeClr val="tx1"/>
                </a:solidFill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noProof="0"/>
              <a:t>Edit master text format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Bildplatzhalter 5"/>
          <p:cNvSpPr>
            <a:spLocks noGrp="1"/>
          </p:cNvSpPr>
          <p:nvPr>
            <p:ph type="pic" sz="quarter" idx="32" hasCustomPrompt="1"/>
          </p:nvPr>
        </p:nvSpPr>
        <p:spPr>
          <a:xfrm>
            <a:off x="5924100" y="1638414"/>
            <a:ext cx="5220000" cy="4725972"/>
          </a:xfrm>
          <a:solidFill>
            <a:schemeClr val="bg1">
              <a:lumMod val="75000"/>
            </a:schemeClr>
          </a:solidFill>
        </p:spPr>
        <p:txBody>
          <a:bodyPr lIns="144000" tIns="144000" rIns="144000" bIns="144000"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image</a:t>
            </a:r>
          </a:p>
        </p:txBody>
      </p:sp>
    </p:spTree>
    <p:extLst>
      <p:ext uri="{BB962C8B-B14F-4D97-AF65-F5344CB8AC3E}">
        <p14:creationId xmlns:p14="http://schemas.microsoft.com/office/powerpoint/2010/main" val="2498921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x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40000" y="493614"/>
            <a:ext cx="10613779" cy="1072386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PDM-IF Winter Workshop - 28th of January &amp; 4th of February 2025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0FD2C4-56EC-4F07-B0B8-CEAC86EF6E31}" type="slidenum">
              <a:rPr lang="en-US" noProof="0" smtClean="0"/>
              <a:pPr/>
              <a:t>‹Nr.›</a:t>
            </a:fld>
            <a:endParaRPr lang="en-US" noProof="0"/>
          </a:p>
        </p:txBody>
      </p:sp>
      <p:sp>
        <p:nvSpPr>
          <p:cNvPr id="5" name="Textplatzhalter 7"/>
          <p:cNvSpPr>
            <a:spLocks noGrp="1"/>
          </p:cNvSpPr>
          <p:nvPr>
            <p:ph type="body" sz="quarter" idx="15" hasCustomPrompt="1"/>
          </p:nvPr>
        </p:nvSpPr>
        <p:spPr>
          <a:xfrm>
            <a:off x="539752" y="1050202"/>
            <a:ext cx="10614024" cy="515798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230400" indent="-230400">
              <a:buNone/>
              <a:defRPr lang="de-DE" sz="2000" noProof="0" dirty="0" smtClean="0">
                <a:solidFill>
                  <a:srgbClr val="941038"/>
                </a:solidFill>
              </a:defRPr>
            </a:lvl1pPr>
          </a:lstStyle>
          <a:p>
            <a:pPr marL="0" lvl="0" indent="0"/>
            <a:r>
              <a:rPr lang="en-US" noProof="0"/>
              <a:t>Click to add subtitle</a:t>
            </a:r>
          </a:p>
        </p:txBody>
      </p:sp>
      <p:sp>
        <p:nvSpPr>
          <p:cNvPr id="6" name="Bildplatzhalter 5"/>
          <p:cNvSpPr>
            <a:spLocks noGrp="1"/>
          </p:cNvSpPr>
          <p:nvPr>
            <p:ph type="pic" sz="quarter" idx="31" hasCustomPrompt="1"/>
          </p:nvPr>
        </p:nvSpPr>
        <p:spPr>
          <a:xfrm>
            <a:off x="539750" y="1638414"/>
            <a:ext cx="10614025" cy="4725972"/>
          </a:xfrm>
          <a:solidFill>
            <a:schemeClr val="bg1">
              <a:lumMod val="75000"/>
            </a:schemeClr>
          </a:solidFill>
        </p:spPr>
        <p:txBody>
          <a:bodyPr lIns="144000" tIns="144000" rIns="144000" bIns="144000"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image</a:t>
            </a:r>
          </a:p>
        </p:txBody>
      </p:sp>
    </p:spTree>
    <p:extLst>
      <p:ext uri="{BB962C8B-B14F-4D97-AF65-F5344CB8AC3E}">
        <p14:creationId xmlns:p14="http://schemas.microsoft.com/office/powerpoint/2010/main" val="249318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x Comparison 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40000" y="493614"/>
            <a:ext cx="10602599" cy="1072386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PDM-IF Winter Workshop - 28th of January &amp; 4th of February 2025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0FD2C4-56EC-4F07-B0B8-CEAC86EF6E31}" type="slidenum">
              <a:rPr lang="en-US" noProof="0" smtClean="0"/>
              <a:pPr/>
              <a:t>‹Nr.›</a:t>
            </a:fld>
            <a:endParaRPr lang="en-US" noProof="0"/>
          </a:p>
        </p:txBody>
      </p:sp>
      <p:sp>
        <p:nvSpPr>
          <p:cNvPr id="5" name="Textplatzhalter 7"/>
          <p:cNvSpPr>
            <a:spLocks noGrp="1"/>
          </p:cNvSpPr>
          <p:nvPr>
            <p:ph type="body" sz="quarter" idx="15" hasCustomPrompt="1"/>
          </p:nvPr>
        </p:nvSpPr>
        <p:spPr>
          <a:xfrm>
            <a:off x="540003" y="1029150"/>
            <a:ext cx="10602597" cy="541514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342900" indent="-342900">
              <a:buFont typeface="Arial" panose="020B0604020202020204" pitchFamily="34" charset="0"/>
              <a:buNone/>
              <a:defRPr lang="de-DE" sz="2000" noProof="0" dirty="0" smtClean="0">
                <a:solidFill>
                  <a:srgbClr val="941038"/>
                </a:solidFill>
              </a:defRPr>
            </a:lvl1pPr>
          </a:lstStyle>
          <a:p>
            <a:pPr marL="0" lvl="0" indent="0"/>
            <a:r>
              <a:rPr lang="en-US" noProof="0"/>
              <a:t>Click to add subtitle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idx="1" hasCustomPrompt="1"/>
          </p:nvPr>
        </p:nvSpPr>
        <p:spPr bwMode="gray">
          <a:xfrm>
            <a:off x="540000" y="1638414"/>
            <a:ext cx="5220000" cy="360000"/>
          </a:xfrm>
          <a:solidFill>
            <a:srgbClr val="F6D800"/>
          </a:solidFill>
        </p:spPr>
        <p:txBody>
          <a:bodyPr lIns="216000" rIns="144000"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sz="20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noProof="0"/>
              <a:t>Edit master text format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 hasCustomPrompt="1"/>
          </p:nvPr>
        </p:nvSpPr>
        <p:spPr bwMode="gray">
          <a:xfrm>
            <a:off x="540000" y="1998414"/>
            <a:ext cx="5220000" cy="4365972"/>
          </a:xfrm>
        </p:spPr>
        <p:txBody>
          <a:bodyPr vert="horz" lIns="0" tIns="108000" rIns="0" bIns="0" rtlCol="0">
            <a:noAutofit/>
          </a:bodyPr>
          <a:lstStyle>
            <a:lvl1pPr>
              <a:defRPr lang="en-US" sz="2000" noProof="0" dirty="0"/>
            </a:lvl1pPr>
            <a:lvl2pPr>
              <a:defRPr lang="en-US" sz="1800" noProof="0" dirty="0"/>
            </a:lvl2pPr>
            <a:lvl3pPr>
              <a:defRPr lang="en-US" sz="1600" noProof="0" dirty="0"/>
            </a:lvl3pPr>
            <a:lvl4pPr>
              <a:defRPr lang="en-US" sz="1400" noProof="0" dirty="0"/>
            </a:lvl4pPr>
            <a:lvl5pPr>
              <a:defRPr lang="en-US" sz="1400" noProof="0" dirty="0"/>
            </a:lvl5pPr>
          </a:lstStyle>
          <a:p>
            <a:pPr lvl="0"/>
            <a:r>
              <a:rPr lang="en-US" noProof="0"/>
              <a:t>Edit master text format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3" hasCustomPrompt="1"/>
          </p:nvPr>
        </p:nvSpPr>
        <p:spPr bwMode="gray">
          <a:xfrm>
            <a:off x="5922600" y="1638414"/>
            <a:ext cx="5220000" cy="360000"/>
          </a:xfrm>
          <a:solidFill>
            <a:srgbClr val="F6D800"/>
          </a:solidFill>
        </p:spPr>
        <p:txBody>
          <a:bodyPr vert="horz" lIns="216000" tIns="0" rIns="144000" bIns="0" rtlCol="0" anchor="ctr">
            <a:noAutofit/>
          </a:bodyPr>
          <a:lstStyle>
            <a:lvl1pPr>
              <a:defRPr lang="en-US" sz="2000" b="1" noProof="0" dirty="0">
                <a:latin typeface="+mj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US" noProof="0"/>
              <a:t>Edit master text format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6" hasCustomPrompt="1"/>
          </p:nvPr>
        </p:nvSpPr>
        <p:spPr bwMode="gray">
          <a:xfrm>
            <a:off x="5922600" y="1998414"/>
            <a:ext cx="5220000" cy="4365972"/>
          </a:xfrm>
          <a:solidFill>
            <a:srgbClr val="FFFFFF">
              <a:alpha val="65098"/>
            </a:srgbClr>
          </a:solidFill>
        </p:spPr>
        <p:txBody>
          <a:bodyPr vert="horz" lIns="0" tIns="108000" rIns="0" bIns="0" rtlCol="0">
            <a:noAutofit/>
          </a:bodyPr>
          <a:lstStyle>
            <a:lvl1pPr>
              <a:defRPr lang="en-US" sz="2000" noProof="0" dirty="0"/>
            </a:lvl1pPr>
            <a:lvl2pPr>
              <a:defRPr lang="en-US" sz="1800" noProof="0" dirty="0"/>
            </a:lvl2pPr>
            <a:lvl3pPr>
              <a:defRPr lang="en-US" sz="1600" noProof="0" dirty="0"/>
            </a:lvl3pPr>
            <a:lvl4pPr>
              <a:defRPr lang="en-US" sz="1400" noProof="0" dirty="0"/>
            </a:lvl4pPr>
            <a:lvl5pPr>
              <a:defRPr lang="en-US" sz="1400" noProof="0" dirty="0"/>
            </a:lvl5pPr>
          </a:lstStyle>
          <a:p>
            <a:pPr lvl="0"/>
            <a:r>
              <a:rPr lang="en-US" noProof="0"/>
              <a:t>Edit master text format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0901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x Comparison x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40000" y="493614"/>
            <a:ext cx="10599450" cy="1072386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PDM-IF Winter Workshop - 28th of January &amp; 4th of February 2025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0FD2C4-56EC-4F07-B0B8-CEAC86EF6E31}" type="slidenum">
              <a:rPr lang="en-US" noProof="0" smtClean="0"/>
              <a:pPr/>
              <a:t>‹Nr.›</a:t>
            </a:fld>
            <a:endParaRPr lang="en-US" noProof="0"/>
          </a:p>
        </p:txBody>
      </p:sp>
      <p:sp>
        <p:nvSpPr>
          <p:cNvPr id="5" name="Textplatzhalter 7"/>
          <p:cNvSpPr>
            <a:spLocks noGrp="1"/>
          </p:cNvSpPr>
          <p:nvPr>
            <p:ph type="body" sz="quarter" idx="15" hasCustomPrompt="1"/>
          </p:nvPr>
        </p:nvSpPr>
        <p:spPr>
          <a:xfrm>
            <a:off x="540003" y="1029150"/>
            <a:ext cx="10599448" cy="541514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230400" indent="-230400">
              <a:buNone/>
              <a:defRPr lang="de-DE" sz="2000" noProof="0" dirty="0" smtClean="0">
                <a:solidFill>
                  <a:srgbClr val="941038"/>
                </a:solidFill>
              </a:defRPr>
            </a:lvl1pPr>
          </a:lstStyle>
          <a:p>
            <a:pPr marL="0" lvl="0" indent="0"/>
            <a:r>
              <a:rPr lang="en-US" noProof="0"/>
              <a:t>Click to add subtitle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540000" y="1998414"/>
            <a:ext cx="3348000" cy="4365972"/>
          </a:xfrm>
        </p:spPr>
        <p:txBody>
          <a:bodyPr vert="horz" lIns="0" tIns="108000" rIns="0" bIns="0" rtlCol="0">
            <a:noAutofit/>
          </a:bodyPr>
          <a:lstStyle>
            <a:lvl1pPr>
              <a:defRPr lang="en-US" sz="2000" noProof="0" dirty="0"/>
            </a:lvl1pPr>
            <a:lvl2pPr>
              <a:defRPr lang="en-US" sz="1800" noProof="0" dirty="0"/>
            </a:lvl2pPr>
            <a:lvl3pPr>
              <a:defRPr lang="en-US" sz="1600" noProof="0" dirty="0"/>
            </a:lvl3pPr>
            <a:lvl4pPr>
              <a:defRPr lang="en-US" sz="1400" noProof="0" dirty="0"/>
            </a:lvl4pPr>
            <a:lvl5pPr>
              <a:defRPr lang="en-US" sz="1400" noProof="0" dirty="0"/>
            </a:lvl5pPr>
          </a:lstStyle>
          <a:p>
            <a:pPr lvl="0"/>
            <a:r>
              <a:rPr lang="en-US" noProof="0"/>
              <a:t>Edit master text format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 hasCustomPrompt="1"/>
          </p:nvPr>
        </p:nvSpPr>
        <p:spPr bwMode="gray">
          <a:xfrm>
            <a:off x="7791450" y="1998414"/>
            <a:ext cx="3348000" cy="4365972"/>
          </a:xfrm>
          <a:solidFill>
            <a:srgbClr val="FFFFFF">
              <a:alpha val="65098"/>
            </a:srgbClr>
          </a:solidFill>
        </p:spPr>
        <p:txBody>
          <a:bodyPr vert="horz" lIns="0" tIns="108000" rIns="0" bIns="0" rtlCol="0">
            <a:noAutofit/>
          </a:bodyPr>
          <a:lstStyle>
            <a:lvl1pPr>
              <a:defRPr lang="en-US" sz="2000" noProof="0" dirty="0"/>
            </a:lvl1pPr>
            <a:lvl2pPr>
              <a:defRPr lang="en-US" sz="1800" noProof="0" dirty="0"/>
            </a:lvl2pPr>
            <a:lvl3pPr>
              <a:defRPr lang="en-US" sz="1600" noProof="0" dirty="0"/>
            </a:lvl3pPr>
            <a:lvl4pPr>
              <a:defRPr lang="en-US" sz="1400" noProof="0" dirty="0"/>
            </a:lvl4pPr>
            <a:lvl5pPr>
              <a:defRPr lang="en-US" sz="1400" noProof="0" dirty="0"/>
            </a:lvl5pPr>
          </a:lstStyle>
          <a:p>
            <a:pPr lvl="0"/>
            <a:r>
              <a:rPr lang="en-US" noProof="0"/>
              <a:t>Edit master text format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14" hasCustomPrompt="1"/>
          </p:nvPr>
        </p:nvSpPr>
        <p:spPr bwMode="gray">
          <a:xfrm>
            <a:off x="4165725" y="1998414"/>
            <a:ext cx="3348000" cy="4365972"/>
          </a:xfrm>
        </p:spPr>
        <p:txBody>
          <a:bodyPr vert="horz" lIns="0" tIns="108000" rIns="0" bIns="0" rtlCol="0">
            <a:noAutofit/>
          </a:bodyPr>
          <a:lstStyle>
            <a:lvl1pPr>
              <a:defRPr lang="en-US" sz="2000" noProof="0" dirty="0"/>
            </a:lvl1pPr>
            <a:lvl2pPr>
              <a:defRPr lang="en-US" sz="1800" noProof="0" dirty="0"/>
            </a:lvl2pPr>
            <a:lvl3pPr>
              <a:defRPr lang="en-US" sz="1600" noProof="0" dirty="0"/>
            </a:lvl3pPr>
            <a:lvl4pPr>
              <a:defRPr lang="en-US" sz="1400" noProof="0" dirty="0"/>
            </a:lvl4pPr>
            <a:lvl5pPr>
              <a:defRPr lang="en-US" sz="1400" noProof="0" dirty="0"/>
            </a:lvl5pPr>
          </a:lstStyle>
          <a:p>
            <a:pPr lvl="0"/>
            <a:r>
              <a:rPr lang="en-US" noProof="0"/>
              <a:t>Edit master text format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6" hasCustomPrompt="1"/>
          </p:nvPr>
        </p:nvSpPr>
        <p:spPr bwMode="gray">
          <a:xfrm>
            <a:off x="540000" y="1638414"/>
            <a:ext cx="3348000" cy="360000"/>
          </a:xfrm>
          <a:solidFill>
            <a:srgbClr val="F6D800"/>
          </a:solidFill>
        </p:spPr>
        <p:txBody>
          <a:bodyPr vert="horz" lIns="216000" tIns="0" rIns="144000" bIns="0" rtlCol="0" anchor="ctr">
            <a:noAutofit/>
          </a:bodyPr>
          <a:lstStyle>
            <a:lvl1pPr>
              <a:defRPr lang="en-US" sz="2000" b="1" noProof="0">
                <a:latin typeface="+mj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US" noProof="0"/>
              <a:t>Edit master text format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3" hasCustomPrompt="1"/>
          </p:nvPr>
        </p:nvSpPr>
        <p:spPr bwMode="gray">
          <a:xfrm>
            <a:off x="4165725" y="1638414"/>
            <a:ext cx="3348000" cy="360000"/>
          </a:xfrm>
          <a:solidFill>
            <a:srgbClr val="F6D800"/>
          </a:solidFill>
        </p:spPr>
        <p:txBody>
          <a:bodyPr vert="horz" lIns="216000" tIns="0" rIns="144000" bIns="0" rtlCol="0" anchor="ctr">
            <a:noAutofit/>
          </a:bodyPr>
          <a:lstStyle>
            <a:lvl1pPr>
              <a:defRPr lang="en-US" sz="2000" b="1" noProof="0" dirty="0">
                <a:latin typeface="+mj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US" noProof="0"/>
              <a:t>Edit master text format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7791450" y="1638414"/>
            <a:ext cx="3348000" cy="360000"/>
          </a:xfrm>
          <a:solidFill>
            <a:srgbClr val="F6D800"/>
          </a:solidFill>
        </p:spPr>
        <p:txBody>
          <a:bodyPr vert="horz" lIns="216000" tIns="0" rIns="144000" bIns="0" rtlCol="0" anchor="ctr">
            <a:noAutofit/>
          </a:bodyPr>
          <a:lstStyle>
            <a:lvl1pPr>
              <a:defRPr lang="en-US" sz="2000" b="1" noProof="0" dirty="0">
                <a:latin typeface="+mj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US" noProof="0"/>
              <a:t>Edit master text format</a:t>
            </a:r>
          </a:p>
        </p:txBody>
      </p:sp>
    </p:spTree>
    <p:extLst>
      <p:ext uri="{BB962C8B-B14F-4D97-AF65-F5344CB8AC3E}">
        <p14:creationId xmlns:p14="http://schemas.microsoft.com/office/powerpoint/2010/main" val="3171418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x Seperator Dark Red">
    <p:bg>
      <p:bgPr>
        <a:solidFill>
          <a:srgbClr val="941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2ED11E7F-D201-45D2-A15C-22A9EECD3D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2094" y="1126053"/>
            <a:ext cx="2854800" cy="1208072"/>
          </a:xfrm>
          <a:prstGeom prst="rect">
            <a:avLst/>
          </a:prstGeom>
        </p:spPr>
      </p:pic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PDM-IF Winter Workshop - 28th of January &amp; 4th of February 2025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0FD2C4-56EC-4F07-B0B8-CEAC86EF6E31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7" name="Titel 1"/>
          <p:cNvSpPr>
            <a:spLocks noGrp="1"/>
          </p:cNvSpPr>
          <p:nvPr>
            <p:ph type="ctrTitle" hasCustomPrompt="1"/>
          </p:nvPr>
        </p:nvSpPr>
        <p:spPr bwMode="invGray">
          <a:xfrm>
            <a:off x="540000" y="2484000"/>
            <a:ext cx="8971743" cy="1296000"/>
          </a:xfrm>
          <a:ln>
            <a:noFill/>
          </a:ln>
        </p:spPr>
        <p:txBody>
          <a:bodyPr vert="horz" lIns="0" tIns="0" rIns="0" bIns="0" rtlCol="0" anchor="b" anchorCtr="0">
            <a:noAutofit/>
          </a:bodyPr>
          <a:lstStyle>
            <a:lvl1pPr>
              <a:spcBef>
                <a:spcPts val="1000"/>
              </a:spcBef>
              <a:spcAft>
                <a:spcPts val="0"/>
              </a:spcAft>
              <a:defRPr lang="de-DE" sz="4000" b="0" cap="all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marL="0" lvl="0">
              <a:lnSpc>
                <a:spcPct val="80000"/>
              </a:lnSpc>
            </a:pPr>
            <a:r>
              <a:rPr lang="en-US" noProof="0"/>
              <a:t>Click to add title</a:t>
            </a:r>
          </a:p>
        </p:txBody>
      </p:sp>
      <p:sp>
        <p:nvSpPr>
          <p:cNvPr id="8" name="Untertitel 2"/>
          <p:cNvSpPr>
            <a:spLocks noGrp="1"/>
          </p:cNvSpPr>
          <p:nvPr>
            <p:ph type="subTitle" idx="1" hasCustomPrompt="1"/>
          </p:nvPr>
        </p:nvSpPr>
        <p:spPr bwMode="invGray">
          <a:xfrm>
            <a:off x="540000" y="3816000"/>
            <a:ext cx="8971743" cy="792000"/>
          </a:xfrm>
          <a:noFill/>
          <a:ln>
            <a:noFill/>
          </a:ln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80000"/>
              </a:lnSpc>
              <a:spcAft>
                <a:spcPts val="0"/>
              </a:spcAft>
              <a:buNone/>
              <a:defRPr lang="de-DE" sz="2400" b="0" cap="none" noProof="0" dirty="0" smtClean="0">
                <a:solidFill>
                  <a:schemeClr val="bg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pPr marL="0" lvl="0">
              <a:lnSpc>
                <a:spcPct val="80000"/>
              </a:lnSpc>
              <a:spcAft>
                <a:spcPts val="0"/>
              </a:spcAft>
            </a:pPr>
            <a:r>
              <a:rPr lang="en-US" noProof="0"/>
              <a:t>Click to add subtitle</a:t>
            </a:r>
          </a:p>
        </p:txBody>
      </p:sp>
      <p:sp>
        <p:nvSpPr>
          <p:cNvPr id="9" name="Fußzeilenplatzhalter 4">
            <a:extLst>
              <a:ext uri="{FF2B5EF4-FFF2-40B4-BE49-F238E27FC236}">
                <a16:creationId xmlns:a16="http://schemas.microsoft.com/office/drawing/2014/main" id="{D7F475A4-8326-4412-9E6F-42B5AE3E37B0}"/>
              </a:ext>
            </a:extLst>
          </p:cNvPr>
          <p:cNvSpPr txBox="1">
            <a:spLocks/>
          </p:cNvSpPr>
          <p:nvPr userDrawn="1"/>
        </p:nvSpPr>
        <p:spPr>
          <a:xfrm>
            <a:off x="540000" y="6555600"/>
            <a:ext cx="2808000" cy="360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noProof="0">
                <a:solidFill>
                  <a:schemeClr val="bg1"/>
                </a:solidFill>
              </a:rPr>
              <a:t>© CAx Interoperability Forum 2023 | </a:t>
            </a:r>
            <a:r>
              <a:rPr lang="en-US" noProof="1">
                <a:solidFill>
                  <a:schemeClr val="bg1"/>
                </a:solidFill>
              </a:rPr>
              <a:t>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1066056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x Seperator Light Red"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PDM-IF Winter Workshop - 28th of January &amp; 4th of February 2025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0FD2C4-56EC-4F07-B0B8-CEAC86EF6E31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7" name="Titel 1"/>
          <p:cNvSpPr>
            <a:spLocks noGrp="1"/>
          </p:cNvSpPr>
          <p:nvPr>
            <p:ph type="ctrTitle" hasCustomPrompt="1"/>
          </p:nvPr>
        </p:nvSpPr>
        <p:spPr bwMode="invGray">
          <a:xfrm>
            <a:off x="540000" y="2484000"/>
            <a:ext cx="8971743" cy="1296000"/>
          </a:xfrm>
          <a:ln>
            <a:noFill/>
          </a:ln>
        </p:spPr>
        <p:txBody>
          <a:bodyPr vert="horz" lIns="0" tIns="0" rIns="0" bIns="0" rtlCol="0" anchor="b" anchorCtr="0">
            <a:noAutofit/>
          </a:bodyPr>
          <a:lstStyle>
            <a:lvl1pPr>
              <a:spcBef>
                <a:spcPts val="1000"/>
              </a:spcBef>
              <a:spcAft>
                <a:spcPts val="0"/>
              </a:spcAft>
              <a:defRPr lang="de-DE" sz="4000" b="0" cap="all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marL="0" lvl="0">
              <a:lnSpc>
                <a:spcPct val="80000"/>
              </a:lnSpc>
            </a:pPr>
            <a:r>
              <a:rPr lang="en-US" noProof="0"/>
              <a:t>Click to add title</a:t>
            </a:r>
          </a:p>
        </p:txBody>
      </p:sp>
      <p:sp>
        <p:nvSpPr>
          <p:cNvPr id="8" name="Untertitel 2"/>
          <p:cNvSpPr>
            <a:spLocks noGrp="1"/>
          </p:cNvSpPr>
          <p:nvPr>
            <p:ph type="subTitle" idx="1" hasCustomPrompt="1"/>
          </p:nvPr>
        </p:nvSpPr>
        <p:spPr bwMode="invGray">
          <a:xfrm>
            <a:off x="540000" y="3816000"/>
            <a:ext cx="8971743" cy="792000"/>
          </a:xfrm>
          <a:noFill/>
          <a:ln>
            <a:noFill/>
          </a:ln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80000"/>
              </a:lnSpc>
              <a:spcAft>
                <a:spcPts val="0"/>
              </a:spcAft>
              <a:buNone/>
              <a:defRPr lang="de-DE" sz="2400" b="0" cap="none" noProof="0" dirty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pPr marL="0" lvl="0">
              <a:lnSpc>
                <a:spcPct val="80000"/>
              </a:lnSpc>
              <a:spcAft>
                <a:spcPts val="0"/>
              </a:spcAft>
            </a:pPr>
            <a:r>
              <a:rPr lang="en-US" noProof="0"/>
              <a:t>Click to add subtitle</a:t>
            </a:r>
          </a:p>
        </p:txBody>
      </p:sp>
      <p:sp>
        <p:nvSpPr>
          <p:cNvPr id="9" name="Fußzeilenplatzhalter 4">
            <a:extLst>
              <a:ext uri="{FF2B5EF4-FFF2-40B4-BE49-F238E27FC236}">
                <a16:creationId xmlns:a16="http://schemas.microsoft.com/office/drawing/2014/main" id="{D7F475A4-8326-4412-9E6F-42B5AE3E37B0}"/>
              </a:ext>
            </a:extLst>
          </p:cNvPr>
          <p:cNvSpPr txBox="1">
            <a:spLocks/>
          </p:cNvSpPr>
          <p:nvPr userDrawn="1"/>
        </p:nvSpPr>
        <p:spPr>
          <a:xfrm>
            <a:off x="540000" y="6555600"/>
            <a:ext cx="2808000" cy="360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noProof="0">
                <a:solidFill>
                  <a:schemeClr val="tx1"/>
                </a:solidFill>
              </a:rPr>
              <a:t>© CAx Interoperability Forum 2023 | </a:t>
            </a:r>
            <a:r>
              <a:rPr lang="en-US" noProof="1">
                <a:solidFill>
                  <a:schemeClr val="tx1"/>
                </a:solidFill>
              </a:rPr>
              <a:t>All rights reserved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DE1A5E2D-1F5A-4B77-94B3-FB31421E136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2094" y="1126053"/>
            <a:ext cx="2854800" cy="1208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616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Bx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3F8A8387-CD93-458E-9648-94BB16E8E4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43950" y="316279"/>
            <a:ext cx="8502513" cy="3598026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857600" y="3135900"/>
            <a:ext cx="8452800" cy="2253600"/>
          </a:xfrm>
        </p:spPr>
        <p:txBody>
          <a:bodyPr rIns="0" anchor="b" anchorCtr="0">
            <a:noAutofit/>
          </a:bodyPr>
          <a:lstStyle>
            <a:lvl1pPr algn="ctr">
              <a:lnSpc>
                <a:spcPct val="80000"/>
              </a:lnSpc>
              <a:spcBef>
                <a:spcPts val="1000"/>
              </a:spcBef>
              <a:defRPr sz="3600">
                <a:solidFill>
                  <a:srgbClr val="333333"/>
                </a:solidFill>
              </a:defRPr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PDM-IF Winter Workshop - 28th of January &amp; 4th of February 2025</a:t>
            </a:r>
          </a:p>
        </p:txBody>
      </p:sp>
      <p:sp>
        <p:nvSpPr>
          <p:cNvPr id="8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1858174" y="5513091"/>
            <a:ext cx="8454157" cy="540000"/>
          </a:xfrm>
          <a:noFill/>
          <a:ln>
            <a:noFill/>
          </a:ln>
        </p:spPr>
        <p:txBody>
          <a:bodyPr vert="horz" lIns="0" tIns="0" rIns="0" bIns="0" rtlCol="0" anchor="t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400" dirty="0" smtClean="0"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to add subtitle</a:t>
            </a:r>
          </a:p>
        </p:txBody>
      </p:sp>
      <p:pic>
        <p:nvPicPr>
          <p:cNvPr id="10" name="Bild 7" descr="170328_Prostep_Logo_dunkelblau_rgb.png">
            <a:extLst>
              <a:ext uri="{FF2B5EF4-FFF2-40B4-BE49-F238E27FC236}">
                <a16:creationId xmlns:a16="http://schemas.microsoft.com/office/drawing/2014/main" id="{7739213E-6440-4109-8C0A-DE49B356122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7370" y="6261189"/>
            <a:ext cx="876818" cy="474472"/>
          </a:xfrm>
          <a:prstGeom prst="rect">
            <a:avLst/>
          </a:prstGeom>
        </p:spPr>
      </p:pic>
      <p:pic>
        <p:nvPicPr>
          <p:cNvPr id="11" name="Picture 2" descr="C:\Offlinedateien\CAX-IF Projektdoku\Misc\Präsentationen\PDES Logo.png">
            <a:extLst>
              <a:ext uri="{FF2B5EF4-FFF2-40B4-BE49-F238E27FC236}">
                <a16:creationId xmlns:a16="http://schemas.microsoft.com/office/drawing/2014/main" id="{75AA605D-6E17-45C9-8FF8-61213833D719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524267" y="6179021"/>
            <a:ext cx="1625550" cy="638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 21">
            <a:extLst>
              <a:ext uri="{FF2B5EF4-FFF2-40B4-BE49-F238E27FC236}">
                <a16:creationId xmlns:a16="http://schemas.microsoft.com/office/drawing/2014/main" id="{8A36836F-8749-46DF-9F34-5EAB4E57DB9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76225" y="6234107"/>
            <a:ext cx="1360488" cy="52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98360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Bx 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 rIns="0"/>
          <a:lstStyle>
            <a:lvl1pPr>
              <a:defRPr/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PDM-IF Winter Workshop - 28th of January &amp; 4th of February 2025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0FD2C4-56EC-4F07-B0B8-CEAC86EF6E31}" type="slidenum">
              <a:rPr lang="en-US" noProof="0" smtClean="0"/>
              <a:pPr/>
              <a:t>‹Nr.›</a:t>
            </a:fld>
            <a:endParaRPr lang="en-US" noProof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6" hasCustomPrompt="1"/>
          </p:nvPr>
        </p:nvSpPr>
        <p:spPr>
          <a:xfrm>
            <a:off x="540000" y="1029150"/>
            <a:ext cx="10796942" cy="540000"/>
          </a:xfrm>
          <a:ln>
            <a:noFill/>
          </a:ln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98086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Bx Sing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 rIns="0"/>
          <a:lstStyle>
            <a:lvl1pPr>
              <a:defRPr/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PDM-IF Winter Workshop - 28th of January &amp; 4th of February 2025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0FD2C4-56EC-4F07-B0B8-CEAC86EF6E31}" type="slidenum">
              <a:rPr lang="en-US" noProof="0" smtClean="0"/>
              <a:pPr/>
              <a:t>‹Nr.›</a:t>
            </a:fld>
            <a:endParaRPr lang="en-US" noProof="0"/>
          </a:p>
        </p:txBody>
      </p:sp>
      <p:sp>
        <p:nvSpPr>
          <p:cNvPr id="5" name="Textplatzhalter 7"/>
          <p:cNvSpPr>
            <a:spLocks noGrp="1"/>
          </p:cNvSpPr>
          <p:nvPr>
            <p:ph type="body" sz="quarter" idx="15" hasCustomPrompt="1"/>
          </p:nvPr>
        </p:nvSpPr>
        <p:spPr>
          <a:xfrm>
            <a:off x="540002" y="1029150"/>
            <a:ext cx="10605954" cy="541514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lang="de-DE" sz="2000" noProof="0" dirty="0" smtClean="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noProof="0"/>
              <a:t>Click to add subtitle</a:t>
            </a:r>
          </a:p>
        </p:txBody>
      </p:sp>
      <p:sp>
        <p:nvSpPr>
          <p:cNvPr id="7" name="Textplatzhalter 2"/>
          <p:cNvSpPr>
            <a:spLocks noGrp="1"/>
          </p:cNvSpPr>
          <p:nvPr>
            <p:ph idx="1" hasCustomPrompt="1"/>
          </p:nvPr>
        </p:nvSpPr>
        <p:spPr>
          <a:xfrm>
            <a:off x="540000" y="1638414"/>
            <a:ext cx="10604250" cy="4725971"/>
          </a:xfrm>
          <a:prstGeom prst="rect">
            <a:avLst/>
          </a:prstGeom>
          <a:solidFill>
            <a:srgbClr val="FFFFFF">
              <a:alpha val="65098"/>
            </a:srgbClr>
          </a:solidFill>
        </p:spPr>
        <p:txBody>
          <a:bodyPr vert="horz" lIns="0" tIns="0" rIns="0" bIns="0" rtlCol="0">
            <a:noAutofit/>
          </a:bodyPr>
          <a:lstStyle>
            <a:lvl1pPr>
              <a:defRPr lang="en-US" sz="2400" noProof="0" dirty="0"/>
            </a:lvl1pPr>
            <a:lvl2pPr>
              <a:defRPr lang="en-US" sz="2000" noProof="0" dirty="0"/>
            </a:lvl2pPr>
            <a:lvl3pPr>
              <a:defRPr lang="en-US" sz="1800" noProof="0" dirty="0"/>
            </a:lvl3pPr>
            <a:lvl4pPr>
              <a:defRPr lang="en-US" sz="1600" noProof="0" dirty="0"/>
            </a:lvl4pPr>
            <a:lvl5pPr>
              <a:defRPr lang="en-US" sz="1600" noProof="0" dirty="0"/>
            </a:lvl5pPr>
          </a:lstStyle>
          <a:p>
            <a:pPr lvl="0"/>
            <a:r>
              <a:rPr lang="en-US" noProof="0"/>
              <a:t>Edit master text format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66444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Bx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PDM-IF Winter Workshop - 28th of January &amp; 4th of February 2025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0FD2C4-56EC-4F07-B0B8-CEAC86EF6E31}" type="slidenum">
              <a:rPr lang="en-US" noProof="0" smtClean="0"/>
              <a:pPr/>
              <a:t>‹Nr.›</a:t>
            </a:fld>
            <a:endParaRPr lang="en-US" noProof="0"/>
          </a:p>
        </p:txBody>
      </p:sp>
      <p:sp>
        <p:nvSpPr>
          <p:cNvPr id="5" name="Textplatzhalter 7"/>
          <p:cNvSpPr>
            <a:spLocks noGrp="1"/>
          </p:cNvSpPr>
          <p:nvPr>
            <p:ph type="body" sz="quarter" idx="15" hasCustomPrompt="1"/>
          </p:nvPr>
        </p:nvSpPr>
        <p:spPr>
          <a:xfrm>
            <a:off x="540002" y="1029150"/>
            <a:ext cx="10605954" cy="541514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342900" indent="-342900">
              <a:buFont typeface="Arial" panose="020B0604020202020204" pitchFamily="34" charset="0"/>
              <a:buNone/>
              <a:defRPr lang="de-DE" sz="2000" noProof="0" dirty="0" smtClean="0">
                <a:solidFill>
                  <a:schemeClr val="tx1"/>
                </a:solidFill>
              </a:defRPr>
            </a:lvl1pPr>
          </a:lstStyle>
          <a:p>
            <a:pPr marL="0" lvl="0" indent="0"/>
            <a:r>
              <a:rPr lang="en-US" noProof="0"/>
              <a:t>Click to add subtitle</a:t>
            </a:r>
          </a:p>
        </p:txBody>
      </p:sp>
      <p:sp>
        <p:nvSpPr>
          <p:cNvPr id="8" name="Inhaltsplatzhalter 2"/>
          <p:cNvSpPr>
            <a:spLocks noGrp="1"/>
          </p:cNvSpPr>
          <p:nvPr>
            <p:ph idx="1" hasCustomPrompt="1"/>
          </p:nvPr>
        </p:nvSpPr>
        <p:spPr>
          <a:xfrm>
            <a:off x="540002" y="1638414"/>
            <a:ext cx="5108323" cy="4725972"/>
          </a:xfrm>
        </p:spPr>
        <p:txBody>
          <a:bodyPr vert="horz" lIns="0" tIns="0" rIns="0" bIns="0" rtlCol="0">
            <a:noAutofit/>
          </a:bodyPr>
          <a:lstStyle>
            <a:lvl1pPr>
              <a:defRPr lang="de-DE" sz="2400" noProof="0" dirty="0" smtClean="0"/>
            </a:lvl1pPr>
            <a:lvl2pPr>
              <a:defRPr lang="de-DE" sz="2000" noProof="0" dirty="0" smtClean="0"/>
            </a:lvl2pPr>
            <a:lvl3pPr>
              <a:defRPr lang="de-DE" sz="1800" noProof="0" dirty="0" smtClean="0"/>
            </a:lvl3pPr>
            <a:lvl4pPr>
              <a:defRPr lang="de-DE" sz="1600" noProof="0" dirty="0" smtClean="0"/>
            </a:lvl4pPr>
            <a:lvl5pPr>
              <a:defRPr lang="de-DE" sz="1600" noProof="0" dirty="0"/>
            </a:lvl5pPr>
          </a:lstStyle>
          <a:p>
            <a:pPr lvl="0"/>
            <a:r>
              <a:rPr lang="en-US" noProof="0"/>
              <a:t>Edit master text format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Inhaltsplatzhalter 2"/>
          <p:cNvSpPr>
            <a:spLocks noGrp="1"/>
          </p:cNvSpPr>
          <p:nvPr>
            <p:ph idx="14" hasCustomPrompt="1"/>
          </p:nvPr>
        </p:nvSpPr>
        <p:spPr>
          <a:xfrm>
            <a:off x="6036900" y="1638414"/>
            <a:ext cx="5108323" cy="4725972"/>
          </a:xfrm>
          <a:solidFill>
            <a:srgbClr val="FFFFFF">
              <a:alpha val="65098"/>
            </a:srgbClr>
          </a:solidFill>
        </p:spPr>
        <p:txBody>
          <a:bodyPr vert="horz" lIns="0" tIns="0" rIns="0" bIns="0" rtlCol="0">
            <a:noAutofit/>
          </a:bodyPr>
          <a:lstStyle>
            <a:lvl1pPr>
              <a:defRPr lang="de-DE" sz="2400" noProof="0" dirty="0" smtClean="0"/>
            </a:lvl1pPr>
            <a:lvl2pPr>
              <a:defRPr lang="de-DE" sz="2000" noProof="0" dirty="0" smtClean="0"/>
            </a:lvl2pPr>
            <a:lvl3pPr>
              <a:defRPr lang="de-DE" sz="1800" noProof="0" dirty="0" smtClean="0"/>
            </a:lvl3pPr>
            <a:lvl4pPr>
              <a:defRPr lang="de-DE" sz="1600" noProof="0" dirty="0" smtClean="0"/>
            </a:lvl4pPr>
            <a:lvl5pPr>
              <a:defRPr lang="de-DE" sz="1600" noProof="0" dirty="0"/>
            </a:lvl5pPr>
          </a:lstStyle>
          <a:p>
            <a:pPr lvl="0"/>
            <a:r>
              <a:rPr lang="en-US" noProof="0"/>
              <a:t>Edit master text format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5725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Bx Three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PDM-IF Winter Workshop - 28th of January &amp; 4th of February 2025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0FD2C4-56EC-4F07-B0B8-CEAC86EF6E31}" type="slidenum">
              <a:rPr lang="en-US" noProof="0" smtClean="0"/>
              <a:pPr/>
              <a:t>‹Nr.›</a:t>
            </a:fld>
            <a:endParaRPr lang="en-US" noProof="0"/>
          </a:p>
        </p:txBody>
      </p:sp>
      <p:sp>
        <p:nvSpPr>
          <p:cNvPr id="5" name="Textplatzhalter 7"/>
          <p:cNvSpPr>
            <a:spLocks noGrp="1"/>
          </p:cNvSpPr>
          <p:nvPr>
            <p:ph type="body" sz="quarter" idx="15" hasCustomPrompt="1"/>
          </p:nvPr>
        </p:nvSpPr>
        <p:spPr>
          <a:xfrm>
            <a:off x="540001" y="1029150"/>
            <a:ext cx="10607171" cy="541514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230400" indent="-230400">
              <a:buNone/>
              <a:defRPr lang="de-DE" sz="2000" noProof="0" dirty="0" smtClean="0">
                <a:solidFill>
                  <a:schemeClr val="tx1"/>
                </a:solidFill>
              </a:defRPr>
            </a:lvl1pPr>
          </a:lstStyle>
          <a:p>
            <a:pPr marL="0" lvl="0" indent="0"/>
            <a:r>
              <a:rPr lang="en-US" noProof="0"/>
              <a:t>Click to add subtitle</a:t>
            </a:r>
          </a:p>
        </p:txBody>
      </p:sp>
      <p:sp>
        <p:nvSpPr>
          <p:cNvPr id="8" name="Inhaltsplatzhalter 2"/>
          <p:cNvSpPr>
            <a:spLocks noGrp="1"/>
          </p:cNvSpPr>
          <p:nvPr>
            <p:ph idx="1" hasCustomPrompt="1"/>
          </p:nvPr>
        </p:nvSpPr>
        <p:spPr>
          <a:xfrm>
            <a:off x="540001" y="1638414"/>
            <a:ext cx="3317623" cy="4725972"/>
          </a:xfrm>
        </p:spPr>
        <p:txBody>
          <a:bodyPr vert="horz" lIns="0" tIns="0" rIns="0" bIns="0" rtlCol="0">
            <a:noAutofit/>
          </a:bodyPr>
          <a:lstStyle>
            <a:lvl1pPr>
              <a:defRPr lang="de-DE" sz="2400" noProof="0" dirty="0" smtClean="0"/>
            </a:lvl1pPr>
            <a:lvl2pPr>
              <a:defRPr lang="de-DE" sz="2000" noProof="0" dirty="0" smtClean="0"/>
            </a:lvl2pPr>
            <a:lvl3pPr>
              <a:defRPr lang="de-DE" sz="1800" noProof="0" dirty="0" smtClean="0"/>
            </a:lvl3pPr>
            <a:lvl4pPr>
              <a:defRPr lang="de-DE" sz="1600" noProof="0" dirty="0" smtClean="0"/>
            </a:lvl4pPr>
            <a:lvl5pPr>
              <a:defRPr lang="de-DE" sz="1600" noProof="0" dirty="0"/>
            </a:lvl5pPr>
          </a:lstStyle>
          <a:p>
            <a:pPr lvl="0"/>
            <a:r>
              <a:rPr lang="en-US" noProof="0"/>
              <a:t>Edit master text format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Inhaltsplatzhalter 2"/>
          <p:cNvSpPr>
            <a:spLocks noGrp="1"/>
          </p:cNvSpPr>
          <p:nvPr>
            <p:ph idx="14" hasCustomPrompt="1"/>
          </p:nvPr>
        </p:nvSpPr>
        <p:spPr>
          <a:xfrm>
            <a:off x="7829549" y="1638414"/>
            <a:ext cx="3317623" cy="4725972"/>
          </a:xfrm>
          <a:solidFill>
            <a:srgbClr val="FFFFFF">
              <a:alpha val="65098"/>
            </a:srgbClr>
          </a:solidFill>
        </p:spPr>
        <p:txBody>
          <a:bodyPr vert="horz" lIns="0" tIns="0" rIns="0" bIns="0" rtlCol="0">
            <a:noAutofit/>
          </a:bodyPr>
          <a:lstStyle>
            <a:lvl1pPr>
              <a:defRPr lang="de-DE" sz="2400" noProof="0" dirty="0" smtClean="0"/>
            </a:lvl1pPr>
            <a:lvl2pPr>
              <a:defRPr lang="de-DE" sz="2000" noProof="0" dirty="0" smtClean="0"/>
            </a:lvl2pPr>
            <a:lvl3pPr>
              <a:defRPr lang="de-DE" sz="1800" noProof="0" dirty="0" smtClean="0"/>
            </a:lvl3pPr>
            <a:lvl4pPr>
              <a:defRPr lang="de-DE" sz="1600" noProof="0" dirty="0" smtClean="0"/>
            </a:lvl4pPr>
            <a:lvl5pPr>
              <a:defRPr lang="de-DE" sz="1600" noProof="0" dirty="0"/>
            </a:lvl5pPr>
          </a:lstStyle>
          <a:p>
            <a:pPr lvl="0"/>
            <a:r>
              <a:rPr lang="en-US" noProof="0"/>
              <a:t>Edit master text format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Inhaltsplatzhalter 2"/>
          <p:cNvSpPr>
            <a:spLocks noGrp="1"/>
          </p:cNvSpPr>
          <p:nvPr>
            <p:ph idx="16" hasCustomPrompt="1"/>
          </p:nvPr>
        </p:nvSpPr>
        <p:spPr>
          <a:xfrm>
            <a:off x="4184775" y="1638414"/>
            <a:ext cx="3317623" cy="4725972"/>
          </a:xfrm>
        </p:spPr>
        <p:txBody>
          <a:bodyPr vert="horz" lIns="0" tIns="0" rIns="0" bIns="0" rtlCol="0">
            <a:noAutofit/>
          </a:bodyPr>
          <a:lstStyle>
            <a:lvl1pPr>
              <a:defRPr lang="de-DE" sz="2400" noProof="0" dirty="0" smtClean="0"/>
            </a:lvl1pPr>
            <a:lvl2pPr>
              <a:defRPr lang="de-DE" sz="2000" noProof="0" dirty="0" smtClean="0"/>
            </a:lvl2pPr>
            <a:lvl3pPr>
              <a:defRPr lang="de-DE" sz="1800" noProof="0" dirty="0" smtClean="0"/>
            </a:lvl3pPr>
            <a:lvl4pPr>
              <a:defRPr lang="de-DE" sz="1600" noProof="0" dirty="0" smtClean="0"/>
            </a:lvl4pPr>
            <a:lvl5pPr>
              <a:defRPr lang="de-DE" sz="1600" noProof="0" dirty="0"/>
            </a:lvl5pPr>
          </a:lstStyle>
          <a:p>
            <a:pPr lvl="0"/>
            <a:r>
              <a:rPr lang="en-US" noProof="0"/>
              <a:t>Edit master text format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97077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Bx Content + 1/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39998" y="484814"/>
            <a:ext cx="6879975" cy="1069200"/>
          </a:xfrm>
        </p:spPr>
        <p:txBody>
          <a:bodyPr rIns="0"/>
          <a:lstStyle>
            <a:lvl1pPr>
              <a:defRPr/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PDM-IF Winter Workshop - 28th of January &amp; 4th of February 2025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0FD2C4-56EC-4F07-B0B8-CEAC86EF6E31}" type="slidenum">
              <a:rPr lang="en-US" noProof="0" smtClean="0"/>
              <a:pPr/>
              <a:t>‹Nr.›</a:t>
            </a:fld>
            <a:endParaRPr lang="en-US" noProof="0"/>
          </a:p>
        </p:txBody>
      </p:sp>
      <p:sp>
        <p:nvSpPr>
          <p:cNvPr id="5" name="Textplatzhalter 7"/>
          <p:cNvSpPr>
            <a:spLocks noGrp="1"/>
          </p:cNvSpPr>
          <p:nvPr>
            <p:ph type="body" sz="quarter" idx="15" hasCustomPrompt="1"/>
          </p:nvPr>
        </p:nvSpPr>
        <p:spPr>
          <a:xfrm>
            <a:off x="540000" y="1024814"/>
            <a:ext cx="6879975" cy="541514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230400" indent="-230400">
              <a:buNone/>
              <a:defRPr lang="de-DE" sz="2000" noProof="0" dirty="0" smtClean="0">
                <a:solidFill>
                  <a:schemeClr val="tx1"/>
                </a:solidFill>
              </a:defRPr>
            </a:lvl1pPr>
          </a:lstStyle>
          <a:p>
            <a:pPr marL="0" lvl="0" indent="0"/>
            <a:r>
              <a:rPr lang="en-US" noProof="0"/>
              <a:t>Click to add subtitle</a:t>
            </a:r>
          </a:p>
        </p:txBody>
      </p:sp>
      <p:sp>
        <p:nvSpPr>
          <p:cNvPr id="6" name="Textplatzhalter 2"/>
          <p:cNvSpPr>
            <a:spLocks noGrp="1"/>
          </p:cNvSpPr>
          <p:nvPr>
            <p:ph idx="1" hasCustomPrompt="1"/>
          </p:nvPr>
        </p:nvSpPr>
        <p:spPr>
          <a:xfrm>
            <a:off x="540000" y="1649954"/>
            <a:ext cx="6879975" cy="477604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Edit master text format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Bildplatzhalter 5"/>
          <p:cNvSpPr>
            <a:spLocks noGrp="1"/>
          </p:cNvSpPr>
          <p:nvPr>
            <p:ph type="pic" sz="quarter" idx="25" hasCustomPrompt="1"/>
          </p:nvPr>
        </p:nvSpPr>
        <p:spPr>
          <a:xfrm>
            <a:off x="7419976" y="472501"/>
            <a:ext cx="3733800" cy="5953500"/>
          </a:xfrm>
          <a:solidFill>
            <a:schemeClr val="bg1">
              <a:lumMod val="75000"/>
            </a:schemeClr>
          </a:solidFill>
        </p:spPr>
        <p:txBody>
          <a:bodyPr lIns="144000" tIns="144000" rIns="144000" bIns="144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image</a:t>
            </a:r>
          </a:p>
        </p:txBody>
      </p:sp>
    </p:spTree>
    <p:extLst>
      <p:ext uri="{BB962C8B-B14F-4D97-AF65-F5344CB8AC3E}">
        <p14:creationId xmlns:p14="http://schemas.microsoft.com/office/powerpoint/2010/main" val="2656772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Bx Content + 1/2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 rIns="0"/>
          <a:lstStyle>
            <a:lvl1pPr>
              <a:defRPr/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PDM-IF Winter Workshop - 28th of January &amp; 4th of February 2025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0FD2C4-56EC-4F07-B0B8-CEAC86EF6E31}" type="slidenum">
              <a:rPr lang="en-US" noProof="0" smtClean="0"/>
              <a:pPr/>
              <a:t>‹Nr.›</a:t>
            </a:fld>
            <a:endParaRPr lang="en-US" noProof="0"/>
          </a:p>
        </p:txBody>
      </p:sp>
      <p:sp>
        <p:nvSpPr>
          <p:cNvPr id="5" name="Textplatzhalter 7"/>
          <p:cNvSpPr>
            <a:spLocks noGrp="1"/>
          </p:cNvSpPr>
          <p:nvPr>
            <p:ph type="body" sz="quarter" idx="15" hasCustomPrompt="1"/>
          </p:nvPr>
        </p:nvSpPr>
        <p:spPr>
          <a:xfrm>
            <a:off x="540003" y="1029150"/>
            <a:ext cx="10605952" cy="541514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230400" indent="-230400">
              <a:buNone/>
              <a:defRPr lang="de-DE" sz="2000" noProof="0" dirty="0" smtClean="0">
                <a:solidFill>
                  <a:schemeClr val="tx1"/>
                </a:solidFill>
              </a:defRPr>
            </a:lvl1pPr>
          </a:lstStyle>
          <a:p>
            <a:pPr marL="0" lvl="0" indent="0"/>
            <a:r>
              <a:rPr lang="en-US" noProof="0"/>
              <a:t>Click to add subtitle</a:t>
            </a:r>
          </a:p>
        </p:txBody>
      </p:sp>
      <p:sp>
        <p:nvSpPr>
          <p:cNvPr id="7" name="Textplatzhalter 2"/>
          <p:cNvSpPr>
            <a:spLocks noGrp="1"/>
          </p:cNvSpPr>
          <p:nvPr>
            <p:ph idx="1" hasCustomPrompt="1"/>
          </p:nvPr>
        </p:nvSpPr>
        <p:spPr>
          <a:xfrm>
            <a:off x="540000" y="1638414"/>
            <a:ext cx="5220000" cy="472597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/>
            </a:lvl1pPr>
            <a:lvl2pPr>
              <a:defRPr>
                <a:solidFill>
                  <a:schemeClr val="tx1"/>
                </a:solidFill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noProof="0"/>
              <a:t>Edit master text format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Bildplatzhalter 5"/>
          <p:cNvSpPr>
            <a:spLocks noGrp="1"/>
          </p:cNvSpPr>
          <p:nvPr>
            <p:ph type="pic" sz="quarter" idx="32" hasCustomPrompt="1"/>
          </p:nvPr>
        </p:nvSpPr>
        <p:spPr>
          <a:xfrm>
            <a:off x="5924100" y="1638414"/>
            <a:ext cx="5220000" cy="4725972"/>
          </a:xfrm>
          <a:solidFill>
            <a:schemeClr val="bg1">
              <a:lumMod val="75000"/>
            </a:schemeClr>
          </a:solidFill>
        </p:spPr>
        <p:txBody>
          <a:bodyPr lIns="144000" tIns="144000" rIns="144000" bIns="144000"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image</a:t>
            </a:r>
          </a:p>
        </p:txBody>
      </p:sp>
    </p:spTree>
    <p:extLst>
      <p:ext uri="{BB962C8B-B14F-4D97-AF65-F5344CB8AC3E}">
        <p14:creationId xmlns:p14="http://schemas.microsoft.com/office/powerpoint/2010/main" val="396462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Bx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40000" y="493614"/>
            <a:ext cx="10613779" cy="1072386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PDM-IF Winter Workshop - 28th of January &amp; 4th of February 2025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0FD2C4-56EC-4F07-B0B8-CEAC86EF6E31}" type="slidenum">
              <a:rPr lang="en-US" noProof="0" smtClean="0"/>
              <a:pPr/>
              <a:t>‹Nr.›</a:t>
            </a:fld>
            <a:endParaRPr lang="en-US" noProof="0"/>
          </a:p>
        </p:txBody>
      </p:sp>
      <p:sp>
        <p:nvSpPr>
          <p:cNvPr id="5" name="Textplatzhalter 7"/>
          <p:cNvSpPr>
            <a:spLocks noGrp="1"/>
          </p:cNvSpPr>
          <p:nvPr>
            <p:ph type="body" sz="quarter" idx="15" hasCustomPrompt="1"/>
          </p:nvPr>
        </p:nvSpPr>
        <p:spPr>
          <a:xfrm>
            <a:off x="539752" y="1050202"/>
            <a:ext cx="10614024" cy="515798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230400" indent="-230400">
              <a:buNone/>
              <a:defRPr lang="de-DE" sz="2000" noProof="0" dirty="0" smtClean="0">
                <a:solidFill>
                  <a:schemeClr val="tx1"/>
                </a:solidFill>
              </a:defRPr>
            </a:lvl1pPr>
          </a:lstStyle>
          <a:p>
            <a:pPr marL="0" lvl="0" indent="0"/>
            <a:r>
              <a:rPr lang="en-US" noProof="0"/>
              <a:t>Click to add subtitle</a:t>
            </a:r>
          </a:p>
        </p:txBody>
      </p:sp>
      <p:sp>
        <p:nvSpPr>
          <p:cNvPr id="6" name="Bildplatzhalter 5"/>
          <p:cNvSpPr>
            <a:spLocks noGrp="1"/>
          </p:cNvSpPr>
          <p:nvPr>
            <p:ph type="pic" sz="quarter" idx="31" hasCustomPrompt="1"/>
          </p:nvPr>
        </p:nvSpPr>
        <p:spPr>
          <a:xfrm>
            <a:off x="539750" y="1638414"/>
            <a:ext cx="10614025" cy="4725972"/>
          </a:xfrm>
          <a:solidFill>
            <a:schemeClr val="bg1">
              <a:lumMod val="75000"/>
            </a:schemeClr>
          </a:solidFill>
        </p:spPr>
        <p:txBody>
          <a:bodyPr lIns="144000" tIns="144000" rIns="144000" bIns="144000"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image</a:t>
            </a:r>
          </a:p>
        </p:txBody>
      </p:sp>
    </p:spTree>
    <p:extLst>
      <p:ext uri="{BB962C8B-B14F-4D97-AF65-F5344CB8AC3E}">
        <p14:creationId xmlns:p14="http://schemas.microsoft.com/office/powerpoint/2010/main" val="2842947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Bx Comparison 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40000" y="493614"/>
            <a:ext cx="10602599" cy="1072386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PDM-IF Winter Workshop - 28th of January &amp; 4th of February 2025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0FD2C4-56EC-4F07-B0B8-CEAC86EF6E31}" type="slidenum">
              <a:rPr lang="en-US" noProof="0" smtClean="0"/>
              <a:pPr/>
              <a:t>‹Nr.›</a:t>
            </a:fld>
            <a:endParaRPr lang="en-US" noProof="0"/>
          </a:p>
        </p:txBody>
      </p:sp>
      <p:sp>
        <p:nvSpPr>
          <p:cNvPr id="5" name="Textplatzhalter 7"/>
          <p:cNvSpPr>
            <a:spLocks noGrp="1"/>
          </p:cNvSpPr>
          <p:nvPr>
            <p:ph type="body" sz="quarter" idx="15" hasCustomPrompt="1"/>
          </p:nvPr>
        </p:nvSpPr>
        <p:spPr>
          <a:xfrm>
            <a:off x="540003" y="1029150"/>
            <a:ext cx="10602597" cy="541514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342900" indent="-342900">
              <a:buFont typeface="Arial" panose="020B0604020202020204" pitchFamily="34" charset="0"/>
              <a:buNone/>
              <a:defRPr lang="de-DE" sz="2000" noProof="0" dirty="0" smtClean="0">
                <a:solidFill>
                  <a:schemeClr val="tx1"/>
                </a:solidFill>
              </a:defRPr>
            </a:lvl1pPr>
          </a:lstStyle>
          <a:p>
            <a:pPr marL="0" lvl="0" indent="0"/>
            <a:r>
              <a:rPr lang="en-US" noProof="0"/>
              <a:t>Click to add subtitle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idx="1" hasCustomPrompt="1"/>
          </p:nvPr>
        </p:nvSpPr>
        <p:spPr bwMode="gray">
          <a:xfrm>
            <a:off x="540000" y="1638414"/>
            <a:ext cx="5220000" cy="360000"/>
          </a:xfrm>
          <a:solidFill>
            <a:srgbClr val="F6D800"/>
          </a:solidFill>
        </p:spPr>
        <p:txBody>
          <a:bodyPr vert="horz" lIns="216000" tIns="0" rIns="144000" bIns="0" rtlCol="0" anchor="ctr">
            <a:noAutofit/>
          </a:bodyPr>
          <a:lstStyle>
            <a:lvl1pPr>
              <a:defRPr lang="en-US" sz="2000" b="1" noProof="0">
                <a:latin typeface="+mj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US" noProof="0"/>
              <a:t>Edit master text format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 hasCustomPrompt="1"/>
          </p:nvPr>
        </p:nvSpPr>
        <p:spPr bwMode="gray">
          <a:xfrm>
            <a:off x="540000" y="1998414"/>
            <a:ext cx="5220000" cy="4365972"/>
          </a:xfrm>
        </p:spPr>
        <p:txBody>
          <a:bodyPr vert="horz" lIns="0" tIns="108000" rIns="0" bIns="0" rtlCol="0">
            <a:noAutofit/>
          </a:bodyPr>
          <a:lstStyle>
            <a:lvl1pPr>
              <a:defRPr lang="en-US" sz="2000" noProof="0" dirty="0"/>
            </a:lvl1pPr>
            <a:lvl2pPr>
              <a:defRPr lang="en-US" sz="1800" noProof="0" dirty="0"/>
            </a:lvl2pPr>
            <a:lvl3pPr>
              <a:defRPr lang="en-US" sz="1600" noProof="0" dirty="0"/>
            </a:lvl3pPr>
            <a:lvl4pPr>
              <a:defRPr lang="en-US" sz="1400" noProof="0" dirty="0"/>
            </a:lvl4pPr>
            <a:lvl5pPr>
              <a:defRPr lang="en-US" sz="1400" noProof="0" dirty="0"/>
            </a:lvl5pPr>
          </a:lstStyle>
          <a:p>
            <a:pPr lvl="0"/>
            <a:r>
              <a:rPr lang="en-US" noProof="0"/>
              <a:t>Edit master text format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3" hasCustomPrompt="1"/>
          </p:nvPr>
        </p:nvSpPr>
        <p:spPr bwMode="gray">
          <a:xfrm>
            <a:off x="5922600" y="1638414"/>
            <a:ext cx="5220000" cy="360000"/>
          </a:xfrm>
          <a:solidFill>
            <a:srgbClr val="F6D800"/>
          </a:solidFill>
        </p:spPr>
        <p:txBody>
          <a:bodyPr vert="horz" lIns="216000" tIns="0" rIns="144000" bIns="0" rtlCol="0" anchor="ctr">
            <a:noAutofit/>
          </a:bodyPr>
          <a:lstStyle>
            <a:lvl1pPr>
              <a:defRPr lang="en-US" sz="2000" b="1" noProof="0" dirty="0">
                <a:latin typeface="+mj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US" noProof="0"/>
              <a:t>Edit master text format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6" hasCustomPrompt="1"/>
          </p:nvPr>
        </p:nvSpPr>
        <p:spPr bwMode="gray">
          <a:xfrm>
            <a:off x="5922600" y="1998414"/>
            <a:ext cx="5220000" cy="4365972"/>
          </a:xfrm>
          <a:solidFill>
            <a:srgbClr val="FFFFFF">
              <a:alpha val="65098"/>
            </a:srgbClr>
          </a:solidFill>
        </p:spPr>
        <p:txBody>
          <a:bodyPr vert="horz" lIns="0" tIns="108000" rIns="0" bIns="0" rtlCol="0">
            <a:noAutofit/>
          </a:bodyPr>
          <a:lstStyle>
            <a:lvl1pPr>
              <a:defRPr lang="en-US" sz="2000" noProof="0" dirty="0"/>
            </a:lvl1pPr>
            <a:lvl2pPr>
              <a:defRPr lang="en-US" sz="1800" noProof="0" dirty="0"/>
            </a:lvl2pPr>
            <a:lvl3pPr>
              <a:defRPr lang="en-US" sz="1600" noProof="0" dirty="0"/>
            </a:lvl3pPr>
            <a:lvl4pPr>
              <a:defRPr lang="en-US" sz="1400" noProof="0" dirty="0"/>
            </a:lvl4pPr>
            <a:lvl5pPr>
              <a:defRPr lang="en-US" sz="1400" noProof="0" dirty="0"/>
            </a:lvl5pPr>
          </a:lstStyle>
          <a:p>
            <a:pPr lvl="0"/>
            <a:r>
              <a:rPr lang="en-US" noProof="0"/>
              <a:t>Edit master text format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51776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Bx Comparison x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40000" y="493614"/>
            <a:ext cx="10599450" cy="1072386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PDM-IF Winter Workshop - 28th of January &amp; 4th of February 2025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0FD2C4-56EC-4F07-B0B8-CEAC86EF6E31}" type="slidenum">
              <a:rPr lang="en-US" noProof="0" smtClean="0"/>
              <a:pPr/>
              <a:t>‹Nr.›</a:t>
            </a:fld>
            <a:endParaRPr lang="en-US" noProof="0"/>
          </a:p>
        </p:txBody>
      </p:sp>
      <p:sp>
        <p:nvSpPr>
          <p:cNvPr id="5" name="Textplatzhalter 7"/>
          <p:cNvSpPr>
            <a:spLocks noGrp="1"/>
          </p:cNvSpPr>
          <p:nvPr>
            <p:ph type="body" sz="quarter" idx="15" hasCustomPrompt="1"/>
          </p:nvPr>
        </p:nvSpPr>
        <p:spPr>
          <a:xfrm>
            <a:off x="540003" y="1029150"/>
            <a:ext cx="10599448" cy="541514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230400" indent="-230400">
              <a:buNone/>
              <a:defRPr lang="de-DE" sz="2000" noProof="0" dirty="0" smtClean="0">
                <a:solidFill>
                  <a:schemeClr val="tx1"/>
                </a:solidFill>
              </a:defRPr>
            </a:lvl1pPr>
          </a:lstStyle>
          <a:p>
            <a:pPr marL="0" lvl="0" indent="0"/>
            <a:r>
              <a:rPr lang="en-US" noProof="0"/>
              <a:t>Click to add subtitle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540000" y="1998414"/>
            <a:ext cx="3348000" cy="4365972"/>
          </a:xfrm>
        </p:spPr>
        <p:txBody>
          <a:bodyPr vert="horz" lIns="0" tIns="108000" rIns="0" bIns="0" rtlCol="0">
            <a:noAutofit/>
          </a:bodyPr>
          <a:lstStyle>
            <a:lvl1pPr>
              <a:defRPr lang="en-US" sz="2000" noProof="0" dirty="0"/>
            </a:lvl1pPr>
            <a:lvl2pPr>
              <a:defRPr lang="en-US" sz="1800" noProof="0" dirty="0"/>
            </a:lvl2pPr>
            <a:lvl3pPr>
              <a:defRPr lang="en-US" sz="1600" noProof="0" dirty="0"/>
            </a:lvl3pPr>
            <a:lvl4pPr>
              <a:defRPr lang="en-US" sz="1400" noProof="0" dirty="0"/>
            </a:lvl4pPr>
            <a:lvl5pPr>
              <a:defRPr lang="en-US" sz="1400" noProof="0" dirty="0"/>
            </a:lvl5pPr>
          </a:lstStyle>
          <a:p>
            <a:pPr lvl="0"/>
            <a:r>
              <a:rPr lang="en-US" noProof="0"/>
              <a:t>Edit master text format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 hasCustomPrompt="1"/>
          </p:nvPr>
        </p:nvSpPr>
        <p:spPr bwMode="gray">
          <a:xfrm>
            <a:off x="7791450" y="1998414"/>
            <a:ext cx="3348000" cy="4365972"/>
          </a:xfrm>
          <a:solidFill>
            <a:srgbClr val="FFFFFF">
              <a:alpha val="65098"/>
            </a:srgbClr>
          </a:solidFill>
        </p:spPr>
        <p:txBody>
          <a:bodyPr vert="horz" lIns="0" tIns="108000" rIns="0" bIns="0" rtlCol="0">
            <a:noAutofit/>
          </a:bodyPr>
          <a:lstStyle>
            <a:lvl1pPr>
              <a:defRPr lang="en-US" sz="2000" noProof="0" dirty="0"/>
            </a:lvl1pPr>
            <a:lvl2pPr>
              <a:defRPr lang="en-US" sz="1800" noProof="0" dirty="0"/>
            </a:lvl2pPr>
            <a:lvl3pPr>
              <a:defRPr lang="en-US" sz="1600" noProof="0" dirty="0"/>
            </a:lvl3pPr>
            <a:lvl4pPr>
              <a:defRPr lang="en-US" sz="1400" noProof="0" dirty="0"/>
            </a:lvl4pPr>
            <a:lvl5pPr>
              <a:defRPr lang="en-US" sz="1400" noProof="0" dirty="0"/>
            </a:lvl5pPr>
          </a:lstStyle>
          <a:p>
            <a:pPr lvl="0"/>
            <a:r>
              <a:rPr lang="en-US" noProof="0"/>
              <a:t>Edit master text format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14" hasCustomPrompt="1"/>
          </p:nvPr>
        </p:nvSpPr>
        <p:spPr bwMode="gray">
          <a:xfrm>
            <a:off x="4165725" y="1998414"/>
            <a:ext cx="3348000" cy="4365972"/>
          </a:xfrm>
        </p:spPr>
        <p:txBody>
          <a:bodyPr vert="horz" lIns="0" tIns="108000" rIns="0" bIns="0" rtlCol="0">
            <a:noAutofit/>
          </a:bodyPr>
          <a:lstStyle>
            <a:lvl1pPr>
              <a:defRPr lang="en-US" sz="2000" noProof="0" dirty="0"/>
            </a:lvl1pPr>
            <a:lvl2pPr>
              <a:defRPr lang="en-US" sz="1800" noProof="0" dirty="0"/>
            </a:lvl2pPr>
            <a:lvl3pPr>
              <a:defRPr lang="en-US" sz="1600" noProof="0" dirty="0"/>
            </a:lvl3pPr>
            <a:lvl4pPr>
              <a:defRPr lang="en-US" sz="1400" noProof="0" dirty="0"/>
            </a:lvl4pPr>
            <a:lvl5pPr>
              <a:defRPr lang="en-US" sz="1400" noProof="0" dirty="0"/>
            </a:lvl5pPr>
          </a:lstStyle>
          <a:p>
            <a:pPr lvl="0"/>
            <a:r>
              <a:rPr lang="en-US" noProof="0"/>
              <a:t>Edit master text format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6" hasCustomPrompt="1"/>
          </p:nvPr>
        </p:nvSpPr>
        <p:spPr bwMode="gray">
          <a:xfrm>
            <a:off x="540000" y="1638414"/>
            <a:ext cx="3348000" cy="360000"/>
          </a:xfrm>
          <a:solidFill>
            <a:srgbClr val="F6D800"/>
          </a:solidFill>
        </p:spPr>
        <p:txBody>
          <a:bodyPr vert="horz" lIns="216000" tIns="0" rIns="144000" bIns="0" rtlCol="0" anchor="ctr">
            <a:noAutofit/>
          </a:bodyPr>
          <a:lstStyle>
            <a:lvl1pPr>
              <a:defRPr lang="en-US" sz="2000" b="1" noProof="0">
                <a:latin typeface="+mj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US" noProof="0"/>
              <a:t>Edit master text format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3" hasCustomPrompt="1"/>
          </p:nvPr>
        </p:nvSpPr>
        <p:spPr bwMode="gray">
          <a:xfrm>
            <a:off x="4165725" y="1638414"/>
            <a:ext cx="3348000" cy="360000"/>
          </a:xfrm>
          <a:solidFill>
            <a:srgbClr val="F6D800"/>
          </a:solidFill>
        </p:spPr>
        <p:txBody>
          <a:bodyPr vert="horz" lIns="216000" tIns="0" rIns="144000" bIns="0" rtlCol="0" anchor="ctr">
            <a:noAutofit/>
          </a:bodyPr>
          <a:lstStyle>
            <a:lvl1pPr>
              <a:defRPr lang="en-US" sz="2000" b="1" noProof="0" dirty="0">
                <a:latin typeface="+mj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US" noProof="0"/>
              <a:t>Edit master text format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7791450" y="1638414"/>
            <a:ext cx="3348000" cy="360000"/>
          </a:xfrm>
          <a:solidFill>
            <a:srgbClr val="F6D800"/>
          </a:solidFill>
        </p:spPr>
        <p:txBody>
          <a:bodyPr vert="horz" lIns="216000" tIns="0" rIns="144000" bIns="0" rtlCol="0" anchor="ctr">
            <a:noAutofit/>
          </a:bodyPr>
          <a:lstStyle>
            <a:lvl1pPr>
              <a:defRPr lang="en-US" sz="2000" b="1" noProof="0" dirty="0">
                <a:latin typeface="+mj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US" noProof="0"/>
              <a:t>Edit master text format</a:t>
            </a:r>
          </a:p>
        </p:txBody>
      </p:sp>
    </p:spTree>
    <p:extLst>
      <p:ext uri="{BB962C8B-B14F-4D97-AF65-F5344CB8AC3E}">
        <p14:creationId xmlns:p14="http://schemas.microsoft.com/office/powerpoint/2010/main" val="518000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Bx Seperator Gre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DFC60A05-9C72-4856-AF0C-5F3F83361A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2094" y="1124744"/>
            <a:ext cx="2854801" cy="1208072"/>
          </a:xfrm>
          <a:prstGeom prst="rect">
            <a:avLst/>
          </a:prstGeom>
        </p:spPr>
      </p:pic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PDM-IF Winter Workshop - 28th of January &amp; 4th of February 2025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0FD2C4-56EC-4F07-B0B8-CEAC86EF6E31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7" name="Titel 1"/>
          <p:cNvSpPr>
            <a:spLocks noGrp="1"/>
          </p:cNvSpPr>
          <p:nvPr>
            <p:ph type="ctrTitle" hasCustomPrompt="1"/>
          </p:nvPr>
        </p:nvSpPr>
        <p:spPr bwMode="invGray">
          <a:xfrm>
            <a:off x="540000" y="2484000"/>
            <a:ext cx="8971743" cy="1296000"/>
          </a:xfrm>
          <a:ln>
            <a:noFill/>
          </a:ln>
        </p:spPr>
        <p:txBody>
          <a:bodyPr vert="horz" lIns="0" tIns="0" rIns="0" bIns="0" rtlCol="0" anchor="b" anchorCtr="0">
            <a:noAutofit/>
          </a:bodyPr>
          <a:lstStyle>
            <a:lvl1pPr>
              <a:spcBef>
                <a:spcPts val="1000"/>
              </a:spcBef>
              <a:spcAft>
                <a:spcPts val="0"/>
              </a:spcAft>
              <a:defRPr lang="de-DE" sz="4000" b="0" cap="all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marL="0" lvl="0">
              <a:lnSpc>
                <a:spcPct val="80000"/>
              </a:lnSpc>
            </a:pPr>
            <a:r>
              <a:rPr lang="en-US" noProof="0"/>
              <a:t>Click to add title</a:t>
            </a:r>
          </a:p>
        </p:txBody>
      </p:sp>
      <p:sp>
        <p:nvSpPr>
          <p:cNvPr id="8" name="Untertitel 2"/>
          <p:cNvSpPr>
            <a:spLocks noGrp="1"/>
          </p:cNvSpPr>
          <p:nvPr>
            <p:ph type="subTitle" idx="1" hasCustomPrompt="1"/>
          </p:nvPr>
        </p:nvSpPr>
        <p:spPr bwMode="invGray">
          <a:xfrm>
            <a:off x="540000" y="3816000"/>
            <a:ext cx="8971743" cy="792000"/>
          </a:xfrm>
          <a:noFill/>
          <a:ln>
            <a:noFill/>
          </a:ln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80000"/>
              </a:lnSpc>
              <a:spcAft>
                <a:spcPts val="0"/>
              </a:spcAft>
              <a:buNone/>
              <a:defRPr lang="de-DE" sz="2400" b="0" cap="none" noProof="0" dirty="0" smtClean="0">
                <a:solidFill>
                  <a:schemeClr val="bg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pPr marL="0" lvl="0">
              <a:lnSpc>
                <a:spcPct val="80000"/>
              </a:lnSpc>
              <a:spcAft>
                <a:spcPts val="0"/>
              </a:spcAft>
            </a:pPr>
            <a:r>
              <a:rPr lang="en-US" noProof="0"/>
              <a:t>Click to add subtitle</a:t>
            </a:r>
          </a:p>
        </p:txBody>
      </p:sp>
      <p:sp>
        <p:nvSpPr>
          <p:cNvPr id="9" name="Fußzeilenplatzhalter 4">
            <a:extLst>
              <a:ext uri="{FF2B5EF4-FFF2-40B4-BE49-F238E27FC236}">
                <a16:creationId xmlns:a16="http://schemas.microsoft.com/office/drawing/2014/main" id="{D7F475A4-8326-4412-9E6F-42B5AE3E37B0}"/>
              </a:ext>
            </a:extLst>
          </p:cNvPr>
          <p:cNvSpPr txBox="1">
            <a:spLocks/>
          </p:cNvSpPr>
          <p:nvPr userDrawn="1"/>
        </p:nvSpPr>
        <p:spPr>
          <a:xfrm>
            <a:off x="540000" y="6555600"/>
            <a:ext cx="2808000" cy="360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noProof="0">
                <a:solidFill>
                  <a:schemeClr val="bg1"/>
                </a:solidFill>
              </a:rPr>
              <a:t>© </a:t>
            </a:r>
            <a:r>
              <a:rPr lang="en-US" noProof="0" err="1">
                <a:solidFill>
                  <a:schemeClr val="bg1"/>
                </a:solidFill>
              </a:rPr>
              <a:t>MBx</a:t>
            </a:r>
            <a:r>
              <a:rPr lang="en-US" noProof="0">
                <a:solidFill>
                  <a:schemeClr val="bg1"/>
                </a:solidFill>
              </a:rPr>
              <a:t> Interoperability Forum 2023 | </a:t>
            </a:r>
            <a:r>
              <a:rPr lang="en-US" noProof="1">
                <a:solidFill>
                  <a:schemeClr val="bg1"/>
                </a:solidFill>
              </a:rPr>
              <a:t>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309351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Bx Seperator Yellow">
    <p:bg>
      <p:bgPr>
        <a:solidFill>
          <a:srgbClr val="F6D8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PDM-IF Winter Workshop - 28th of January &amp; 4th of February 2025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0FD2C4-56EC-4F07-B0B8-CEAC86EF6E31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7" name="Titel 1"/>
          <p:cNvSpPr>
            <a:spLocks noGrp="1"/>
          </p:cNvSpPr>
          <p:nvPr>
            <p:ph type="ctrTitle" hasCustomPrompt="1"/>
          </p:nvPr>
        </p:nvSpPr>
        <p:spPr bwMode="invGray">
          <a:xfrm>
            <a:off x="540000" y="2484000"/>
            <a:ext cx="8971743" cy="1296000"/>
          </a:xfrm>
          <a:ln>
            <a:noFill/>
          </a:ln>
        </p:spPr>
        <p:txBody>
          <a:bodyPr vert="horz" lIns="0" tIns="0" rIns="0" bIns="0" rtlCol="0" anchor="b" anchorCtr="0">
            <a:noAutofit/>
          </a:bodyPr>
          <a:lstStyle>
            <a:lvl1pPr>
              <a:spcBef>
                <a:spcPts val="1000"/>
              </a:spcBef>
              <a:spcAft>
                <a:spcPts val="0"/>
              </a:spcAft>
              <a:defRPr lang="de-DE" sz="4000" b="0" cap="all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marL="0" lvl="0">
              <a:lnSpc>
                <a:spcPct val="80000"/>
              </a:lnSpc>
            </a:pPr>
            <a:r>
              <a:rPr lang="en-US" noProof="0"/>
              <a:t>Click to add title</a:t>
            </a:r>
          </a:p>
        </p:txBody>
      </p:sp>
      <p:sp>
        <p:nvSpPr>
          <p:cNvPr id="8" name="Untertitel 2"/>
          <p:cNvSpPr>
            <a:spLocks noGrp="1"/>
          </p:cNvSpPr>
          <p:nvPr>
            <p:ph type="subTitle" idx="1" hasCustomPrompt="1"/>
          </p:nvPr>
        </p:nvSpPr>
        <p:spPr bwMode="invGray">
          <a:xfrm>
            <a:off x="540000" y="3816000"/>
            <a:ext cx="8971743" cy="792000"/>
          </a:xfrm>
          <a:noFill/>
          <a:ln>
            <a:noFill/>
          </a:ln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80000"/>
              </a:lnSpc>
              <a:spcAft>
                <a:spcPts val="0"/>
              </a:spcAft>
              <a:buNone/>
              <a:defRPr lang="de-DE" sz="2400" b="0" cap="none" noProof="0" dirty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pPr marL="0" lvl="0">
              <a:lnSpc>
                <a:spcPct val="80000"/>
              </a:lnSpc>
              <a:spcAft>
                <a:spcPts val="0"/>
              </a:spcAft>
            </a:pPr>
            <a:r>
              <a:rPr lang="en-US" noProof="0"/>
              <a:t>Click to add subtitle</a:t>
            </a:r>
          </a:p>
        </p:txBody>
      </p:sp>
      <p:sp>
        <p:nvSpPr>
          <p:cNvPr id="9" name="Fußzeilenplatzhalter 4">
            <a:extLst>
              <a:ext uri="{FF2B5EF4-FFF2-40B4-BE49-F238E27FC236}">
                <a16:creationId xmlns:a16="http://schemas.microsoft.com/office/drawing/2014/main" id="{D7F475A4-8326-4412-9E6F-42B5AE3E37B0}"/>
              </a:ext>
            </a:extLst>
          </p:cNvPr>
          <p:cNvSpPr txBox="1">
            <a:spLocks/>
          </p:cNvSpPr>
          <p:nvPr userDrawn="1"/>
        </p:nvSpPr>
        <p:spPr>
          <a:xfrm>
            <a:off x="540000" y="6555600"/>
            <a:ext cx="2808000" cy="360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noProof="0">
                <a:solidFill>
                  <a:schemeClr val="tx1"/>
                </a:solidFill>
              </a:rPr>
              <a:t>© </a:t>
            </a:r>
            <a:r>
              <a:rPr lang="en-US" noProof="0" err="1">
                <a:solidFill>
                  <a:schemeClr val="tx1"/>
                </a:solidFill>
              </a:rPr>
              <a:t>MBx</a:t>
            </a:r>
            <a:r>
              <a:rPr lang="en-US" noProof="0">
                <a:solidFill>
                  <a:schemeClr val="tx1"/>
                </a:solidFill>
              </a:rPr>
              <a:t> Interoperability Forum 2023 | </a:t>
            </a:r>
            <a:r>
              <a:rPr lang="en-US" noProof="1">
                <a:solidFill>
                  <a:schemeClr val="tx1"/>
                </a:solidFill>
              </a:rPr>
              <a:t>All rights reserved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C198A3F5-46F5-48FA-A049-11DFDDE97EC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2094" y="1124744"/>
            <a:ext cx="2854801" cy="1208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814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DM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93DC81A9-6553-121E-A57E-ED67BB7028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42135" y="311882"/>
            <a:ext cx="8492023" cy="3598026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857600" y="3135900"/>
            <a:ext cx="8452800" cy="2253600"/>
          </a:xfrm>
        </p:spPr>
        <p:txBody>
          <a:bodyPr rIns="0" anchor="b" anchorCtr="0">
            <a:noAutofit/>
          </a:bodyPr>
          <a:lstStyle>
            <a:lvl1pPr algn="ctr">
              <a:lnSpc>
                <a:spcPct val="80000"/>
              </a:lnSpc>
              <a:spcBef>
                <a:spcPts val="1000"/>
              </a:spcBef>
              <a:defRPr sz="3600"/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PDM-IF Winter Workshop - 28th of January &amp; 4th of February 2025</a:t>
            </a:r>
          </a:p>
        </p:txBody>
      </p:sp>
      <p:sp>
        <p:nvSpPr>
          <p:cNvPr id="8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1858174" y="5513091"/>
            <a:ext cx="8454157" cy="540000"/>
          </a:xfrm>
          <a:noFill/>
          <a:ln>
            <a:noFill/>
          </a:ln>
        </p:spPr>
        <p:txBody>
          <a:bodyPr vert="horz" lIns="0" tIns="0" rIns="0" bIns="0" rtlCol="0" anchor="t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400" dirty="0" smtClean="0"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to add subtitle</a:t>
            </a:r>
          </a:p>
        </p:txBody>
      </p:sp>
      <p:pic>
        <p:nvPicPr>
          <p:cNvPr id="10" name="Bild 7" descr="170328_Prostep_Logo_dunkelblau_rgb.png">
            <a:extLst>
              <a:ext uri="{FF2B5EF4-FFF2-40B4-BE49-F238E27FC236}">
                <a16:creationId xmlns:a16="http://schemas.microsoft.com/office/drawing/2014/main" id="{7739213E-6440-4109-8C0A-DE49B356122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7370" y="6261189"/>
            <a:ext cx="876818" cy="4744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6FFC354-8D07-46D8-4EB0-DFC364EFA44B}"/>
              </a:ext>
            </a:extLst>
          </p:cNvPr>
          <p:cNvSpPr txBox="1"/>
          <p:nvPr userDrawn="1"/>
        </p:nvSpPr>
        <p:spPr>
          <a:xfrm>
            <a:off x="4505821" y="6441929"/>
            <a:ext cx="3180358" cy="215444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1400" i="0" noProof="1">
                <a:latin typeface="Consolas" panose="020B0609020204030204" pitchFamily="49" charset="0"/>
                <a:cs typeface="Consolas" panose="020B0609020204030204" pitchFamily="49" charset="0"/>
              </a:rPr>
              <a:t>https://www.mbx-if.org/home/pdm/</a:t>
            </a:r>
          </a:p>
        </p:txBody>
      </p:sp>
      <p:pic>
        <p:nvPicPr>
          <p:cNvPr id="6" name="Picture 2" descr="C:\Users\Klier\Desktop\logo-afnet-2.png">
            <a:extLst>
              <a:ext uri="{FF2B5EF4-FFF2-40B4-BE49-F238E27FC236}">
                <a16:creationId xmlns:a16="http://schemas.microsoft.com/office/drawing/2014/main" id="{FBC02B3E-6C88-0E9F-BB83-427BF7C4B5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224" y="6386459"/>
            <a:ext cx="1402611" cy="331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0923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DM 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 rIns="0"/>
          <a:lstStyle>
            <a:lvl1pPr>
              <a:defRPr/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PDM-IF Winter Workshop - 28th of January &amp; 4th of February 2025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0FD2C4-56EC-4F07-B0B8-CEAC86EF6E31}" type="slidenum">
              <a:rPr lang="en-US" noProof="0" smtClean="0"/>
              <a:pPr/>
              <a:t>‹Nr.›</a:t>
            </a:fld>
            <a:endParaRPr lang="en-US" noProof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6" hasCustomPrompt="1"/>
          </p:nvPr>
        </p:nvSpPr>
        <p:spPr>
          <a:xfrm>
            <a:off x="540000" y="1029150"/>
            <a:ext cx="10796942" cy="540000"/>
          </a:xfrm>
          <a:ln>
            <a:noFill/>
          </a:ln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996518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DM Sing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 rIns="0"/>
          <a:lstStyle>
            <a:lvl1pPr>
              <a:defRPr/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PDM-IF Winter Workshop - 28th of January &amp; 4th of February 2025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0FD2C4-56EC-4F07-B0B8-CEAC86EF6E31}" type="slidenum">
              <a:rPr lang="en-US" noProof="0" smtClean="0"/>
              <a:pPr/>
              <a:t>‹Nr.›</a:t>
            </a:fld>
            <a:endParaRPr lang="en-US" noProof="0"/>
          </a:p>
        </p:txBody>
      </p:sp>
      <p:sp>
        <p:nvSpPr>
          <p:cNvPr id="5" name="Textplatzhalter 7"/>
          <p:cNvSpPr>
            <a:spLocks noGrp="1"/>
          </p:cNvSpPr>
          <p:nvPr>
            <p:ph type="body" sz="quarter" idx="15" hasCustomPrompt="1"/>
          </p:nvPr>
        </p:nvSpPr>
        <p:spPr>
          <a:xfrm>
            <a:off x="540002" y="1029150"/>
            <a:ext cx="10605954" cy="541514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lang="de-DE" sz="2000" noProof="0" dirty="0" smtClean="0">
                <a:solidFill>
                  <a:schemeClr val="accent3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noProof="0"/>
              <a:t>Click to add subtitle</a:t>
            </a:r>
          </a:p>
        </p:txBody>
      </p:sp>
      <p:sp>
        <p:nvSpPr>
          <p:cNvPr id="7" name="Textplatzhalter 2"/>
          <p:cNvSpPr>
            <a:spLocks noGrp="1"/>
          </p:cNvSpPr>
          <p:nvPr>
            <p:ph idx="1" hasCustomPrompt="1"/>
          </p:nvPr>
        </p:nvSpPr>
        <p:spPr>
          <a:xfrm>
            <a:off x="540000" y="1638414"/>
            <a:ext cx="10604250" cy="4725971"/>
          </a:xfrm>
          <a:prstGeom prst="rect">
            <a:avLst/>
          </a:prstGeom>
          <a:solidFill>
            <a:srgbClr val="FFFFFF">
              <a:alpha val="65098"/>
            </a:srgbClr>
          </a:solidFill>
        </p:spPr>
        <p:txBody>
          <a:bodyPr vert="horz" lIns="0" tIns="0" rIns="0" bIns="0" rtlCol="0">
            <a:noAutofit/>
          </a:bodyPr>
          <a:lstStyle>
            <a:lvl1pPr>
              <a:defRPr lang="en-US" sz="2400" noProof="0" dirty="0"/>
            </a:lvl1pPr>
            <a:lvl2pPr>
              <a:defRPr lang="en-US" sz="2000" noProof="0" dirty="0"/>
            </a:lvl2pPr>
            <a:lvl3pPr>
              <a:defRPr lang="en-US" sz="1800" noProof="0" dirty="0"/>
            </a:lvl3pPr>
            <a:lvl4pPr>
              <a:defRPr lang="en-US" sz="1600" noProof="0" dirty="0"/>
            </a:lvl4pPr>
            <a:lvl5pPr>
              <a:defRPr lang="en-US" sz="1600" noProof="0" dirty="0"/>
            </a:lvl5pPr>
          </a:lstStyle>
          <a:p>
            <a:pPr lvl="0"/>
            <a:r>
              <a:rPr lang="en-US" noProof="0"/>
              <a:t>Edit master text format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49621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DM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PDM-IF Winter Workshop - 28th of January &amp; 4th of February 2025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0FD2C4-56EC-4F07-B0B8-CEAC86EF6E31}" type="slidenum">
              <a:rPr lang="en-US" noProof="0" smtClean="0"/>
              <a:pPr/>
              <a:t>‹Nr.›</a:t>
            </a:fld>
            <a:endParaRPr lang="en-US" noProof="0"/>
          </a:p>
        </p:txBody>
      </p:sp>
      <p:sp>
        <p:nvSpPr>
          <p:cNvPr id="5" name="Textplatzhalter 7"/>
          <p:cNvSpPr>
            <a:spLocks noGrp="1"/>
          </p:cNvSpPr>
          <p:nvPr>
            <p:ph type="body" sz="quarter" idx="15" hasCustomPrompt="1"/>
          </p:nvPr>
        </p:nvSpPr>
        <p:spPr>
          <a:xfrm>
            <a:off x="540002" y="1029150"/>
            <a:ext cx="10605954" cy="541514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342900" indent="-342900">
              <a:buFont typeface="Arial" panose="020B0604020202020204" pitchFamily="34" charset="0"/>
              <a:buNone/>
              <a:defRPr lang="de-DE" sz="2000" noProof="0" dirty="0" smtClean="0">
                <a:solidFill>
                  <a:schemeClr val="accent3"/>
                </a:solidFill>
              </a:defRPr>
            </a:lvl1pPr>
          </a:lstStyle>
          <a:p>
            <a:pPr marL="0" lvl="0" indent="0"/>
            <a:r>
              <a:rPr lang="en-US" noProof="0"/>
              <a:t>Click to add subtitle</a:t>
            </a:r>
          </a:p>
        </p:txBody>
      </p:sp>
      <p:sp>
        <p:nvSpPr>
          <p:cNvPr id="8" name="Inhaltsplatzhalter 2"/>
          <p:cNvSpPr>
            <a:spLocks noGrp="1"/>
          </p:cNvSpPr>
          <p:nvPr>
            <p:ph idx="1" hasCustomPrompt="1"/>
          </p:nvPr>
        </p:nvSpPr>
        <p:spPr>
          <a:xfrm>
            <a:off x="540002" y="1638414"/>
            <a:ext cx="5108323" cy="4725972"/>
          </a:xfrm>
        </p:spPr>
        <p:txBody>
          <a:bodyPr vert="horz" lIns="0" tIns="0" rIns="0" bIns="0" rtlCol="0">
            <a:noAutofit/>
          </a:bodyPr>
          <a:lstStyle>
            <a:lvl1pPr>
              <a:defRPr lang="de-DE" sz="2400" noProof="0" dirty="0" smtClean="0"/>
            </a:lvl1pPr>
            <a:lvl2pPr>
              <a:defRPr lang="de-DE" sz="2000" noProof="0" dirty="0" smtClean="0"/>
            </a:lvl2pPr>
            <a:lvl3pPr>
              <a:defRPr lang="de-DE" sz="1800" noProof="0" dirty="0" smtClean="0"/>
            </a:lvl3pPr>
            <a:lvl4pPr>
              <a:defRPr lang="de-DE" sz="1600" noProof="0" dirty="0" smtClean="0"/>
            </a:lvl4pPr>
            <a:lvl5pPr>
              <a:defRPr lang="de-DE" sz="1600" noProof="0" dirty="0"/>
            </a:lvl5pPr>
          </a:lstStyle>
          <a:p>
            <a:pPr lvl="0"/>
            <a:r>
              <a:rPr lang="en-US" noProof="0"/>
              <a:t>Edit master text format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Inhaltsplatzhalter 2"/>
          <p:cNvSpPr>
            <a:spLocks noGrp="1"/>
          </p:cNvSpPr>
          <p:nvPr>
            <p:ph idx="14" hasCustomPrompt="1"/>
          </p:nvPr>
        </p:nvSpPr>
        <p:spPr>
          <a:xfrm>
            <a:off x="6036900" y="1638414"/>
            <a:ext cx="5108323" cy="4725972"/>
          </a:xfrm>
          <a:solidFill>
            <a:srgbClr val="FFFFFF">
              <a:alpha val="65098"/>
            </a:srgbClr>
          </a:solidFill>
        </p:spPr>
        <p:txBody>
          <a:bodyPr vert="horz" lIns="0" tIns="0" rIns="0" bIns="0" rtlCol="0">
            <a:noAutofit/>
          </a:bodyPr>
          <a:lstStyle>
            <a:lvl1pPr>
              <a:defRPr lang="de-DE" sz="2400" noProof="0" dirty="0" smtClean="0"/>
            </a:lvl1pPr>
            <a:lvl2pPr>
              <a:defRPr lang="de-DE" sz="2000" noProof="0" dirty="0" smtClean="0"/>
            </a:lvl2pPr>
            <a:lvl3pPr>
              <a:defRPr lang="de-DE" sz="1800" noProof="0" dirty="0" smtClean="0"/>
            </a:lvl3pPr>
            <a:lvl4pPr>
              <a:defRPr lang="de-DE" sz="1600" noProof="0" dirty="0" smtClean="0"/>
            </a:lvl4pPr>
            <a:lvl5pPr>
              <a:defRPr lang="de-DE" sz="1600" noProof="0" dirty="0"/>
            </a:lvl5pPr>
          </a:lstStyle>
          <a:p>
            <a:pPr lvl="0"/>
            <a:r>
              <a:rPr lang="en-US" noProof="0"/>
              <a:t>Edit master text format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98397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DM Three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PDM-IF Winter Workshop - 28th of January &amp; 4th of February 2025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0FD2C4-56EC-4F07-B0B8-CEAC86EF6E31}" type="slidenum">
              <a:rPr lang="en-US" noProof="0" smtClean="0"/>
              <a:pPr/>
              <a:t>‹Nr.›</a:t>
            </a:fld>
            <a:endParaRPr lang="en-US" noProof="0"/>
          </a:p>
        </p:txBody>
      </p:sp>
      <p:sp>
        <p:nvSpPr>
          <p:cNvPr id="5" name="Textplatzhalter 7"/>
          <p:cNvSpPr>
            <a:spLocks noGrp="1"/>
          </p:cNvSpPr>
          <p:nvPr>
            <p:ph type="body" sz="quarter" idx="15" hasCustomPrompt="1"/>
          </p:nvPr>
        </p:nvSpPr>
        <p:spPr>
          <a:xfrm>
            <a:off x="540001" y="1029150"/>
            <a:ext cx="10607171" cy="541514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230400" indent="-230400">
              <a:buNone/>
              <a:defRPr lang="de-DE" sz="2000" noProof="0" dirty="0" smtClean="0">
                <a:solidFill>
                  <a:schemeClr val="accent3"/>
                </a:solidFill>
              </a:defRPr>
            </a:lvl1pPr>
          </a:lstStyle>
          <a:p>
            <a:pPr marL="0" lvl="0" indent="0"/>
            <a:r>
              <a:rPr lang="en-US" noProof="0"/>
              <a:t>Click to add subtitle</a:t>
            </a:r>
          </a:p>
        </p:txBody>
      </p:sp>
      <p:sp>
        <p:nvSpPr>
          <p:cNvPr id="8" name="Inhaltsplatzhalter 2"/>
          <p:cNvSpPr>
            <a:spLocks noGrp="1"/>
          </p:cNvSpPr>
          <p:nvPr>
            <p:ph idx="1" hasCustomPrompt="1"/>
          </p:nvPr>
        </p:nvSpPr>
        <p:spPr>
          <a:xfrm>
            <a:off x="540001" y="1638414"/>
            <a:ext cx="3317623" cy="4725972"/>
          </a:xfrm>
        </p:spPr>
        <p:txBody>
          <a:bodyPr vert="horz" lIns="0" tIns="0" rIns="0" bIns="0" rtlCol="0">
            <a:noAutofit/>
          </a:bodyPr>
          <a:lstStyle>
            <a:lvl1pPr>
              <a:defRPr lang="de-DE" sz="2400" noProof="0" dirty="0" smtClean="0"/>
            </a:lvl1pPr>
            <a:lvl2pPr>
              <a:defRPr lang="de-DE" sz="2000" noProof="0" dirty="0" smtClean="0"/>
            </a:lvl2pPr>
            <a:lvl3pPr>
              <a:defRPr lang="de-DE" sz="1800" noProof="0" dirty="0" smtClean="0"/>
            </a:lvl3pPr>
            <a:lvl4pPr>
              <a:defRPr lang="de-DE" sz="1600" noProof="0" dirty="0" smtClean="0"/>
            </a:lvl4pPr>
            <a:lvl5pPr>
              <a:defRPr lang="de-DE" sz="1600" noProof="0" dirty="0"/>
            </a:lvl5pPr>
          </a:lstStyle>
          <a:p>
            <a:pPr lvl="0"/>
            <a:r>
              <a:rPr lang="en-US" noProof="0"/>
              <a:t>Edit master text format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Inhaltsplatzhalter 2"/>
          <p:cNvSpPr>
            <a:spLocks noGrp="1"/>
          </p:cNvSpPr>
          <p:nvPr>
            <p:ph idx="14" hasCustomPrompt="1"/>
          </p:nvPr>
        </p:nvSpPr>
        <p:spPr>
          <a:xfrm>
            <a:off x="7829549" y="1638414"/>
            <a:ext cx="3317623" cy="4725972"/>
          </a:xfrm>
          <a:solidFill>
            <a:srgbClr val="FFFFFF">
              <a:alpha val="65098"/>
            </a:srgbClr>
          </a:solidFill>
        </p:spPr>
        <p:txBody>
          <a:bodyPr vert="horz" lIns="0" tIns="0" rIns="0" bIns="0" rtlCol="0">
            <a:noAutofit/>
          </a:bodyPr>
          <a:lstStyle>
            <a:lvl1pPr>
              <a:defRPr lang="de-DE" sz="2400" noProof="0" dirty="0" smtClean="0"/>
            </a:lvl1pPr>
            <a:lvl2pPr>
              <a:defRPr lang="de-DE" sz="2000" noProof="0" dirty="0" smtClean="0"/>
            </a:lvl2pPr>
            <a:lvl3pPr>
              <a:defRPr lang="de-DE" sz="1800" noProof="0" dirty="0" smtClean="0"/>
            </a:lvl3pPr>
            <a:lvl4pPr>
              <a:defRPr lang="de-DE" sz="1600" noProof="0" dirty="0" smtClean="0"/>
            </a:lvl4pPr>
            <a:lvl5pPr>
              <a:defRPr lang="de-DE" sz="1600" noProof="0" dirty="0"/>
            </a:lvl5pPr>
          </a:lstStyle>
          <a:p>
            <a:pPr lvl="0"/>
            <a:r>
              <a:rPr lang="en-US" noProof="0"/>
              <a:t>Edit master text format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Inhaltsplatzhalter 2"/>
          <p:cNvSpPr>
            <a:spLocks noGrp="1"/>
          </p:cNvSpPr>
          <p:nvPr>
            <p:ph idx="16" hasCustomPrompt="1"/>
          </p:nvPr>
        </p:nvSpPr>
        <p:spPr>
          <a:xfrm>
            <a:off x="4184775" y="1638414"/>
            <a:ext cx="3317623" cy="4725972"/>
          </a:xfrm>
        </p:spPr>
        <p:txBody>
          <a:bodyPr vert="horz" lIns="0" tIns="0" rIns="0" bIns="0" rtlCol="0">
            <a:noAutofit/>
          </a:bodyPr>
          <a:lstStyle>
            <a:lvl1pPr>
              <a:defRPr lang="de-DE" sz="2400" noProof="0" dirty="0" smtClean="0"/>
            </a:lvl1pPr>
            <a:lvl2pPr>
              <a:defRPr lang="de-DE" sz="2000" noProof="0" dirty="0" smtClean="0"/>
            </a:lvl2pPr>
            <a:lvl3pPr>
              <a:defRPr lang="de-DE" sz="1800" noProof="0" dirty="0" smtClean="0"/>
            </a:lvl3pPr>
            <a:lvl4pPr>
              <a:defRPr lang="de-DE" sz="1600" noProof="0" dirty="0" smtClean="0"/>
            </a:lvl4pPr>
            <a:lvl5pPr>
              <a:defRPr lang="de-DE" sz="1600" noProof="0" dirty="0"/>
            </a:lvl5pPr>
          </a:lstStyle>
          <a:p>
            <a:pPr lvl="0"/>
            <a:r>
              <a:rPr lang="en-US" noProof="0"/>
              <a:t>Edit master text format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63773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DM Content + 1/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39998" y="484814"/>
            <a:ext cx="6879975" cy="1069200"/>
          </a:xfrm>
        </p:spPr>
        <p:txBody>
          <a:bodyPr rIns="0"/>
          <a:lstStyle>
            <a:lvl1pPr>
              <a:defRPr/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PDM-IF Winter Workshop - 28th of January &amp; 4th of February 2025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0FD2C4-56EC-4F07-B0B8-CEAC86EF6E31}" type="slidenum">
              <a:rPr lang="en-US" noProof="0" smtClean="0"/>
              <a:pPr/>
              <a:t>‹Nr.›</a:t>
            </a:fld>
            <a:endParaRPr lang="en-US" noProof="0"/>
          </a:p>
        </p:txBody>
      </p:sp>
      <p:sp>
        <p:nvSpPr>
          <p:cNvPr id="5" name="Textplatzhalter 7"/>
          <p:cNvSpPr>
            <a:spLocks noGrp="1"/>
          </p:cNvSpPr>
          <p:nvPr>
            <p:ph type="body" sz="quarter" idx="15" hasCustomPrompt="1"/>
          </p:nvPr>
        </p:nvSpPr>
        <p:spPr>
          <a:xfrm>
            <a:off x="540000" y="1024814"/>
            <a:ext cx="6879975" cy="541514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230400" indent="-230400">
              <a:buNone/>
              <a:defRPr lang="de-DE" sz="2000" noProof="0" dirty="0" smtClean="0">
                <a:solidFill>
                  <a:schemeClr val="accent3"/>
                </a:solidFill>
              </a:defRPr>
            </a:lvl1pPr>
          </a:lstStyle>
          <a:p>
            <a:pPr marL="0" lvl="0" indent="0"/>
            <a:r>
              <a:rPr lang="en-US" noProof="0"/>
              <a:t>Click to add subtitle</a:t>
            </a:r>
          </a:p>
        </p:txBody>
      </p:sp>
      <p:sp>
        <p:nvSpPr>
          <p:cNvPr id="6" name="Textplatzhalter 2"/>
          <p:cNvSpPr>
            <a:spLocks noGrp="1"/>
          </p:cNvSpPr>
          <p:nvPr>
            <p:ph idx="1" hasCustomPrompt="1"/>
          </p:nvPr>
        </p:nvSpPr>
        <p:spPr>
          <a:xfrm>
            <a:off x="540000" y="1649954"/>
            <a:ext cx="6879975" cy="477604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Edit master text format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Bildplatzhalter 5"/>
          <p:cNvSpPr>
            <a:spLocks noGrp="1"/>
          </p:cNvSpPr>
          <p:nvPr>
            <p:ph type="pic" sz="quarter" idx="25" hasCustomPrompt="1"/>
          </p:nvPr>
        </p:nvSpPr>
        <p:spPr>
          <a:xfrm>
            <a:off x="7419976" y="472501"/>
            <a:ext cx="3733800" cy="5953500"/>
          </a:xfrm>
          <a:solidFill>
            <a:schemeClr val="bg1">
              <a:lumMod val="75000"/>
            </a:schemeClr>
          </a:solidFill>
        </p:spPr>
        <p:txBody>
          <a:bodyPr lIns="144000" tIns="144000" rIns="144000" bIns="144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image</a:t>
            </a:r>
          </a:p>
        </p:txBody>
      </p:sp>
    </p:spTree>
    <p:extLst>
      <p:ext uri="{BB962C8B-B14F-4D97-AF65-F5344CB8AC3E}">
        <p14:creationId xmlns:p14="http://schemas.microsoft.com/office/powerpoint/2010/main" val="936098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DM Content + 1/2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 rIns="0"/>
          <a:lstStyle>
            <a:lvl1pPr>
              <a:defRPr/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PDM-IF Winter Workshop - 28th of January &amp; 4th of February 2025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0FD2C4-56EC-4F07-B0B8-CEAC86EF6E31}" type="slidenum">
              <a:rPr lang="en-US" noProof="0" smtClean="0"/>
              <a:pPr/>
              <a:t>‹Nr.›</a:t>
            </a:fld>
            <a:endParaRPr lang="en-US" noProof="0"/>
          </a:p>
        </p:txBody>
      </p:sp>
      <p:sp>
        <p:nvSpPr>
          <p:cNvPr id="5" name="Textplatzhalter 7"/>
          <p:cNvSpPr>
            <a:spLocks noGrp="1"/>
          </p:cNvSpPr>
          <p:nvPr>
            <p:ph type="body" sz="quarter" idx="15" hasCustomPrompt="1"/>
          </p:nvPr>
        </p:nvSpPr>
        <p:spPr>
          <a:xfrm>
            <a:off x="540003" y="1029150"/>
            <a:ext cx="10605952" cy="541514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230400" indent="-230400">
              <a:buNone/>
              <a:defRPr lang="de-DE" sz="2000" noProof="0" dirty="0" smtClean="0">
                <a:solidFill>
                  <a:schemeClr val="accent3"/>
                </a:solidFill>
              </a:defRPr>
            </a:lvl1pPr>
          </a:lstStyle>
          <a:p>
            <a:pPr marL="0" lvl="0" indent="0"/>
            <a:r>
              <a:rPr lang="en-US" noProof="0"/>
              <a:t>Click to add subtitle</a:t>
            </a:r>
          </a:p>
        </p:txBody>
      </p:sp>
      <p:sp>
        <p:nvSpPr>
          <p:cNvPr id="7" name="Textplatzhalter 2"/>
          <p:cNvSpPr>
            <a:spLocks noGrp="1"/>
          </p:cNvSpPr>
          <p:nvPr>
            <p:ph idx="1" hasCustomPrompt="1"/>
          </p:nvPr>
        </p:nvSpPr>
        <p:spPr>
          <a:xfrm>
            <a:off x="540000" y="1638414"/>
            <a:ext cx="5220000" cy="472597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/>
            </a:lvl1pPr>
            <a:lvl2pPr>
              <a:defRPr>
                <a:solidFill>
                  <a:schemeClr val="tx1"/>
                </a:solidFill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noProof="0"/>
              <a:t>Edit master text format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Bildplatzhalter 5"/>
          <p:cNvSpPr>
            <a:spLocks noGrp="1"/>
          </p:cNvSpPr>
          <p:nvPr>
            <p:ph type="pic" sz="quarter" idx="32" hasCustomPrompt="1"/>
          </p:nvPr>
        </p:nvSpPr>
        <p:spPr>
          <a:xfrm>
            <a:off x="5924100" y="1638414"/>
            <a:ext cx="5220000" cy="4725972"/>
          </a:xfrm>
          <a:solidFill>
            <a:schemeClr val="bg1">
              <a:lumMod val="75000"/>
            </a:schemeClr>
          </a:solidFill>
        </p:spPr>
        <p:txBody>
          <a:bodyPr lIns="144000" tIns="144000" rIns="144000" bIns="144000"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image</a:t>
            </a:r>
          </a:p>
        </p:txBody>
      </p:sp>
    </p:spTree>
    <p:extLst>
      <p:ext uri="{BB962C8B-B14F-4D97-AF65-F5344CB8AC3E}">
        <p14:creationId xmlns:p14="http://schemas.microsoft.com/office/powerpoint/2010/main" val="1540659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DM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40000" y="493614"/>
            <a:ext cx="10613779" cy="1072386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PDM-IF Winter Workshop - 28th of January &amp; 4th of February 2025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0FD2C4-56EC-4F07-B0B8-CEAC86EF6E31}" type="slidenum">
              <a:rPr lang="en-US" noProof="0" smtClean="0"/>
              <a:pPr/>
              <a:t>‹Nr.›</a:t>
            </a:fld>
            <a:endParaRPr lang="en-US" noProof="0"/>
          </a:p>
        </p:txBody>
      </p:sp>
      <p:sp>
        <p:nvSpPr>
          <p:cNvPr id="5" name="Textplatzhalter 7"/>
          <p:cNvSpPr>
            <a:spLocks noGrp="1"/>
          </p:cNvSpPr>
          <p:nvPr>
            <p:ph type="body" sz="quarter" idx="15" hasCustomPrompt="1"/>
          </p:nvPr>
        </p:nvSpPr>
        <p:spPr>
          <a:xfrm>
            <a:off x="539752" y="1050202"/>
            <a:ext cx="10614024" cy="515798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230400" indent="-230400">
              <a:buNone/>
              <a:defRPr lang="de-DE" sz="2000" noProof="0" dirty="0" smtClean="0">
                <a:solidFill>
                  <a:schemeClr val="accent3"/>
                </a:solidFill>
              </a:defRPr>
            </a:lvl1pPr>
          </a:lstStyle>
          <a:p>
            <a:pPr marL="0" lvl="0" indent="0"/>
            <a:r>
              <a:rPr lang="en-US" noProof="0"/>
              <a:t>Click to add subtitle</a:t>
            </a:r>
          </a:p>
        </p:txBody>
      </p:sp>
      <p:sp>
        <p:nvSpPr>
          <p:cNvPr id="6" name="Bildplatzhalter 5"/>
          <p:cNvSpPr>
            <a:spLocks noGrp="1"/>
          </p:cNvSpPr>
          <p:nvPr>
            <p:ph type="pic" sz="quarter" idx="31" hasCustomPrompt="1"/>
          </p:nvPr>
        </p:nvSpPr>
        <p:spPr>
          <a:xfrm>
            <a:off x="539750" y="1638414"/>
            <a:ext cx="10614025" cy="4725972"/>
          </a:xfrm>
          <a:solidFill>
            <a:schemeClr val="bg1">
              <a:lumMod val="75000"/>
            </a:schemeClr>
          </a:solidFill>
        </p:spPr>
        <p:txBody>
          <a:bodyPr lIns="144000" tIns="144000" rIns="144000" bIns="144000"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image</a:t>
            </a:r>
          </a:p>
        </p:txBody>
      </p:sp>
    </p:spTree>
    <p:extLst>
      <p:ext uri="{BB962C8B-B14F-4D97-AF65-F5344CB8AC3E}">
        <p14:creationId xmlns:p14="http://schemas.microsoft.com/office/powerpoint/2010/main" val="209109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DM Comparison 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40000" y="493614"/>
            <a:ext cx="10602599" cy="1072386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PDM-IF Winter Workshop - 28th of January &amp; 4th of February 2025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0FD2C4-56EC-4F07-B0B8-CEAC86EF6E31}" type="slidenum">
              <a:rPr lang="en-US" noProof="0" smtClean="0"/>
              <a:pPr/>
              <a:t>‹Nr.›</a:t>
            </a:fld>
            <a:endParaRPr lang="en-US" noProof="0"/>
          </a:p>
        </p:txBody>
      </p:sp>
      <p:sp>
        <p:nvSpPr>
          <p:cNvPr id="5" name="Textplatzhalter 7"/>
          <p:cNvSpPr>
            <a:spLocks noGrp="1"/>
          </p:cNvSpPr>
          <p:nvPr>
            <p:ph type="body" sz="quarter" idx="15" hasCustomPrompt="1"/>
          </p:nvPr>
        </p:nvSpPr>
        <p:spPr>
          <a:xfrm>
            <a:off x="540003" y="1029150"/>
            <a:ext cx="10602597" cy="541514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342900" indent="-342900">
              <a:buFont typeface="Arial" panose="020B0604020202020204" pitchFamily="34" charset="0"/>
              <a:buNone/>
              <a:defRPr lang="de-DE" sz="2000" noProof="0" dirty="0" smtClean="0">
                <a:solidFill>
                  <a:schemeClr val="accent3"/>
                </a:solidFill>
              </a:defRPr>
            </a:lvl1pPr>
          </a:lstStyle>
          <a:p>
            <a:pPr marL="0" lvl="0" indent="0"/>
            <a:r>
              <a:rPr lang="en-US" noProof="0"/>
              <a:t>Click to add subtitle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idx="1" hasCustomPrompt="1"/>
          </p:nvPr>
        </p:nvSpPr>
        <p:spPr bwMode="gray">
          <a:xfrm>
            <a:off x="540000" y="1638414"/>
            <a:ext cx="5220000" cy="360000"/>
          </a:xfrm>
          <a:solidFill>
            <a:srgbClr val="F6D800"/>
          </a:solidFill>
        </p:spPr>
        <p:txBody>
          <a:bodyPr vert="horz" lIns="216000" tIns="0" rIns="144000" bIns="0" rtlCol="0" anchor="ctr">
            <a:noAutofit/>
          </a:bodyPr>
          <a:lstStyle>
            <a:lvl1pPr>
              <a:defRPr lang="en-US" sz="2000" b="1" noProof="0">
                <a:latin typeface="+mj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US" noProof="0"/>
              <a:t>Edit master text format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 hasCustomPrompt="1"/>
          </p:nvPr>
        </p:nvSpPr>
        <p:spPr bwMode="gray">
          <a:xfrm>
            <a:off x="540000" y="1998414"/>
            <a:ext cx="5220000" cy="4365972"/>
          </a:xfrm>
        </p:spPr>
        <p:txBody>
          <a:bodyPr vert="horz" lIns="0" tIns="108000" rIns="0" bIns="0" rtlCol="0">
            <a:noAutofit/>
          </a:bodyPr>
          <a:lstStyle>
            <a:lvl1pPr>
              <a:defRPr lang="en-US" sz="2000" noProof="0" dirty="0"/>
            </a:lvl1pPr>
            <a:lvl2pPr>
              <a:defRPr lang="en-US" sz="1800" noProof="0" dirty="0"/>
            </a:lvl2pPr>
            <a:lvl3pPr>
              <a:defRPr lang="en-US" sz="1600" noProof="0" dirty="0"/>
            </a:lvl3pPr>
            <a:lvl4pPr>
              <a:defRPr lang="en-US" sz="1400" noProof="0" dirty="0"/>
            </a:lvl4pPr>
            <a:lvl5pPr>
              <a:defRPr lang="en-US" sz="1400" noProof="0" dirty="0"/>
            </a:lvl5pPr>
          </a:lstStyle>
          <a:p>
            <a:pPr lvl="0"/>
            <a:r>
              <a:rPr lang="en-US" noProof="0"/>
              <a:t>Edit master text format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3" hasCustomPrompt="1"/>
          </p:nvPr>
        </p:nvSpPr>
        <p:spPr bwMode="gray">
          <a:xfrm>
            <a:off x="5922600" y="1638414"/>
            <a:ext cx="5220000" cy="360000"/>
          </a:xfrm>
          <a:solidFill>
            <a:srgbClr val="F6D800"/>
          </a:solidFill>
        </p:spPr>
        <p:txBody>
          <a:bodyPr vert="horz" lIns="216000" tIns="0" rIns="144000" bIns="0" rtlCol="0" anchor="ctr">
            <a:noAutofit/>
          </a:bodyPr>
          <a:lstStyle>
            <a:lvl1pPr>
              <a:defRPr lang="en-US" sz="2000" b="1" noProof="0" dirty="0">
                <a:latin typeface="+mj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US" noProof="0"/>
              <a:t>Edit master text format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6" hasCustomPrompt="1"/>
          </p:nvPr>
        </p:nvSpPr>
        <p:spPr bwMode="gray">
          <a:xfrm>
            <a:off x="5922600" y="1998414"/>
            <a:ext cx="5220000" cy="4365972"/>
          </a:xfrm>
          <a:solidFill>
            <a:srgbClr val="FFFFFF">
              <a:alpha val="65098"/>
            </a:srgbClr>
          </a:solidFill>
        </p:spPr>
        <p:txBody>
          <a:bodyPr vert="horz" lIns="0" tIns="108000" rIns="0" bIns="0" rtlCol="0">
            <a:noAutofit/>
          </a:bodyPr>
          <a:lstStyle>
            <a:lvl1pPr>
              <a:defRPr lang="en-US" sz="2000" noProof="0" dirty="0"/>
            </a:lvl1pPr>
            <a:lvl2pPr>
              <a:defRPr lang="en-US" sz="1800" noProof="0" dirty="0"/>
            </a:lvl2pPr>
            <a:lvl3pPr>
              <a:defRPr lang="en-US" sz="1600" noProof="0" dirty="0"/>
            </a:lvl3pPr>
            <a:lvl4pPr>
              <a:defRPr lang="en-US" sz="1400" noProof="0" dirty="0"/>
            </a:lvl4pPr>
            <a:lvl5pPr>
              <a:defRPr lang="en-US" sz="1400" noProof="0" dirty="0"/>
            </a:lvl5pPr>
          </a:lstStyle>
          <a:p>
            <a:pPr lvl="0"/>
            <a:r>
              <a:rPr lang="en-US" noProof="0"/>
              <a:t>Edit master text format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94119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DM Comparison x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40000" y="493614"/>
            <a:ext cx="10599450" cy="1072386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PDM-IF Winter Workshop - 28th of January &amp; 4th of February 2025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0FD2C4-56EC-4F07-B0B8-CEAC86EF6E31}" type="slidenum">
              <a:rPr lang="en-US" noProof="0" smtClean="0"/>
              <a:pPr/>
              <a:t>‹Nr.›</a:t>
            </a:fld>
            <a:endParaRPr lang="en-US" noProof="0"/>
          </a:p>
        </p:txBody>
      </p:sp>
      <p:sp>
        <p:nvSpPr>
          <p:cNvPr id="5" name="Textplatzhalter 7"/>
          <p:cNvSpPr>
            <a:spLocks noGrp="1"/>
          </p:cNvSpPr>
          <p:nvPr>
            <p:ph type="body" sz="quarter" idx="15" hasCustomPrompt="1"/>
          </p:nvPr>
        </p:nvSpPr>
        <p:spPr>
          <a:xfrm>
            <a:off x="540003" y="1029150"/>
            <a:ext cx="10599448" cy="541514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230400" indent="-230400">
              <a:buNone/>
              <a:defRPr lang="de-DE" sz="2000" noProof="0" dirty="0" smtClean="0">
                <a:solidFill>
                  <a:schemeClr val="accent3"/>
                </a:solidFill>
              </a:defRPr>
            </a:lvl1pPr>
          </a:lstStyle>
          <a:p>
            <a:pPr marL="0" lvl="0" indent="0"/>
            <a:r>
              <a:rPr lang="en-US" noProof="0"/>
              <a:t>Click to add subtitle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540000" y="1998414"/>
            <a:ext cx="3348000" cy="4365972"/>
          </a:xfrm>
        </p:spPr>
        <p:txBody>
          <a:bodyPr vert="horz" lIns="0" tIns="108000" rIns="0" bIns="0" rtlCol="0">
            <a:noAutofit/>
          </a:bodyPr>
          <a:lstStyle>
            <a:lvl1pPr>
              <a:defRPr lang="en-US" sz="2000" noProof="0" dirty="0"/>
            </a:lvl1pPr>
            <a:lvl2pPr>
              <a:defRPr lang="en-US" sz="1800" noProof="0" dirty="0"/>
            </a:lvl2pPr>
            <a:lvl3pPr>
              <a:defRPr lang="en-US" sz="1600" noProof="0" dirty="0"/>
            </a:lvl3pPr>
            <a:lvl4pPr>
              <a:defRPr lang="en-US" sz="1400" noProof="0" dirty="0"/>
            </a:lvl4pPr>
            <a:lvl5pPr>
              <a:defRPr lang="en-US" sz="1400" noProof="0" dirty="0"/>
            </a:lvl5pPr>
          </a:lstStyle>
          <a:p>
            <a:pPr lvl="0"/>
            <a:r>
              <a:rPr lang="en-US" noProof="0"/>
              <a:t>Edit master text format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 hasCustomPrompt="1"/>
          </p:nvPr>
        </p:nvSpPr>
        <p:spPr bwMode="gray">
          <a:xfrm>
            <a:off x="7791450" y="1998414"/>
            <a:ext cx="3348000" cy="4365972"/>
          </a:xfrm>
          <a:solidFill>
            <a:srgbClr val="FFFFFF">
              <a:alpha val="65098"/>
            </a:srgbClr>
          </a:solidFill>
        </p:spPr>
        <p:txBody>
          <a:bodyPr vert="horz" lIns="0" tIns="108000" rIns="0" bIns="0" rtlCol="0">
            <a:noAutofit/>
          </a:bodyPr>
          <a:lstStyle>
            <a:lvl1pPr>
              <a:defRPr lang="en-US" sz="2000" noProof="0" dirty="0"/>
            </a:lvl1pPr>
            <a:lvl2pPr>
              <a:defRPr lang="en-US" sz="1800" noProof="0" dirty="0"/>
            </a:lvl2pPr>
            <a:lvl3pPr>
              <a:defRPr lang="en-US" sz="1600" noProof="0" dirty="0"/>
            </a:lvl3pPr>
            <a:lvl4pPr>
              <a:defRPr lang="en-US" sz="1400" noProof="0" dirty="0"/>
            </a:lvl4pPr>
            <a:lvl5pPr>
              <a:defRPr lang="en-US" sz="1400" noProof="0" dirty="0"/>
            </a:lvl5pPr>
          </a:lstStyle>
          <a:p>
            <a:pPr lvl="0"/>
            <a:r>
              <a:rPr lang="en-US" noProof="0"/>
              <a:t>Edit master text format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14" hasCustomPrompt="1"/>
          </p:nvPr>
        </p:nvSpPr>
        <p:spPr bwMode="gray">
          <a:xfrm>
            <a:off x="4165725" y="1998414"/>
            <a:ext cx="3348000" cy="4365972"/>
          </a:xfrm>
        </p:spPr>
        <p:txBody>
          <a:bodyPr vert="horz" lIns="0" tIns="108000" rIns="0" bIns="0" rtlCol="0">
            <a:noAutofit/>
          </a:bodyPr>
          <a:lstStyle>
            <a:lvl1pPr>
              <a:defRPr lang="en-US" sz="2000" noProof="0" dirty="0"/>
            </a:lvl1pPr>
            <a:lvl2pPr>
              <a:defRPr lang="en-US" sz="1800" noProof="0" dirty="0"/>
            </a:lvl2pPr>
            <a:lvl3pPr>
              <a:defRPr lang="en-US" sz="1600" noProof="0" dirty="0"/>
            </a:lvl3pPr>
            <a:lvl4pPr>
              <a:defRPr lang="en-US" sz="1400" noProof="0" dirty="0"/>
            </a:lvl4pPr>
            <a:lvl5pPr>
              <a:defRPr lang="en-US" sz="1400" noProof="0" dirty="0"/>
            </a:lvl5pPr>
          </a:lstStyle>
          <a:p>
            <a:pPr lvl="0"/>
            <a:r>
              <a:rPr lang="en-US" noProof="0"/>
              <a:t>Edit master text format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6" hasCustomPrompt="1"/>
          </p:nvPr>
        </p:nvSpPr>
        <p:spPr bwMode="gray">
          <a:xfrm>
            <a:off x="540000" y="1638414"/>
            <a:ext cx="3348000" cy="360000"/>
          </a:xfrm>
          <a:solidFill>
            <a:srgbClr val="F6D800"/>
          </a:solidFill>
        </p:spPr>
        <p:txBody>
          <a:bodyPr vert="horz" lIns="216000" tIns="0" rIns="144000" bIns="0" rtlCol="0" anchor="ctr">
            <a:noAutofit/>
          </a:bodyPr>
          <a:lstStyle>
            <a:lvl1pPr>
              <a:defRPr lang="en-US" sz="2000" b="1" noProof="0">
                <a:latin typeface="+mj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US" noProof="0"/>
              <a:t>Edit master text format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3" hasCustomPrompt="1"/>
          </p:nvPr>
        </p:nvSpPr>
        <p:spPr bwMode="gray">
          <a:xfrm>
            <a:off x="4165725" y="1638414"/>
            <a:ext cx="3348000" cy="360000"/>
          </a:xfrm>
          <a:solidFill>
            <a:srgbClr val="F6D800"/>
          </a:solidFill>
        </p:spPr>
        <p:txBody>
          <a:bodyPr vert="horz" lIns="216000" tIns="0" rIns="144000" bIns="0" rtlCol="0" anchor="ctr">
            <a:noAutofit/>
          </a:bodyPr>
          <a:lstStyle>
            <a:lvl1pPr>
              <a:defRPr lang="en-US" sz="2000" b="1" noProof="0" dirty="0">
                <a:latin typeface="+mj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US" noProof="0"/>
              <a:t>Edit master text format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7791450" y="1638414"/>
            <a:ext cx="3348000" cy="360000"/>
          </a:xfrm>
          <a:solidFill>
            <a:srgbClr val="F6D800"/>
          </a:solidFill>
        </p:spPr>
        <p:txBody>
          <a:bodyPr vert="horz" lIns="216000" tIns="0" rIns="144000" bIns="0" rtlCol="0" anchor="ctr">
            <a:noAutofit/>
          </a:bodyPr>
          <a:lstStyle>
            <a:lvl1pPr>
              <a:defRPr lang="en-US" sz="2000" b="1" noProof="0" dirty="0">
                <a:latin typeface="+mj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US" noProof="0"/>
              <a:t>Edit master text format</a:t>
            </a:r>
          </a:p>
        </p:txBody>
      </p:sp>
    </p:spTree>
    <p:extLst>
      <p:ext uri="{BB962C8B-B14F-4D97-AF65-F5344CB8AC3E}">
        <p14:creationId xmlns:p14="http://schemas.microsoft.com/office/powerpoint/2010/main" val="1937908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DM Seperator Dark Oran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8872EC58-1E81-EE99-E5BA-3D72ABDF43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2094" y="1132199"/>
            <a:ext cx="2854800" cy="1209564"/>
          </a:xfrm>
          <a:prstGeom prst="rect">
            <a:avLst/>
          </a:prstGeom>
        </p:spPr>
      </p:pic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PDM-IF Winter Workshop - 28th of January &amp; 4th of February 2025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0FD2C4-56EC-4F07-B0B8-CEAC86EF6E31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7" name="Titel 1"/>
          <p:cNvSpPr>
            <a:spLocks noGrp="1"/>
          </p:cNvSpPr>
          <p:nvPr>
            <p:ph type="ctrTitle" hasCustomPrompt="1"/>
          </p:nvPr>
        </p:nvSpPr>
        <p:spPr bwMode="invGray">
          <a:xfrm>
            <a:off x="540000" y="2484000"/>
            <a:ext cx="8971743" cy="1296000"/>
          </a:xfrm>
          <a:ln>
            <a:noFill/>
          </a:ln>
        </p:spPr>
        <p:txBody>
          <a:bodyPr vert="horz" lIns="0" tIns="0" rIns="0" bIns="0" rtlCol="0" anchor="b" anchorCtr="0">
            <a:noAutofit/>
          </a:bodyPr>
          <a:lstStyle>
            <a:lvl1pPr>
              <a:spcBef>
                <a:spcPts val="1000"/>
              </a:spcBef>
              <a:spcAft>
                <a:spcPts val="0"/>
              </a:spcAft>
              <a:defRPr lang="de-DE" sz="4000" b="0" cap="all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marL="0" lvl="0">
              <a:lnSpc>
                <a:spcPct val="80000"/>
              </a:lnSpc>
            </a:pPr>
            <a:r>
              <a:rPr lang="en-US" noProof="0"/>
              <a:t>Click to add title</a:t>
            </a:r>
          </a:p>
        </p:txBody>
      </p:sp>
      <p:sp>
        <p:nvSpPr>
          <p:cNvPr id="8" name="Untertitel 2"/>
          <p:cNvSpPr>
            <a:spLocks noGrp="1"/>
          </p:cNvSpPr>
          <p:nvPr>
            <p:ph type="subTitle" idx="1" hasCustomPrompt="1"/>
          </p:nvPr>
        </p:nvSpPr>
        <p:spPr bwMode="invGray">
          <a:xfrm>
            <a:off x="540000" y="3816000"/>
            <a:ext cx="8971743" cy="792000"/>
          </a:xfrm>
          <a:noFill/>
          <a:ln>
            <a:noFill/>
          </a:ln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80000"/>
              </a:lnSpc>
              <a:spcAft>
                <a:spcPts val="0"/>
              </a:spcAft>
              <a:buNone/>
              <a:defRPr lang="de-DE" sz="2400" b="0" cap="none" noProof="0" dirty="0" smtClean="0">
                <a:solidFill>
                  <a:schemeClr val="bg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pPr marL="0" lvl="0">
              <a:lnSpc>
                <a:spcPct val="80000"/>
              </a:lnSpc>
              <a:spcAft>
                <a:spcPts val="0"/>
              </a:spcAft>
            </a:pPr>
            <a:r>
              <a:rPr lang="en-US" noProof="0"/>
              <a:t>Click to add subtitle</a:t>
            </a:r>
          </a:p>
        </p:txBody>
      </p:sp>
      <p:sp>
        <p:nvSpPr>
          <p:cNvPr id="9" name="Fußzeilenplatzhalter 4">
            <a:extLst>
              <a:ext uri="{FF2B5EF4-FFF2-40B4-BE49-F238E27FC236}">
                <a16:creationId xmlns:a16="http://schemas.microsoft.com/office/drawing/2014/main" id="{D7F475A4-8326-4412-9E6F-42B5AE3E37B0}"/>
              </a:ext>
            </a:extLst>
          </p:cNvPr>
          <p:cNvSpPr txBox="1">
            <a:spLocks/>
          </p:cNvSpPr>
          <p:nvPr userDrawn="1"/>
        </p:nvSpPr>
        <p:spPr>
          <a:xfrm>
            <a:off x="540000" y="6555600"/>
            <a:ext cx="2808000" cy="360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noProof="0">
                <a:solidFill>
                  <a:schemeClr val="bg1"/>
                </a:solidFill>
              </a:rPr>
              <a:t>© PDM Interoperability Forum 2024 | </a:t>
            </a:r>
            <a:r>
              <a:rPr lang="en-US" noProof="1">
                <a:solidFill>
                  <a:schemeClr val="bg1"/>
                </a:solidFill>
              </a:rPr>
              <a:t>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484406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DM Seperator Light Orange">
    <p:bg>
      <p:bgPr>
        <a:solidFill>
          <a:srgbClr val="F0A5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PDM-IF Winter Workshop - 28th of January &amp; 4th of February 2025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0FD2C4-56EC-4F07-B0B8-CEAC86EF6E31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7" name="Titel 1"/>
          <p:cNvSpPr>
            <a:spLocks noGrp="1"/>
          </p:cNvSpPr>
          <p:nvPr>
            <p:ph type="ctrTitle" hasCustomPrompt="1"/>
          </p:nvPr>
        </p:nvSpPr>
        <p:spPr bwMode="invGray">
          <a:xfrm>
            <a:off x="540000" y="2484000"/>
            <a:ext cx="8971743" cy="1296000"/>
          </a:xfrm>
          <a:ln>
            <a:noFill/>
          </a:ln>
        </p:spPr>
        <p:txBody>
          <a:bodyPr vert="horz" lIns="0" tIns="0" rIns="0" bIns="0" rtlCol="0" anchor="b" anchorCtr="0">
            <a:noAutofit/>
          </a:bodyPr>
          <a:lstStyle>
            <a:lvl1pPr>
              <a:spcBef>
                <a:spcPts val="1000"/>
              </a:spcBef>
              <a:spcAft>
                <a:spcPts val="0"/>
              </a:spcAft>
              <a:defRPr lang="de-DE" sz="4000" b="0" cap="all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marL="0" lvl="0">
              <a:lnSpc>
                <a:spcPct val="80000"/>
              </a:lnSpc>
            </a:pPr>
            <a:r>
              <a:rPr lang="en-US" noProof="0"/>
              <a:t>Click to add title</a:t>
            </a:r>
          </a:p>
        </p:txBody>
      </p:sp>
      <p:sp>
        <p:nvSpPr>
          <p:cNvPr id="8" name="Untertitel 2"/>
          <p:cNvSpPr>
            <a:spLocks noGrp="1"/>
          </p:cNvSpPr>
          <p:nvPr>
            <p:ph type="subTitle" idx="1" hasCustomPrompt="1"/>
          </p:nvPr>
        </p:nvSpPr>
        <p:spPr bwMode="invGray">
          <a:xfrm>
            <a:off x="540000" y="3816000"/>
            <a:ext cx="8971743" cy="792000"/>
          </a:xfrm>
          <a:noFill/>
          <a:ln>
            <a:noFill/>
          </a:ln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80000"/>
              </a:lnSpc>
              <a:spcAft>
                <a:spcPts val="0"/>
              </a:spcAft>
              <a:buNone/>
              <a:defRPr lang="de-DE" sz="2400" b="0" cap="none" noProof="0" dirty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pPr marL="0" lvl="0">
              <a:lnSpc>
                <a:spcPct val="80000"/>
              </a:lnSpc>
              <a:spcAft>
                <a:spcPts val="0"/>
              </a:spcAft>
            </a:pPr>
            <a:r>
              <a:rPr lang="en-US" noProof="0"/>
              <a:t>Click to add subtitle</a:t>
            </a:r>
          </a:p>
        </p:txBody>
      </p:sp>
      <p:sp>
        <p:nvSpPr>
          <p:cNvPr id="9" name="Fußzeilenplatzhalter 4">
            <a:extLst>
              <a:ext uri="{FF2B5EF4-FFF2-40B4-BE49-F238E27FC236}">
                <a16:creationId xmlns:a16="http://schemas.microsoft.com/office/drawing/2014/main" id="{D7F475A4-8326-4412-9E6F-42B5AE3E37B0}"/>
              </a:ext>
            </a:extLst>
          </p:cNvPr>
          <p:cNvSpPr txBox="1">
            <a:spLocks/>
          </p:cNvSpPr>
          <p:nvPr userDrawn="1"/>
        </p:nvSpPr>
        <p:spPr>
          <a:xfrm>
            <a:off x="540000" y="6555600"/>
            <a:ext cx="2808000" cy="360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noProof="0">
                <a:solidFill>
                  <a:schemeClr val="tx1"/>
                </a:solidFill>
              </a:rPr>
              <a:t>© PDM Interoperability Forum 2024 | </a:t>
            </a:r>
            <a:r>
              <a:rPr lang="en-US" noProof="1">
                <a:solidFill>
                  <a:schemeClr val="tx1"/>
                </a:solidFill>
              </a:rPr>
              <a:t>All rights reserved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57E82CC4-379A-80E7-C647-CE0671A8324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2094" y="1132199"/>
            <a:ext cx="2854800" cy="1209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189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prostep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43741" y="1282702"/>
            <a:ext cx="5384099" cy="5160433"/>
          </a:xfrm>
        </p:spPr>
        <p:txBody>
          <a:bodyPr/>
          <a:lstStyle>
            <a:lvl1pPr>
              <a:defRPr sz="2133">
                <a:solidFill>
                  <a:schemeClr val="tx1"/>
                </a:solidFill>
              </a:defRPr>
            </a:lvl1pPr>
            <a:lvl2pPr>
              <a:defRPr sz="2133">
                <a:solidFill>
                  <a:schemeClr val="tx1"/>
                </a:solidFill>
              </a:defRPr>
            </a:lvl2pPr>
            <a:lvl3pPr>
              <a:defRPr sz="2133">
                <a:solidFill>
                  <a:schemeClr val="tx1"/>
                </a:solidFill>
              </a:defRPr>
            </a:lvl3pPr>
            <a:lvl4pPr>
              <a:defRPr sz="2133">
                <a:solidFill>
                  <a:schemeClr val="tx1"/>
                </a:solidFill>
              </a:defRPr>
            </a:lvl4pPr>
            <a:lvl5pPr>
              <a:defRPr sz="2133">
                <a:solidFill>
                  <a:schemeClr val="tx1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91205" y="1282702"/>
            <a:ext cx="5384099" cy="5160433"/>
          </a:xfrm>
        </p:spPr>
        <p:txBody>
          <a:bodyPr/>
          <a:lstStyle>
            <a:lvl1pPr>
              <a:defRPr sz="2133">
                <a:solidFill>
                  <a:schemeClr val="tx1"/>
                </a:solidFill>
              </a:defRPr>
            </a:lvl1pPr>
            <a:lvl2pPr>
              <a:defRPr sz="2133">
                <a:solidFill>
                  <a:schemeClr val="tx1"/>
                </a:solidFill>
              </a:defRPr>
            </a:lvl2pPr>
            <a:lvl3pPr>
              <a:defRPr sz="2133">
                <a:solidFill>
                  <a:schemeClr val="tx1"/>
                </a:solidFill>
              </a:defRPr>
            </a:lvl3pPr>
            <a:lvl4pPr>
              <a:defRPr sz="2133">
                <a:solidFill>
                  <a:schemeClr val="tx1"/>
                </a:solidFill>
              </a:defRPr>
            </a:lvl4pPr>
            <a:lvl5pPr>
              <a:defRPr sz="2133">
                <a:solidFill>
                  <a:schemeClr val="tx1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440626777"/>
      </p:ext>
    </p:extLst>
  </p:cSld>
  <p:clrMapOvr>
    <a:masterClrMapping/>
  </p:clrMapOvr>
  <p:transition spd="slow">
    <p:wipe dir="r"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Bx Sing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 rIns="0">
            <a:normAutofit/>
          </a:bodyPr>
          <a:lstStyle>
            <a:lvl1pPr>
              <a:defRPr/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30.10.24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fld id="{F50FD2C4-56EC-4F07-B0B8-CEAC86EF6E31}" type="slidenum">
              <a:rPr lang="en-FR" smtClean="0"/>
              <a:pPr/>
              <a:t>‹Nr.›</a:t>
            </a:fld>
            <a:endParaRPr lang="en-FR" dirty="0"/>
          </a:p>
        </p:txBody>
      </p:sp>
      <p:sp>
        <p:nvSpPr>
          <p:cNvPr id="5" name="Textplatzhalter 7"/>
          <p:cNvSpPr>
            <a:spLocks noGrp="1"/>
          </p:cNvSpPr>
          <p:nvPr>
            <p:ph type="body" sz="quarter" idx="15" hasCustomPrompt="1"/>
          </p:nvPr>
        </p:nvSpPr>
        <p:spPr>
          <a:xfrm>
            <a:off x="540002" y="1029150"/>
            <a:ext cx="10605954" cy="541514"/>
          </a:xfrm>
          <a:ln>
            <a:noFill/>
          </a:ln>
        </p:spPr>
        <p:txBody>
          <a:bodyPr vert="horz" lIns="0" tIns="0" rIns="0" bIns="0" rtlCol="0">
            <a:normAutofit/>
          </a:bodyPr>
          <a:lstStyle>
            <a:lvl1pPr marL="0" marR="0" indent="0" algn="l" defTabSz="914309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lang="de-DE" sz="2000" noProof="0" dirty="0" smtClean="0">
                <a:solidFill>
                  <a:srgbClr val="C35C15"/>
                </a:solidFill>
              </a:defRPr>
            </a:lvl1pPr>
          </a:lstStyle>
          <a:p>
            <a:pPr marL="0" marR="0" lvl="0" indent="0" algn="l" defTabSz="914309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noProof="0" dirty="0"/>
              <a:t>Click to add subtitle</a:t>
            </a:r>
          </a:p>
        </p:txBody>
      </p:sp>
      <p:sp>
        <p:nvSpPr>
          <p:cNvPr id="7" name="Textplatzhalter 2"/>
          <p:cNvSpPr>
            <a:spLocks noGrp="1"/>
          </p:cNvSpPr>
          <p:nvPr>
            <p:ph idx="1" hasCustomPrompt="1"/>
          </p:nvPr>
        </p:nvSpPr>
        <p:spPr>
          <a:xfrm>
            <a:off x="540000" y="1638416"/>
            <a:ext cx="10604250" cy="4725971"/>
          </a:xfrm>
          <a:prstGeom prst="rect">
            <a:avLst/>
          </a:prstGeom>
          <a:solidFill>
            <a:srgbClr val="FFFFFF">
              <a:alpha val="65098"/>
            </a:srgbClr>
          </a:solidFill>
        </p:spPr>
        <p:txBody>
          <a:bodyPr vert="horz" lIns="0" tIns="0" rIns="0" bIns="0" rtlCol="0">
            <a:normAutofit/>
          </a:bodyPr>
          <a:lstStyle>
            <a:lvl1pPr>
              <a:defRPr lang="en-US" sz="2400" noProof="0" dirty="0"/>
            </a:lvl1pPr>
            <a:lvl2pPr>
              <a:defRPr lang="en-US" sz="2000" noProof="0" dirty="0"/>
            </a:lvl2pPr>
            <a:lvl3pPr>
              <a:defRPr lang="en-US" sz="1800" noProof="0" dirty="0"/>
            </a:lvl3pPr>
            <a:lvl4pPr>
              <a:defRPr lang="en-US" sz="1600" noProof="0" dirty="0"/>
            </a:lvl4pPr>
            <a:lvl5pPr>
              <a:defRPr lang="en-US" sz="1600" noProof="0" dirty="0"/>
            </a:lvl5pPr>
          </a:lstStyle>
          <a:p>
            <a:pPr lvl="0"/>
            <a:r>
              <a:rPr lang="en-US" noProof="0" dirty="0"/>
              <a:t>Edit master text format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01243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WIS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DEA6DC0C-8F61-4455-9F52-573B3698D7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43950" y="-5193"/>
            <a:ext cx="8502513" cy="452764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857600" y="3135900"/>
            <a:ext cx="8452800" cy="2253600"/>
          </a:xfrm>
        </p:spPr>
        <p:txBody>
          <a:bodyPr rIns="0" anchor="b" anchorCtr="0">
            <a:noAutofit/>
          </a:bodyPr>
          <a:lstStyle>
            <a:lvl1pPr algn="ctr">
              <a:lnSpc>
                <a:spcPct val="80000"/>
              </a:lnSpc>
              <a:spcBef>
                <a:spcPts val="1000"/>
              </a:spcBef>
              <a:defRPr sz="3600">
                <a:solidFill>
                  <a:schemeClr val="accent5"/>
                </a:solidFill>
              </a:defRPr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PDM-IF Winter Workshop - 28th of January &amp; 4th of February 2025</a:t>
            </a:r>
          </a:p>
        </p:txBody>
      </p:sp>
      <p:sp>
        <p:nvSpPr>
          <p:cNvPr id="8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1858174" y="5513091"/>
            <a:ext cx="8454157" cy="540000"/>
          </a:xfrm>
          <a:noFill/>
          <a:ln>
            <a:noFill/>
          </a:ln>
        </p:spPr>
        <p:txBody>
          <a:bodyPr vert="horz" lIns="0" tIns="0" rIns="0" bIns="0" rtlCol="0" anchor="t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400" dirty="0" smtClean="0"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to add subtitle</a:t>
            </a:r>
          </a:p>
        </p:txBody>
      </p:sp>
      <p:pic>
        <p:nvPicPr>
          <p:cNvPr id="10" name="Bild 7" descr="170328_Prostep_Logo_dunkelblau_rgb.png">
            <a:extLst>
              <a:ext uri="{FF2B5EF4-FFF2-40B4-BE49-F238E27FC236}">
                <a16:creationId xmlns:a16="http://schemas.microsoft.com/office/drawing/2014/main" id="{7739213E-6440-4109-8C0A-DE49B356122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7370" y="6261189"/>
            <a:ext cx="876818" cy="474472"/>
          </a:xfrm>
          <a:prstGeom prst="rect">
            <a:avLst/>
          </a:prstGeom>
        </p:spPr>
      </p:pic>
      <p:pic>
        <p:nvPicPr>
          <p:cNvPr id="11" name="Picture 2" descr="C:\Offlinedateien\CAX-IF Projektdoku\Misc\Präsentationen\PDES Logo.png">
            <a:extLst>
              <a:ext uri="{FF2B5EF4-FFF2-40B4-BE49-F238E27FC236}">
                <a16:creationId xmlns:a16="http://schemas.microsoft.com/office/drawing/2014/main" id="{75AA605D-6E17-45C9-8FF8-61213833D719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524267" y="6179021"/>
            <a:ext cx="1625550" cy="638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 21">
            <a:extLst>
              <a:ext uri="{FF2B5EF4-FFF2-40B4-BE49-F238E27FC236}">
                <a16:creationId xmlns:a16="http://schemas.microsoft.com/office/drawing/2014/main" id="{8A36836F-8749-46DF-9F34-5EAB4E57DB9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76225" y="6234107"/>
            <a:ext cx="1360488" cy="52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33127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WIS 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 rIns="0"/>
          <a:lstStyle>
            <a:lvl1pPr>
              <a:defRPr/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PDM-IF Winter Workshop - 28th of January &amp; 4th of February 2025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0FD2C4-56EC-4F07-B0B8-CEAC86EF6E31}" type="slidenum">
              <a:rPr lang="en-US" noProof="0" smtClean="0"/>
              <a:pPr/>
              <a:t>‹Nr.›</a:t>
            </a:fld>
            <a:endParaRPr lang="en-US" noProof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6" hasCustomPrompt="1"/>
          </p:nvPr>
        </p:nvSpPr>
        <p:spPr>
          <a:xfrm>
            <a:off x="540000" y="1029150"/>
            <a:ext cx="10796942" cy="540000"/>
          </a:xfrm>
          <a:ln>
            <a:noFill/>
          </a:ln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794942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WIS Sing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 rIns="0"/>
          <a:lstStyle>
            <a:lvl1pPr>
              <a:defRPr/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PDM-IF Winter Workshop - 28th of January &amp; 4th of February 2025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0FD2C4-56EC-4F07-B0B8-CEAC86EF6E31}" type="slidenum">
              <a:rPr lang="en-US" noProof="0" smtClean="0"/>
              <a:pPr/>
              <a:t>‹Nr.›</a:t>
            </a:fld>
            <a:endParaRPr lang="en-US" noProof="0"/>
          </a:p>
        </p:txBody>
      </p:sp>
      <p:sp>
        <p:nvSpPr>
          <p:cNvPr id="5" name="Textplatzhalter 7"/>
          <p:cNvSpPr>
            <a:spLocks noGrp="1"/>
          </p:cNvSpPr>
          <p:nvPr>
            <p:ph type="body" sz="quarter" idx="15" hasCustomPrompt="1"/>
          </p:nvPr>
        </p:nvSpPr>
        <p:spPr>
          <a:xfrm>
            <a:off x="540002" y="1029150"/>
            <a:ext cx="10605954" cy="541514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lang="de-DE" sz="2000" noProof="0" dirty="0" smtClean="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noProof="0"/>
              <a:t>Click to add subtitle</a:t>
            </a:r>
          </a:p>
        </p:txBody>
      </p:sp>
      <p:sp>
        <p:nvSpPr>
          <p:cNvPr id="7" name="Textplatzhalter 2"/>
          <p:cNvSpPr>
            <a:spLocks noGrp="1"/>
          </p:cNvSpPr>
          <p:nvPr>
            <p:ph idx="1" hasCustomPrompt="1"/>
          </p:nvPr>
        </p:nvSpPr>
        <p:spPr>
          <a:xfrm>
            <a:off x="540000" y="1638414"/>
            <a:ext cx="10604250" cy="4725971"/>
          </a:xfrm>
          <a:prstGeom prst="rect">
            <a:avLst/>
          </a:prstGeom>
          <a:solidFill>
            <a:srgbClr val="FFFFFF">
              <a:alpha val="65098"/>
            </a:srgbClr>
          </a:solidFill>
        </p:spPr>
        <p:txBody>
          <a:bodyPr vert="horz" lIns="0" tIns="0" rIns="0" bIns="0" rtlCol="0">
            <a:noAutofit/>
          </a:bodyPr>
          <a:lstStyle>
            <a:lvl1pPr>
              <a:defRPr lang="en-US" sz="2400" noProof="0" dirty="0"/>
            </a:lvl1pPr>
            <a:lvl2pPr>
              <a:defRPr lang="en-US" sz="2000" noProof="0" dirty="0"/>
            </a:lvl2pPr>
            <a:lvl3pPr>
              <a:defRPr lang="en-US" sz="1800" noProof="0" dirty="0"/>
            </a:lvl3pPr>
            <a:lvl4pPr>
              <a:defRPr lang="en-US" sz="1600" noProof="0" dirty="0"/>
            </a:lvl4pPr>
            <a:lvl5pPr>
              <a:defRPr lang="en-US" sz="1600" noProof="0" dirty="0"/>
            </a:lvl5pPr>
          </a:lstStyle>
          <a:p>
            <a:pPr lvl="0"/>
            <a:r>
              <a:rPr lang="en-US" noProof="0"/>
              <a:t>Edit master text format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42913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WIS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PDM-IF Winter Workshop - 28th of January &amp; 4th of February 2025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0FD2C4-56EC-4F07-B0B8-CEAC86EF6E31}" type="slidenum">
              <a:rPr lang="en-US" noProof="0" smtClean="0"/>
              <a:pPr/>
              <a:t>‹Nr.›</a:t>
            </a:fld>
            <a:endParaRPr lang="en-US" noProof="0"/>
          </a:p>
        </p:txBody>
      </p:sp>
      <p:sp>
        <p:nvSpPr>
          <p:cNvPr id="5" name="Textplatzhalter 7"/>
          <p:cNvSpPr>
            <a:spLocks noGrp="1"/>
          </p:cNvSpPr>
          <p:nvPr>
            <p:ph type="body" sz="quarter" idx="15" hasCustomPrompt="1"/>
          </p:nvPr>
        </p:nvSpPr>
        <p:spPr>
          <a:xfrm>
            <a:off x="540002" y="1029150"/>
            <a:ext cx="10605954" cy="541514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342900" indent="-342900">
              <a:buFont typeface="Arial" panose="020B0604020202020204" pitchFamily="34" charset="0"/>
              <a:buNone/>
              <a:defRPr lang="de-DE" sz="2000" noProof="0" dirty="0" smtClean="0">
                <a:solidFill>
                  <a:schemeClr val="accent5"/>
                </a:solidFill>
              </a:defRPr>
            </a:lvl1pPr>
          </a:lstStyle>
          <a:p>
            <a:pPr marL="0" lvl="0" indent="0"/>
            <a:r>
              <a:rPr lang="en-US" noProof="0"/>
              <a:t>Click to add subtitle</a:t>
            </a:r>
          </a:p>
        </p:txBody>
      </p:sp>
      <p:sp>
        <p:nvSpPr>
          <p:cNvPr id="8" name="Inhaltsplatzhalter 2"/>
          <p:cNvSpPr>
            <a:spLocks noGrp="1"/>
          </p:cNvSpPr>
          <p:nvPr>
            <p:ph idx="1" hasCustomPrompt="1"/>
          </p:nvPr>
        </p:nvSpPr>
        <p:spPr>
          <a:xfrm>
            <a:off x="540002" y="1638414"/>
            <a:ext cx="5108323" cy="4725972"/>
          </a:xfrm>
        </p:spPr>
        <p:txBody>
          <a:bodyPr vert="horz" lIns="0" tIns="0" rIns="0" bIns="0" rtlCol="0">
            <a:noAutofit/>
          </a:bodyPr>
          <a:lstStyle>
            <a:lvl1pPr>
              <a:defRPr lang="de-DE" sz="2400" noProof="0" dirty="0" smtClean="0"/>
            </a:lvl1pPr>
            <a:lvl2pPr>
              <a:defRPr lang="de-DE" sz="2000" noProof="0" dirty="0" smtClean="0"/>
            </a:lvl2pPr>
            <a:lvl3pPr>
              <a:defRPr lang="de-DE" sz="1800" noProof="0" dirty="0" smtClean="0"/>
            </a:lvl3pPr>
            <a:lvl4pPr>
              <a:defRPr lang="de-DE" sz="1600" noProof="0" dirty="0" smtClean="0"/>
            </a:lvl4pPr>
            <a:lvl5pPr>
              <a:defRPr lang="de-DE" sz="1600" noProof="0" dirty="0"/>
            </a:lvl5pPr>
          </a:lstStyle>
          <a:p>
            <a:pPr lvl="0"/>
            <a:r>
              <a:rPr lang="en-US" noProof="0"/>
              <a:t>Edit master text format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Inhaltsplatzhalter 2"/>
          <p:cNvSpPr>
            <a:spLocks noGrp="1"/>
          </p:cNvSpPr>
          <p:nvPr>
            <p:ph idx="14" hasCustomPrompt="1"/>
          </p:nvPr>
        </p:nvSpPr>
        <p:spPr>
          <a:xfrm>
            <a:off x="6036900" y="1638414"/>
            <a:ext cx="5108323" cy="4725972"/>
          </a:xfrm>
          <a:solidFill>
            <a:srgbClr val="FFFFFF">
              <a:alpha val="65098"/>
            </a:srgbClr>
          </a:solidFill>
        </p:spPr>
        <p:txBody>
          <a:bodyPr vert="horz" lIns="0" tIns="0" rIns="0" bIns="0" rtlCol="0">
            <a:noAutofit/>
          </a:bodyPr>
          <a:lstStyle>
            <a:lvl1pPr>
              <a:defRPr lang="de-DE" sz="2400" noProof="0" dirty="0" smtClean="0"/>
            </a:lvl1pPr>
            <a:lvl2pPr>
              <a:defRPr lang="de-DE" sz="2000" noProof="0" dirty="0" smtClean="0"/>
            </a:lvl2pPr>
            <a:lvl3pPr>
              <a:defRPr lang="de-DE" sz="1800" noProof="0" dirty="0" smtClean="0"/>
            </a:lvl3pPr>
            <a:lvl4pPr>
              <a:defRPr lang="de-DE" sz="1600" noProof="0" dirty="0" smtClean="0"/>
            </a:lvl4pPr>
            <a:lvl5pPr>
              <a:defRPr lang="de-DE" sz="1600" noProof="0" dirty="0"/>
            </a:lvl5pPr>
          </a:lstStyle>
          <a:p>
            <a:pPr lvl="0"/>
            <a:r>
              <a:rPr lang="en-US" noProof="0"/>
              <a:t>Edit master text format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57725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WIS Three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PDM-IF Winter Workshop - 28th of January &amp; 4th of February 2025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0FD2C4-56EC-4F07-B0B8-CEAC86EF6E31}" type="slidenum">
              <a:rPr lang="en-US" noProof="0" smtClean="0"/>
              <a:pPr/>
              <a:t>‹Nr.›</a:t>
            </a:fld>
            <a:endParaRPr lang="en-US" noProof="0"/>
          </a:p>
        </p:txBody>
      </p:sp>
      <p:sp>
        <p:nvSpPr>
          <p:cNvPr id="5" name="Textplatzhalter 7"/>
          <p:cNvSpPr>
            <a:spLocks noGrp="1"/>
          </p:cNvSpPr>
          <p:nvPr>
            <p:ph type="body" sz="quarter" idx="15" hasCustomPrompt="1"/>
          </p:nvPr>
        </p:nvSpPr>
        <p:spPr>
          <a:xfrm>
            <a:off x="540001" y="1029150"/>
            <a:ext cx="10607171" cy="541514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230400" indent="-230400">
              <a:buNone/>
              <a:defRPr lang="de-DE" sz="2000" noProof="0" dirty="0" smtClean="0">
                <a:solidFill>
                  <a:schemeClr val="accent5"/>
                </a:solidFill>
              </a:defRPr>
            </a:lvl1pPr>
          </a:lstStyle>
          <a:p>
            <a:pPr marL="0" lvl="0" indent="0"/>
            <a:r>
              <a:rPr lang="en-US" noProof="0"/>
              <a:t>Click to add subtitle</a:t>
            </a:r>
          </a:p>
        </p:txBody>
      </p:sp>
      <p:sp>
        <p:nvSpPr>
          <p:cNvPr id="8" name="Inhaltsplatzhalter 2"/>
          <p:cNvSpPr>
            <a:spLocks noGrp="1"/>
          </p:cNvSpPr>
          <p:nvPr>
            <p:ph idx="1" hasCustomPrompt="1"/>
          </p:nvPr>
        </p:nvSpPr>
        <p:spPr>
          <a:xfrm>
            <a:off x="540001" y="1638414"/>
            <a:ext cx="3317623" cy="4725972"/>
          </a:xfrm>
        </p:spPr>
        <p:txBody>
          <a:bodyPr vert="horz" lIns="0" tIns="0" rIns="0" bIns="0" rtlCol="0">
            <a:noAutofit/>
          </a:bodyPr>
          <a:lstStyle>
            <a:lvl1pPr>
              <a:defRPr lang="en-US" sz="2400" noProof="0" dirty="0"/>
            </a:lvl1pPr>
            <a:lvl2pPr>
              <a:defRPr lang="en-US" sz="2000" noProof="0" dirty="0"/>
            </a:lvl2pPr>
            <a:lvl3pPr>
              <a:defRPr lang="en-US" sz="1800" noProof="0" dirty="0"/>
            </a:lvl3pPr>
            <a:lvl4pPr>
              <a:defRPr lang="en-US" sz="1600" noProof="0" dirty="0"/>
            </a:lvl4pPr>
            <a:lvl5pPr>
              <a:defRPr lang="en-US" sz="1600" noProof="0" dirty="0"/>
            </a:lvl5pPr>
          </a:lstStyle>
          <a:p>
            <a:pPr lvl="0"/>
            <a:r>
              <a:rPr lang="en-US" noProof="0"/>
              <a:t>Edit master text format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Inhaltsplatzhalter 2"/>
          <p:cNvSpPr>
            <a:spLocks noGrp="1"/>
          </p:cNvSpPr>
          <p:nvPr>
            <p:ph idx="14" hasCustomPrompt="1"/>
          </p:nvPr>
        </p:nvSpPr>
        <p:spPr>
          <a:xfrm>
            <a:off x="7829549" y="1638414"/>
            <a:ext cx="3317623" cy="4725972"/>
          </a:xfrm>
        </p:spPr>
        <p:txBody>
          <a:bodyPr vert="horz" lIns="0" tIns="0" rIns="0" bIns="0" rtlCol="0">
            <a:noAutofit/>
          </a:bodyPr>
          <a:lstStyle>
            <a:lvl1pPr>
              <a:defRPr lang="en-US" sz="2400" noProof="0" dirty="0"/>
            </a:lvl1pPr>
            <a:lvl2pPr>
              <a:defRPr lang="en-US" sz="2000" noProof="0" dirty="0"/>
            </a:lvl2pPr>
            <a:lvl3pPr>
              <a:defRPr lang="en-US" sz="1800" noProof="0" dirty="0"/>
            </a:lvl3pPr>
            <a:lvl4pPr>
              <a:defRPr lang="en-US" sz="1600" noProof="0" dirty="0"/>
            </a:lvl4pPr>
            <a:lvl5pPr>
              <a:defRPr lang="en-US" sz="1600" noProof="0" dirty="0"/>
            </a:lvl5pPr>
          </a:lstStyle>
          <a:p>
            <a:pPr lvl="0"/>
            <a:r>
              <a:rPr lang="en-US" noProof="0"/>
              <a:t>Edit master text format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Inhaltsplatzhalter 2"/>
          <p:cNvSpPr>
            <a:spLocks noGrp="1"/>
          </p:cNvSpPr>
          <p:nvPr>
            <p:ph idx="16" hasCustomPrompt="1"/>
          </p:nvPr>
        </p:nvSpPr>
        <p:spPr>
          <a:xfrm>
            <a:off x="4184775" y="1638414"/>
            <a:ext cx="3317623" cy="4725972"/>
          </a:xfrm>
        </p:spPr>
        <p:txBody>
          <a:bodyPr vert="horz" lIns="0" tIns="0" rIns="0" bIns="0" rtlCol="0">
            <a:noAutofit/>
          </a:bodyPr>
          <a:lstStyle>
            <a:lvl1pPr>
              <a:defRPr lang="en-US" sz="2400" noProof="0"/>
            </a:lvl1pPr>
            <a:lvl2pPr>
              <a:defRPr lang="en-US" sz="2000" noProof="0"/>
            </a:lvl2pPr>
            <a:lvl3pPr>
              <a:defRPr lang="en-US" sz="1800" noProof="0"/>
            </a:lvl3pPr>
            <a:lvl4pPr>
              <a:defRPr lang="en-US" sz="1600" noProof="0"/>
            </a:lvl4pPr>
            <a:lvl5pPr>
              <a:defRPr lang="en-US" sz="1600" noProof="0"/>
            </a:lvl5pPr>
          </a:lstStyle>
          <a:p>
            <a:pPr lvl="0"/>
            <a:r>
              <a:rPr lang="en-US" noProof="0"/>
              <a:t>Edit master text format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33184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WIS Content + 1/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39998" y="484814"/>
            <a:ext cx="6879975" cy="1069200"/>
          </a:xfrm>
        </p:spPr>
        <p:txBody>
          <a:bodyPr rIns="0"/>
          <a:lstStyle>
            <a:lvl1pPr>
              <a:defRPr/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PDM-IF Winter Workshop - 28th of January &amp; 4th of February 2025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0FD2C4-56EC-4F07-B0B8-CEAC86EF6E31}" type="slidenum">
              <a:rPr lang="en-US" noProof="0" smtClean="0"/>
              <a:pPr/>
              <a:t>‹Nr.›</a:t>
            </a:fld>
            <a:endParaRPr lang="en-US" noProof="0"/>
          </a:p>
        </p:txBody>
      </p:sp>
      <p:sp>
        <p:nvSpPr>
          <p:cNvPr id="5" name="Textplatzhalter 7"/>
          <p:cNvSpPr>
            <a:spLocks noGrp="1"/>
          </p:cNvSpPr>
          <p:nvPr>
            <p:ph type="body" sz="quarter" idx="15" hasCustomPrompt="1"/>
          </p:nvPr>
        </p:nvSpPr>
        <p:spPr>
          <a:xfrm>
            <a:off x="540000" y="1024814"/>
            <a:ext cx="6879975" cy="541514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230400" indent="-230400">
              <a:buNone/>
              <a:defRPr lang="de-DE" sz="2000" noProof="0" dirty="0" smtClean="0">
                <a:solidFill>
                  <a:schemeClr val="accent5"/>
                </a:solidFill>
              </a:defRPr>
            </a:lvl1pPr>
          </a:lstStyle>
          <a:p>
            <a:pPr marL="0" lvl="0" indent="0"/>
            <a:r>
              <a:rPr lang="en-US" noProof="0"/>
              <a:t>Click to add subtitle</a:t>
            </a:r>
          </a:p>
        </p:txBody>
      </p:sp>
      <p:sp>
        <p:nvSpPr>
          <p:cNvPr id="6" name="Textplatzhalter 2"/>
          <p:cNvSpPr>
            <a:spLocks noGrp="1"/>
          </p:cNvSpPr>
          <p:nvPr>
            <p:ph idx="1" hasCustomPrompt="1"/>
          </p:nvPr>
        </p:nvSpPr>
        <p:spPr>
          <a:xfrm>
            <a:off x="540000" y="1649954"/>
            <a:ext cx="6879975" cy="477604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Edit master text format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Bildplatzhalter 5"/>
          <p:cNvSpPr>
            <a:spLocks noGrp="1"/>
          </p:cNvSpPr>
          <p:nvPr>
            <p:ph type="pic" sz="quarter" idx="25" hasCustomPrompt="1"/>
          </p:nvPr>
        </p:nvSpPr>
        <p:spPr>
          <a:xfrm>
            <a:off x="7419976" y="472501"/>
            <a:ext cx="3733800" cy="5953500"/>
          </a:xfrm>
          <a:solidFill>
            <a:schemeClr val="bg1">
              <a:lumMod val="75000"/>
            </a:schemeClr>
          </a:solidFill>
        </p:spPr>
        <p:txBody>
          <a:bodyPr lIns="144000" tIns="144000" rIns="144000" bIns="144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image</a:t>
            </a:r>
          </a:p>
        </p:txBody>
      </p:sp>
    </p:spTree>
    <p:extLst>
      <p:ext uri="{BB962C8B-B14F-4D97-AF65-F5344CB8AC3E}">
        <p14:creationId xmlns:p14="http://schemas.microsoft.com/office/powerpoint/2010/main" val="2224127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WIS Content + 1/2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 rIns="0"/>
          <a:lstStyle>
            <a:lvl1pPr>
              <a:defRPr/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PDM-IF Winter Workshop - 28th of January &amp; 4th of February 2025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0FD2C4-56EC-4F07-B0B8-CEAC86EF6E31}" type="slidenum">
              <a:rPr lang="en-US" noProof="0" smtClean="0"/>
              <a:pPr/>
              <a:t>‹Nr.›</a:t>
            </a:fld>
            <a:endParaRPr lang="en-US" noProof="0"/>
          </a:p>
        </p:txBody>
      </p:sp>
      <p:sp>
        <p:nvSpPr>
          <p:cNvPr id="5" name="Textplatzhalter 7"/>
          <p:cNvSpPr>
            <a:spLocks noGrp="1"/>
          </p:cNvSpPr>
          <p:nvPr>
            <p:ph type="body" sz="quarter" idx="15" hasCustomPrompt="1"/>
          </p:nvPr>
        </p:nvSpPr>
        <p:spPr>
          <a:xfrm>
            <a:off x="540003" y="1029150"/>
            <a:ext cx="10605952" cy="541514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230400" indent="-230400">
              <a:buNone/>
              <a:defRPr lang="de-DE" sz="2000" noProof="0" dirty="0" smtClean="0">
                <a:solidFill>
                  <a:schemeClr val="accent5"/>
                </a:solidFill>
              </a:defRPr>
            </a:lvl1pPr>
          </a:lstStyle>
          <a:p>
            <a:pPr marL="0" lvl="0" indent="0"/>
            <a:r>
              <a:rPr lang="en-US" noProof="0"/>
              <a:t>Click to add subtitle</a:t>
            </a:r>
          </a:p>
        </p:txBody>
      </p:sp>
      <p:sp>
        <p:nvSpPr>
          <p:cNvPr id="7" name="Textplatzhalter 2"/>
          <p:cNvSpPr>
            <a:spLocks noGrp="1"/>
          </p:cNvSpPr>
          <p:nvPr>
            <p:ph idx="1" hasCustomPrompt="1"/>
          </p:nvPr>
        </p:nvSpPr>
        <p:spPr>
          <a:xfrm>
            <a:off x="540000" y="1638414"/>
            <a:ext cx="5220000" cy="472597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/>
            </a:lvl1pPr>
            <a:lvl2pPr>
              <a:defRPr>
                <a:solidFill>
                  <a:schemeClr val="tx1"/>
                </a:solidFill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noProof="0"/>
              <a:t>Edit master text format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Bildplatzhalter 5"/>
          <p:cNvSpPr>
            <a:spLocks noGrp="1"/>
          </p:cNvSpPr>
          <p:nvPr>
            <p:ph type="pic" sz="quarter" idx="32" hasCustomPrompt="1"/>
          </p:nvPr>
        </p:nvSpPr>
        <p:spPr>
          <a:xfrm>
            <a:off x="5924100" y="1638414"/>
            <a:ext cx="5220000" cy="4725972"/>
          </a:xfrm>
          <a:solidFill>
            <a:schemeClr val="bg1">
              <a:lumMod val="75000"/>
            </a:schemeClr>
          </a:solidFill>
        </p:spPr>
        <p:txBody>
          <a:bodyPr lIns="144000" tIns="144000" rIns="144000" bIns="144000"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image</a:t>
            </a:r>
          </a:p>
        </p:txBody>
      </p:sp>
    </p:spTree>
    <p:extLst>
      <p:ext uri="{BB962C8B-B14F-4D97-AF65-F5344CB8AC3E}">
        <p14:creationId xmlns:p14="http://schemas.microsoft.com/office/powerpoint/2010/main" val="1290019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WIS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40000" y="493614"/>
            <a:ext cx="10613779" cy="1072386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PDM-IF Winter Workshop - 28th of January &amp; 4th of February 2025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0FD2C4-56EC-4F07-B0B8-CEAC86EF6E31}" type="slidenum">
              <a:rPr lang="en-US" noProof="0" smtClean="0"/>
              <a:pPr/>
              <a:t>‹Nr.›</a:t>
            </a:fld>
            <a:endParaRPr lang="en-US" noProof="0"/>
          </a:p>
        </p:txBody>
      </p:sp>
      <p:sp>
        <p:nvSpPr>
          <p:cNvPr id="5" name="Textplatzhalter 7"/>
          <p:cNvSpPr>
            <a:spLocks noGrp="1"/>
          </p:cNvSpPr>
          <p:nvPr>
            <p:ph type="body" sz="quarter" idx="15" hasCustomPrompt="1"/>
          </p:nvPr>
        </p:nvSpPr>
        <p:spPr>
          <a:xfrm>
            <a:off x="539752" y="1050202"/>
            <a:ext cx="10614024" cy="515798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230400" indent="-230400">
              <a:buNone/>
              <a:defRPr lang="de-DE" sz="2000" noProof="0" dirty="0" smtClean="0">
                <a:solidFill>
                  <a:schemeClr val="accent5"/>
                </a:solidFill>
              </a:defRPr>
            </a:lvl1pPr>
          </a:lstStyle>
          <a:p>
            <a:pPr marL="0" lvl="0" indent="0"/>
            <a:r>
              <a:rPr lang="en-US" noProof="0"/>
              <a:t>Click to add subtitle</a:t>
            </a:r>
          </a:p>
        </p:txBody>
      </p:sp>
      <p:sp>
        <p:nvSpPr>
          <p:cNvPr id="6" name="Bildplatzhalter 5"/>
          <p:cNvSpPr>
            <a:spLocks noGrp="1"/>
          </p:cNvSpPr>
          <p:nvPr>
            <p:ph type="pic" sz="quarter" idx="31" hasCustomPrompt="1"/>
          </p:nvPr>
        </p:nvSpPr>
        <p:spPr>
          <a:xfrm>
            <a:off x="539750" y="1638414"/>
            <a:ext cx="10614025" cy="4725972"/>
          </a:xfrm>
          <a:solidFill>
            <a:schemeClr val="bg1">
              <a:lumMod val="75000"/>
            </a:schemeClr>
          </a:solidFill>
        </p:spPr>
        <p:txBody>
          <a:bodyPr lIns="144000" tIns="144000" rIns="144000" bIns="144000"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image</a:t>
            </a:r>
          </a:p>
        </p:txBody>
      </p:sp>
    </p:spTree>
    <p:extLst>
      <p:ext uri="{BB962C8B-B14F-4D97-AF65-F5344CB8AC3E}">
        <p14:creationId xmlns:p14="http://schemas.microsoft.com/office/powerpoint/2010/main" val="3266992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WIS Comparison 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40000" y="493614"/>
            <a:ext cx="10602599" cy="1072386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PDM-IF Winter Workshop - 28th of January &amp; 4th of February 2025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0FD2C4-56EC-4F07-B0B8-CEAC86EF6E31}" type="slidenum">
              <a:rPr lang="en-US" noProof="0" smtClean="0"/>
              <a:pPr/>
              <a:t>‹Nr.›</a:t>
            </a:fld>
            <a:endParaRPr lang="en-US" noProof="0"/>
          </a:p>
        </p:txBody>
      </p:sp>
      <p:sp>
        <p:nvSpPr>
          <p:cNvPr id="5" name="Textplatzhalter 7"/>
          <p:cNvSpPr>
            <a:spLocks noGrp="1"/>
          </p:cNvSpPr>
          <p:nvPr>
            <p:ph type="body" sz="quarter" idx="15" hasCustomPrompt="1"/>
          </p:nvPr>
        </p:nvSpPr>
        <p:spPr>
          <a:xfrm>
            <a:off x="540003" y="1029150"/>
            <a:ext cx="10602597" cy="541514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342900" indent="-342900">
              <a:buFont typeface="Arial" panose="020B0604020202020204" pitchFamily="34" charset="0"/>
              <a:buNone/>
              <a:defRPr lang="de-DE" sz="2000" noProof="0" dirty="0" smtClean="0">
                <a:solidFill>
                  <a:schemeClr val="accent5"/>
                </a:solidFill>
              </a:defRPr>
            </a:lvl1pPr>
          </a:lstStyle>
          <a:p>
            <a:pPr marL="0" lvl="0" indent="0"/>
            <a:r>
              <a:rPr lang="en-US" noProof="0"/>
              <a:t>Click to add subtitle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idx="1" hasCustomPrompt="1"/>
          </p:nvPr>
        </p:nvSpPr>
        <p:spPr bwMode="gray">
          <a:xfrm>
            <a:off x="540000" y="1638414"/>
            <a:ext cx="5220000" cy="360000"/>
          </a:xfrm>
          <a:solidFill>
            <a:srgbClr val="F6D800"/>
          </a:solidFill>
        </p:spPr>
        <p:txBody>
          <a:bodyPr vert="horz" lIns="216000" tIns="0" rIns="144000" bIns="0" rtlCol="0" anchor="ctr">
            <a:noAutofit/>
          </a:bodyPr>
          <a:lstStyle>
            <a:lvl1pPr>
              <a:defRPr lang="en-US" sz="2000" b="1" noProof="0">
                <a:latin typeface="+mj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US" noProof="0"/>
              <a:t>Edit master text format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 hasCustomPrompt="1"/>
          </p:nvPr>
        </p:nvSpPr>
        <p:spPr bwMode="gray">
          <a:xfrm>
            <a:off x="540000" y="1998414"/>
            <a:ext cx="5220000" cy="4365972"/>
          </a:xfrm>
        </p:spPr>
        <p:txBody>
          <a:bodyPr vert="horz" lIns="0" tIns="108000" rIns="0" bIns="0" rtlCol="0">
            <a:noAutofit/>
          </a:bodyPr>
          <a:lstStyle>
            <a:lvl1pPr>
              <a:defRPr lang="en-US" sz="2000" noProof="0" dirty="0"/>
            </a:lvl1pPr>
            <a:lvl2pPr>
              <a:defRPr lang="en-US" sz="1800" noProof="0" dirty="0"/>
            </a:lvl2pPr>
            <a:lvl3pPr>
              <a:defRPr lang="en-US" sz="1600" noProof="0" dirty="0"/>
            </a:lvl3pPr>
            <a:lvl4pPr>
              <a:defRPr lang="en-US" sz="1400" noProof="0" dirty="0"/>
            </a:lvl4pPr>
            <a:lvl5pPr>
              <a:defRPr lang="en-US" sz="1400" noProof="0" dirty="0"/>
            </a:lvl5pPr>
          </a:lstStyle>
          <a:p>
            <a:pPr lvl="0"/>
            <a:r>
              <a:rPr lang="en-US" noProof="0"/>
              <a:t>Edit master text format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3" hasCustomPrompt="1"/>
          </p:nvPr>
        </p:nvSpPr>
        <p:spPr bwMode="gray">
          <a:xfrm>
            <a:off x="5922600" y="1638414"/>
            <a:ext cx="5220000" cy="360000"/>
          </a:xfrm>
          <a:solidFill>
            <a:srgbClr val="F6D800"/>
          </a:solidFill>
        </p:spPr>
        <p:txBody>
          <a:bodyPr vert="horz" lIns="216000" tIns="0" rIns="144000" bIns="0" rtlCol="0" anchor="ctr">
            <a:noAutofit/>
          </a:bodyPr>
          <a:lstStyle>
            <a:lvl1pPr>
              <a:defRPr lang="en-US" sz="2000" b="1" noProof="0" dirty="0">
                <a:latin typeface="+mj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US" noProof="0"/>
              <a:t>Edit master text format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6" hasCustomPrompt="1"/>
          </p:nvPr>
        </p:nvSpPr>
        <p:spPr bwMode="gray">
          <a:xfrm>
            <a:off x="5922600" y="1998414"/>
            <a:ext cx="5220000" cy="4365972"/>
          </a:xfrm>
          <a:solidFill>
            <a:srgbClr val="FFFFFF">
              <a:alpha val="65098"/>
            </a:srgbClr>
          </a:solidFill>
        </p:spPr>
        <p:txBody>
          <a:bodyPr vert="horz" lIns="0" tIns="108000" rIns="0" bIns="0" rtlCol="0">
            <a:noAutofit/>
          </a:bodyPr>
          <a:lstStyle>
            <a:lvl1pPr>
              <a:defRPr lang="en-US" sz="2000" noProof="0" dirty="0"/>
            </a:lvl1pPr>
            <a:lvl2pPr>
              <a:defRPr lang="en-US" sz="1800" noProof="0" dirty="0"/>
            </a:lvl2pPr>
            <a:lvl3pPr>
              <a:defRPr lang="en-US" sz="1600" noProof="0" dirty="0"/>
            </a:lvl3pPr>
            <a:lvl4pPr>
              <a:defRPr lang="en-US" sz="1400" noProof="0" dirty="0"/>
            </a:lvl4pPr>
            <a:lvl5pPr>
              <a:defRPr lang="en-US" sz="1400" noProof="0" dirty="0"/>
            </a:lvl5pPr>
          </a:lstStyle>
          <a:p>
            <a:pPr lvl="0"/>
            <a:r>
              <a:rPr lang="en-US" noProof="0"/>
              <a:t>Edit master text format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11792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WIS Comparison x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40000" y="493614"/>
            <a:ext cx="10599450" cy="1072386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PDM-IF Winter Workshop - 28th of January &amp; 4th of February 2025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0FD2C4-56EC-4F07-B0B8-CEAC86EF6E31}" type="slidenum">
              <a:rPr lang="en-US" noProof="0" smtClean="0"/>
              <a:pPr/>
              <a:t>‹Nr.›</a:t>
            </a:fld>
            <a:endParaRPr lang="en-US" noProof="0"/>
          </a:p>
        </p:txBody>
      </p:sp>
      <p:sp>
        <p:nvSpPr>
          <p:cNvPr id="5" name="Textplatzhalter 7"/>
          <p:cNvSpPr>
            <a:spLocks noGrp="1"/>
          </p:cNvSpPr>
          <p:nvPr>
            <p:ph type="body" sz="quarter" idx="15" hasCustomPrompt="1"/>
          </p:nvPr>
        </p:nvSpPr>
        <p:spPr>
          <a:xfrm>
            <a:off x="540003" y="1029150"/>
            <a:ext cx="10599448" cy="541514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230400" indent="-230400">
              <a:buNone/>
              <a:defRPr lang="de-DE" sz="2000" noProof="0" dirty="0" smtClean="0">
                <a:solidFill>
                  <a:schemeClr val="accent5"/>
                </a:solidFill>
              </a:defRPr>
            </a:lvl1pPr>
          </a:lstStyle>
          <a:p>
            <a:pPr marL="0" lvl="0" indent="0"/>
            <a:r>
              <a:rPr lang="en-US" noProof="0"/>
              <a:t>Click to add subtitle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540000" y="1998414"/>
            <a:ext cx="3348000" cy="4365972"/>
          </a:xfrm>
        </p:spPr>
        <p:txBody>
          <a:bodyPr vert="horz" lIns="0" tIns="108000" rIns="0" bIns="0" rtlCol="0">
            <a:noAutofit/>
          </a:bodyPr>
          <a:lstStyle>
            <a:lvl1pPr>
              <a:defRPr lang="en-US" sz="2000" noProof="0" dirty="0"/>
            </a:lvl1pPr>
            <a:lvl2pPr>
              <a:defRPr lang="en-US" sz="1800" noProof="0" dirty="0"/>
            </a:lvl2pPr>
            <a:lvl3pPr>
              <a:defRPr lang="en-US" sz="1600" noProof="0" dirty="0"/>
            </a:lvl3pPr>
            <a:lvl4pPr>
              <a:defRPr lang="en-US" sz="1400" noProof="0" dirty="0"/>
            </a:lvl4pPr>
            <a:lvl5pPr>
              <a:defRPr lang="en-US" sz="1400" noProof="0" dirty="0"/>
            </a:lvl5pPr>
          </a:lstStyle>
          <a:p>
            <a:pPr lvl="0"/>
            <a:r>
              <a:rPr lang="en-US" noProof="0"/>
              <a:t>Edit master text format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 hasCustomPrompt="1"/>
          </p:nvPr>
        </p:nvSpPr>
        <p:spPr bwMode="gray">
          <a:xfrm>
            <a:off x="7791450" y="1998414"/>
            <a:ext cx="3348000" cy="4365972"/>
          </a:xfrm>
          <a:solidFill>
            <a:srgbClr val="FFFFFF">
              <a:alpha val="65098"/>
            </a:srgbClr>
          </a:solidFill>
        </p:spPr>
        <p:txBody>
          <a:bodyPr vert="horz" lIns="0" tIns="108000" rIns="0" bIns="0" rtlCol="0">
            <a:noAutofit/>
          </a:bodyPr>
          <a:lstStyle>
            <a:lvl1pPr>
              <a:defRPr lang="en-US" sz="2000" noProof="0" dirty="0"/>
            </a:lvl1pPr>
            <a:lvl2pPr>
              <a:defRPr lang="en-US" sz="1800" noProof="0" dirty="0"/>
            </a:lvl2pPr>
            <a:lvl3pPr>
              <a:defRPr lang="en-US" sz="1600" noProof="0" dirty="0"/>
            </a:lvl3pPr>
            <a:lvl4pPr>
              <a:defRPr lang="en-US" sz="1400" noProof="0" dirty="0"/>
            </a:lvl4pPr>
            <a:lvl5pPr>
              <a:defRPr lang="en-US" sz="1400" noProof="0" dirty="0"/>
            </a:lvl5pPr>
          </a:lstStyle>
          <a:p>
            <a:pPr lvl="0"/>
            <a:r>
              <a:rPr lang="en-US" noProof="0"/>
              <a:t>Edit master text format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14" hasCustomPrompt="1"/>
          </p:nvPr>
        </p:nvSpPr>
        <p:spPr bwMode="gray">
          <a:xfrm>
            <a:off x="4165725" y="1998414"/>
            <a:ext cx="3348000" cy="4365972"/>
          </a:xfrm>
        </p:spPr>
        <p:txBody>
          <a:bodyPr vert="horz" lIns="0" tIns="108000" rIns="0" bIns="0" rtlCol="0">
            <a:noAutofit/>
          </a:bodyPr>
          <a:lstStyle>
            <a:lvl1pPr>
              <a:defRPr lang="en-US" sz="2000" noProof="0" dirty="0"/>
            </a:lvl1pPr>
            <a:lvl2pPr>
              <a:defRPr lang="en-US" sz="1800" noProof="0" dirty="0"/>
            </a:lvl2pPr>
            <a:lvl3pPr>
              <a:defRPr lang="en-US" sz="1600" noProof="0" dirty="0"/>
            </a:lvl3pPr>
            <a:lvl4pPr>
              <a:defRPr lang="en-US" sz="1400" noProof="0" dirty="0"/>
            </a:lvl4pPr>
            <a:lvl5pPr>
              <a:defRPr lang="en-US" sz="1400" noProof="0" dirty="0"/>
            </a:lvl5pPr>
          </a:lstStyle>
          <a:p>
            <a:pPr lvl="0"/>
            <a:r>
              <a:rPr lang="en-US" noProof="0"/>
              <a:t>Edit master text format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6" hasCustomPrompt="1"/>
          </p:nvPr>
        </p:nvSpPr>
        <p:spPr bwMode="gray">
          <a:xfrm>
            <a:off x="540000" y="1638414"/>
            <a:ext cx="3348000" cy="360000"/>
          </a:xfrm>
          <a:solidFill>
            <a:srgbClr val="F6D800"/>
          </a:solidFill>
        </p:spPr>
        <p:txBody>
          <a:bodyPr vert="horz" lIns="216000" tIns="0" rIns="144000" bIns="0" rtlCol="0" anchor="ctr">
            <a:noAutofit/>
          </a:bodyPr>
          <a:lstStyle>
            <a:lvl1pPr>
              <a:defRPr lang="en-US" sz="2000" b="1" noProof="0">
                <a:latin typeface="+mj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US" noProof="0"/>
              <a:t>Edit master text format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3" hasCustomPrompt="1"/>
          </p:nvPr>
        </p:nvSpPr>
        <p:spPr bwMode="gray">
          <a:xfrm>
            <a:off x="4165725" y="1638414"/>
            <a:ext cx="3348000" cy="360000"/>
          </a:xfrm>
          <a:solidFill>
            <a:srgbClr val="F6D800"/>
          </a:solidFill>
        </p:spPr>
        <p:txBody>
          <a:bodyPr vert="horz" lIns="216000" tIns="0" rIns="144000" bIns="0" rtlCol="0" anchor="ctr">
            <a:noAutofit/>
          </a:bodyPr>
          <a:lstStyle>
            <a:lvl1pPr>
              <a:defRPr lang="en-US" sz="2000" b="1" noProof="0" dirty="0">
                <a:latin typeface="+mj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US" noProof="0"/>
              <a:t>Edit master text format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7791450" y="1638414"/>
            <a:ext cx="3348000" cy="360000"/>
          </a:xfrm>
          <a:solidFill>
            <a:srgbClr val="F6D800"/>
          </a:solidFill>
        </p:spPr>
        <p:txBody>
          <a:bodyPr vert="horz" lIns="216000" tIns="0" rIns="144000" bIns="0" rtlCol="0" anchor="ctr">
            <a:noAutofit/>
          </a:bodyPr>
          <a:lstStyle>
            <a:lvl1pPr>
              <a:defRPr lang="en-US" sz="2000" b="1" noProof="0" dirty="0">
                <a:latin typeface="+mj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US" noProof="0"/>
              <a:t>Edit master text format</a:t>
            </a:r>
          </a:p>
        </p:txBody>
      </p:sp>
    </p:spTree>
    <p:extLst>
      <p:ext uri="{BB962C8B-B14F-4D97-AF65-F5344CB8AC3E}">
        <p14:creationId xmlns:p14="http://schemas.microsoft.com/office/powerpoint/2010/main" val="3493894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WIS Seperator Dark Gree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D4FF4A81-E705-46A7-A0D7-4FC6926E14D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2094" y="937024"/>
            <a:ext cx="2854800" cy="1597317"/>
          </a:xfrm>
          <a:prstGeom prst="rect">
            <a:avLst/>
          </a:prstGeom>
        </p:spPr>
      </p:pic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PDM-IF Winter Workshop - 28th of January &amp; 4th of February 2025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0FD2C4-56EC-4F07-B0B8-CEAC86EF6E31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7" name="Titel 1"/>
          <p:cNvSpPr>
            <a:spLocks noGrp="1"/>
          </p:cNvSpPr>
          <p:nvPr>
            <p:ph type="ctrTitle" hasCustomPrompt="1"/>
          </p:nvPr>
        </p:nvSpPr>
        <p:spPr bwMode="invGray">
          <a:xfrm>
            <a:off x="540000" y="2484000"/>
            <a:ext cx="8971743" cy="1296000"/>
          </a:xfrm>
          <a:ln>
            <a:noFill/>
          </a:ln>
        </p:spPr>
        <p:txBody>
          <a:bodyPr vert="horz" lIns="0" tIns="0" rIns="0" bIns="0" rtlCol="0" anchor="b" anchorCtr="0">
            <a:noAutofit/>
          </a:bodyPr>
          <a:lstStyle>
            <a:lvl1pPr>
              <a:spcBef>
                <a:spcPts val="1000"/>
              </a:spcBef>
              <a:spcAft>
                <a:spcPts val="0"/>
              </a:spcAft>
              <a:defRPr lang="de-DE" sz="4000" b="0" cap="all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marL="0" lvl="0">
              <a:lnSpc>
                <a:spcPct val="80000"/>
              </a:lnSpc>
            </a:pPr>
            <a:r>
              <a:rPr lang="en-US" noProof="0"/>
              <a:t>Click to add title</a:t>
            </a:r>
          </a:p>
        </p:txBody>
      </p:sp>
      <p:sp>
        <p:nvSpPr>
          <p:cNvPr id="8" name="Untertitel 2"/>
          <p:cNvSpPr>
            <a:spLocks noGrp="1"/>
          </p:cNvSpPr>
          <p:nvPr>
            <p:ph type="subTitle" idx="1" hasCustomPrompt="1"/>
          </p:nvPr>
        </p:nvSpPr>
        <p:spPr bwMode="invGray">
          <a:xfrm>
            <a:off x="540000" y="3816000"/>
            <a:ext cx="8971743" cy="792000"/>
          </a:xfrm>
          <a:noFill/>
          <a:ln>
            <a:noFill/>
          </a:ln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80000"/>
              </a:lnSpc>
              <a:spcAft>
                <a:spcPts val="0"/>
              </a:spcAft>
              <a:buNone/>
              <a:defRPr lang="de-DE" sz="2400" b="0" cap="none" noProof="0" dirty="0" smtClean="0">
                <a:solidFill>
                  <a:schemeClr val="bg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pPr marL="0" lvl="0">
              <a:lnSpc>
                <a:spcPct val="80000"/>
              </a:lnSpc>
              <a:spcAft>
                <a:spcPts val="0"/>
              </a:spcAft>
            </a:pPr>
            <a:r>
              <a:rPr lang="en-US" noProof="0"/>
              <a:t>Click to add subtitle</a:t>
            </a:r>
          </a:p>
        </p:txBody>
      </p:sp>
      <p:sp>
        <p:nvSpPr>
          <p:cNvPr id="9" name="Fußzeilenplatzhalter 4">
            <a:extLst>
              <a:ext uri="{FF2B5EF4-FFF2-40B4-BE49-F238E27FC236}">
                <a16:creationId xmlns:a16="http://schemas.microsoft.com/office/drawing/2014/main" id="{D7F475A4-8326-4412-9E6F-42B5AE3E37B0}"/>
              </a:ext>
            </a:extLst>
          </p:cNvPr>
          <p:cNvSpPr txBox="1">
            <a:spLocks/>
          </p:cNvSpPr>
          <p:nvPr userDrawn="1"/>
        </p:nvSpPr>
        <p:spPr>
          <a:xfrm>
            <a:off x="540000" y="6555600"/>
            <a:ext cx="2808000" cy="360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noProof="0">
                <a:solidFill>
                  <a:schemeClr val="bg1"/>
                </a:solidFill>
              </a:rPr>
              <a:t>© EWIS Interoperability Forum 2023 | </a:t>
            </a:r>
            <a:r>
              <a:rPr lang="en-US" noProof="1">
                <a:solidFill>
                  <a:schemeClr val="bg1"/>
                </a:solidFill>
              </a:rPr>
              <a:t>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801426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WIS Seperator Light Green"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PDM-IF Winter Workshop - 28th of January &amp; 4th of February 2025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0FD2C4-56EC-4F07-B0B8-CEAC86EF6E31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7" name="Titel 1"/>
          <p:cNvSpPr>
            <a:spLocks noGrp="1"/>
          </p:cNvSpPr>
          <p:nvPr>
            <p:ph type="ctrTitle" hasCustomPrompt="1"/>
          </p:nvPr>
        </p:nvSpPr>
        <p:spPr bwMode="invGray">
          <a:xfrm>
            <a:off x="540000" y="2484000"/>
            <a:ext cx="8971743" cy="1296000"/>
          </a:xfrm>
          <a:ln>
            <a:noFill/>
          </a:ln>
        </p:spPr>
        <p:txBody>
          <a:bodyPr vert="horz" lIns="0" tIns="0" rIns="0" bIns="0" rtlCol="0" anchor="b" anchorCtr="0">
            <a:noAutofit/>
          </a:bodyPr>
          <a:lstStyle>
            <a:lvl1pPr>
              <a:spcBef>
                <a:spcPts val="1000"/>
              </a:spcBef>
              <a:spcAft>
                <a:spcPts val="0"/>
              </a:spcAft>
              <a:defRPr lang="de-DE" sz="4000" b="0" cap="all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marL="0" lvl="0">
              <a:lnSpc>
                <a:spcPct val="80000"/>
              </a:lnSpc>
            </a:pPr>
            <a:r>
              <a:rPr lang="en-US" noProof="0"/>
              <a:t>Click to add title</a:t>
            </a:r>
          </a:p>
        </p:txBody>
      </p:sp>
      <p:sp>
        <p:nvSpPr>
          <p:cNvPr id="8" name="Untertitel 2"/>
          <p:cNvSpPr>
            <a:spLocks noGrp="1"/>
          </p:cNvSpPr>
          <p:nvPr>
            <p:ph type="subTitle" idx="1" hasCustomPrompt="1"/>
          </p:nvPr>
        </p:nvSpPr>
        <p:spPr bwMode="invGray">
          <a:xfrm>
            <a:off x="540000" y="3816000"/>
            <a:ext cx="8971743" cy="792000"/>
          </a:xfrm>
          <a:noFill/>
          <a:ln>
            <a:noFill/>
          </a:ln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80000"/>
              </a:lnSpc>
              <a:spcAft>
                <a:spcPts val="0"/>
              </a:spcAft>
              <a:buNone/>
              <a:defRPr lang="de-DE" sz="2400" b="0" cap="none" noProof="0" dirty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pPr marL="0" lvl="0">
              <a:lnSpc>
                <a:spcPct val="80000"/>
              </a:lnSpc>
              <a:spcAft>
                <a:spcPts val="0"/>
              </a:spcAft>
            </a:pPr>
            <a:r>
              <a:rPr lang="en-US" noProof="0"/>
              <a:t>Click to add subtitle</a:t>
            </a:r>
          </a:p>
        </p:txBody>
      </p:sp>
      <p:sp>
        <p:nvSpPr>
          <p:cNvPr id="9" name="Fußzeilenplatzhalter 4">
            <a:extLst>
              <a:ext uri="{FF2B5EF4-FFF2-40B4-BE49-F238E27FC236}">
                <a16:creationId xmlns:a16="http://schemas.microsoft.com/office/drawing/2014/main" id="{D7F475A4-8326-4412-9E6F-42B5AE3E37B0}"/>
              </a:ext>
            </a:extLst>
          </p:cNvPr>
          <p:cNvSpPr txBox="1">
            <a:spLocks/>
          </p:cNvSpPr>
          <p:nvPr userDrawn="1"/>
        </p:nvSpPr>
        <p:spPr>
          <a:xfrm>
            <a:off x="540000" y="6555600"/>
            <a:ext cx="2808000" cy="360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noProof="0">
                <a:solidFill>
                  <a:schemeClr val="tx1"/>
                </a:solidFill>
              </a:rPr>
              <a:t>© EWIS Interoperability Forum 2023 | </a:t>
            </a:r>
            <a:r>
              <a:rPr lang="en-US" noProof="1">
                <a:solidFill>
                  <a:schemeClr val="tx1"/>
                </a:solidFill>
              </a:rPr>
              <a:t>All rights reserved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AA4E64AC-CB45-4D2F-B366-6BA115DD67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2094" y="937024"/>
            <a:ext cx="2854800" cy="1597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279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Bx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857600" y="3135901"/>
            <a:ext cx="8452800" cy="1798707"/>
          </a:xfrm>
        </p:spPr>
        <p:txBody>
          <a:bodyPr rIns="0" anchor="b" anchorCtr="0">
            <a:normAutofit/>
          </a:bodyPr>
          <a:lstStyle>
            <a:lvl1pPr algn="ctr">
              <a:lnSpc>
                <a:spcPct val="80000"/>
              </a:lnSpc>
              <a:spcBef>
                <a:spcPts val="1000"/>
              </a:spcBef>
              <a:defRPr sz="3600">
                <a:solidFill>
                  <a:srgbClr val="C35C15"/>
                </a:solidFill>
                <a:latin typeface="Avenir Book" panose="02000503020000020003" pitchFamily="2" charset="0"/>
              </a:defRPr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>
          <a:xfrm>
            <a:off x="1841895" y="5402395"/>
            <a:ext cx="8452800" cy="426393"/>
          </a:xfrm>
          <a:noFill/>
          <a:ln>
            <a:noFill/>
          </a:ln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2400" noProof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 defTabSz="914309">
              <a:lnSpc>
                <a:spcPct val="80000"/>
              </a:lnSpc>
            </a:pPr>
            <a:r>
              <a:rPr lang="en-US" dirty="0"/>
              <a:t>PDM-IF Winter Workshop - 28th of January &amp; 4th of February 2025</a:t>
            </a:r>
            <a:endParaRPr lang="en-GB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2281C519-588D-1AF6-EF46-536179643F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1896" y="311882"/>
            <a:ext cx="8490918" cy="359802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80D58B7-2F9C-07B4-E57B-9E2E6F2B05D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6532" y="6208942"/>
            <a:ext cx="1010521" cy="546894"/>
          </a:xfrm>
          <a:prstGeom prst="rect">
            <a:avLst/>
          </a:prstGeom>
        </p:spPr>
      </p:pic>
      <p:pic>
        <p:nvPicPr>
          <p:cNvPr id="5" name="Picture 2" descr="C:\Users\Klier\Desktop\logo-afnet-2.png">
            <a:extLst>
              <a:ext uri="{FF2B5EF4-FFF2-40B4-BE49-F238E27FC236}">
                <a16:creationId xmlns:a16="http://schemas.microsoft.com/office/drawing/2014/main" id="{DE840569-920C-7DBA-7F15-7636B71CBAB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199" y="6386460"/>
            <a:ext cx="1402428" cy="331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07D47A-51CE-F747-8D3B-2762050FB1A3}"/>
              </a:ext>
            </a:extLst>
          </p:cNvPr>
          <p:cNvSpPr txBox="1"/>
          <p:nvPr userDrawn="1"/>
        </p:nvSpPr>
        <p:spPr>
          <a:xfrm>
            <a:off x="4505235" y="6441929"/>
            <a:ext cx="3179944" cy="215444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1400" i="0" noProof="1">
                <a:latin typeface="Consolas" panose="020B0609020204030204" pitchFamily="49" charset="0"/>
                <a:cs typeface="Consolas" panose="020B0609020204030204" pitchFamily="49" charset="0"/>
              </a:rPr>
              <a:t>https://www.mbx-if.org/home/pdm/</a:t>
            </a:r>
          </a:p>
        </p:txBody>
      </p:sp>
    </p:spTree>
    <p:extLst>
      <p:ext uri="{BB962C8B-B14F-4D97-AF65-F5344CB8AC3E}">
        <p14:creationId xmlns:p14="http://schemas.microsoft.com/office/powerpoint/2010/main" val="4232482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Bx Sing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40000" y="493614"/>
            <a:ext cx="10605956" cy="546334"/>
          </a:xfrm>
        </p:spPr>
        <p:txBody>
          <a:bodyPr rIns="0">
            <a:normAutofit/>
          </a:bodyPr>
          <a:lstStyle>
            <a:lvl1pPr>
              <a:defRPr/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PDM-IF Winter Workshop - 28th of January &amp; 4th of February 2025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fld id="{F50FD2C4-56EC-4F07-B0B8-CEAC86EF6E31}" type="slidenum">
              <a:rPr lang="en-FR" smtClean="0"/>
              <a:pPr/>
              <a:t>‹Nr.›</a:t>
            </a:fld>
            <a:endParaRPr lang="en-FR"/>
          </a:p>
        </p:txBody>
      </p:sp>
      <p:sp>
        <p:nvSpPr>
          <p:cNvPr id="5" name="Textplatzhalter 7"/>
          <p:cNvSpPr>
            <a:spLocks noGrp="1"/>
          </p:cNvSpPr>
          <p:nvPr>
            <p:ph type="body" sz="quarter" idx="15" hasCustomPrompt="1"/>
          </p:nvPr>
        </p:nvSpPr>
        <p:spPr>
          <a:xfrm>
            <a:off x="540002" y="1029150"/>
            <a:ext cx="10605954" cy="541514"/>
          </a:xfrm>
          <a:ln>
            <a:noFill/>
          </a:ln>
        </p:spPr>
        <p:txBody>
          <a:bodyPr vert="horz" lIns="0" tIns="0" rIns="0" bIns="0" rtlCol="0">
            <a:normAutofit/>
          </a:bodyPr>
          <a:lstStyle>
            <a:lvl1pPr marL="0" marR="0" indent="0" algn="l" defTabSz="914309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lang="de-DE" sz="2000" noProof="0" dirty="0" smtClean="0">
                <a:solidFill>
                  <a:srgbClr val="C35C15"/>
                </a:solidFill>
              </a:defRPr>
            </a:lvl1pPr>
          </a:lstStyle>
          <a:p>
            <a:pPr marL="0" marR="0" lvl="0" indent="0" algn="l" defTabSz="914309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noProof="0"/>
              <a:t>Click to add subtitle</a:t>
            </a:r>
          </a:p>
        </p:txBody>
      </p:sp>
      <p:sp>
        <p:nvSpPr>
          <p:cNvPr id="7" name="Textplatzhalter 2"/>
          <p:cNvSpPr>
            <a:spLocks noGrp="1"/>
          </p:cNvSpPr>
          <p:nvPr>
            <p:ph idx="1" hasCustomPrompt="1"/>
          </p:nvPr>
        </p:nvSpPr>
        <p:spPr>
          <a:xfrm>
            <a:off x="540000" y="1638415"/>
            <a:ext cx="10604250" cy="4725971"/>
          </a:xfrm>
          <a:prstGeom prst="rect">
            <a:avLst/>
          </a:prstGeom>
          <a:solidFill>
            <a:srgbClr val="FFFFFF">
              <a:alpha val="65098"/>
            </a:srgbClr>
          </a:solidFill>
        </p:spPr>
        <p:txBody>
          <a:bodyPr vert="horz" lIns="0" tIns="0" rIns="0" bIns="0" rtlCol="0">
            <a:normAutofit/>
          </a:bodyPr>
          <a:lstStyle>
            <a:lvl1pPr>
              <a:defRPr lang="en-US" sz="2400" noProof="0" dirty="0"/>
            </a:lvl1pPr>
            <a:lvl2pPr>
              <a:defRPr lang="en-US" sz="2000" noProof="0" dirty="0"/>
            </a:lvl2pPr>
            <a:lvl3pPr>
              <a:defRPr lang="en-US" sz="1800" noProof="0" dirty="0"/>
            </a:lvl3pPr>
            <a:lvl4pPr>
              <a:defRPr lang="en-US" sz="1600" noProof="0" dirty="0"/>
            </a:lvl4pPr>
            <a:lvl5pPr>
              <a:defRPr lang="en-US" sz="1600" noProof="0" dirty="0"/>
            </a:lvl5pPr>
          </a:lstStyle>
          <a:p>
            <a:pPr lvl="0"/>
            <a:r>
              <a:rPr lang="en-US" noProof="0"/>
              <a:t>Edit master text format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54487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Bx Sing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40000" y="493615"/>
            <a:ext cx="10605956" cy="584909"/>
          </a:xfrm>
        </p:spPr>
        <p:txBody>
          <a:bodyPr rIns="0">
            <a:normAutofit/>
          </a:bodyPr>
          <a:lstStyle>
            <a:lvl1pPr>
              <a:defRPr/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PDM-IF Winter Workshop - 28th of January &amp; 4th of February 2025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fld id="{F50FD2C4-56EC-4F07-B0B8-CEAC86EF6E31}" type="slidenum">
              <a:rPr lang="en-FR" smtClean="0"/>
              <a:pPr/>
              <a:t>‹Nr.›</a:t>
            </a:fld>
            <a:endParaRPr lang="en-FR"/>
          </a:p>
        </p:txBody>
      </p:sp>
      <p:sp>
        <p:nvSpPr>
          <p:cNvPr id="7" name="Textplatzhalter 2"/>
          <p:cNvSpPr>
            <a:spLocks noGrp="1"/>
          </p:cNvSpPr>
          <p:nvPr>
            <p:ph idx="1" hasCustomPrompt="1"/>
          </p:nvPr>
        </p:nvSpPr>
        <p:spPr>
          <a:xfrm>
            <a:off x="540000" y="1638415"/>
            <a:ext cx="10604250" cy="4725971"/>
          </a:xfrm>
          <a:prstGeom prst="rect">
            <a:avLst/>
          </a:prstGeom>
          <a:solidFill>
            <a:srgbClr val="FFFFFF">
              <a:alpha val="65098"/>
            </a:srgbClr>
          </a:solidFill>
        </p:spPr>
        <p:txBody>
          <a:bodyPr vert="horz" lIns="0" tIns="0" rIns="0" bIns="0" rtlCol="0">
            <a:normAutofit/>
          </a:bodyPr>
          <a:lstStyle>
            <a:lvl1pPr>
              <a:defRPr lang="en-US" sz="2400" noProof="0" dirty="0"/>
            </a:lvl1pPr>
            <a:lvl2pPr>
              <a:defRPr lang="en-US" sz="2000" noProof="0" dirty="0"/>
            </a:lvl2pPr>
            <a:lvl3pPr>
              <a:defRPr lang="en-US" sz="1800" noProof="0" dirty="0"/>
            </a:lvl3pPr>
            <a:lvl4pPr>
              <a:defRPr lang="en-US" sz="1600" noProof="0" dirty="0"/>
            </a:lvl4pPr>
            <a:lvl5pPr>
              <a:defRPr lang="en-US" sz="1600" noProof="0" dirty="0"/>
            </a:lvl5pPr>
          </a:lstStyle>
          <a:p>
            <a:pPr lvl="0"/>
            <a:r>
              <a:rPr lang="en-US" noProof="0"/>
              <a:t>Edit master text format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03420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Bx 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40001" y="493614"/>
            <a:ext cx="10605955" cy="522386"/>
          </a:xfrm>
        </p:spPr>
        <p:txBody>
          <a:bodyPr rIns="0"/>
          <a:lstStyle>
            <a:lvl1pPr>
              <a:defRPr/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PDM-IF Winter Workshop - 28th of January &amp; 4th of February 2025</a:t>
            </a:r>
          </a:p>
        </p:txBody>
      </p:sp>
      <p:sp>
        <p:nvSpPr>
          <p:cNvPr id="7" name="Foliennummernplatzhalter 3">
            <a:extLst>
              <a:ext uri="{FF2B5EF4-FFF2-40B4-BE49-F238E27FC236}">
                <a16:creationId xmlns:a16="http://schemas.microsoft.com/office/drawing/2014/main" id="{9C950BBF-0591-821C-6B08-D5A8F6235F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47238" y="5605"/>
            <a:ext cx="792000" cy="426393"/>
          </a:xfrm>
        </p:spPr>
        <p:txBody>
          <a:bodyPr/>
          <a:lstStyle>
            <a:lvl1pPr algn="r">
              <a:defRPr/>
            </a:lvl1pPr>
          </a:lstStyle>
          <a:p>
            <a:fld id="{F50FD2C4-56EC-4F07-B0B8-CEAC86EF6E31}" type="slidenum">
              <a:rPr lang="en-FR" smtClean="0"/>
              <a:pPr/>
              <a:t>‹Nr.›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109193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Bx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/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PDM-IF Winter Workshop - 28th of January &amp; 4th of February 2025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>
          <a:xfrm>
            <a:off x="10933289" y="-5194"/>
            <a:ext cx="792000" cy="426393"/>
          </a:xfrm>
        </p:spPr>
        <p:txBody>
          <a:bodyPr/>
          <a:lstStyle>
            <a:lvl1pPr algn="r"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50FD2C4-56EC-4F07-B0B8-CEAC86EF6E31}" type="slidenum">
              <a:rPr lang="en-FR" smtClean="0"/>
              <a:pPr/>
              <a:t>‹Nr.›</a:t>
            </a:fld>
            <a:endParaRPr lang="en-FR"/>
          </a:p>
        </p:txBody>
      </p:sp>
      <p:sp>
        <p:nvSpPr>
          <p:cNvPr id="5" name="Textplatzhalter 7"/>
          <p:cNvSpPr>
            <a:spLocks noGrp="1"/>
          </p:cNvSpPr>
          <p:nvPr>
            <p:ph type="body" sz="quarter" idx="15" hasCustomPrompt="1"/>
          </p:nvPr>
        </p:nvSpPr>
        <p:spPr>
          <a:xfrm>
            <a:off x="540002" y="1029150"/>
            <a:ext cx="10605954" cy="541514"/>
          </a:xfrm>
          <a:ln>
            <a:noFill/>
          </a:ln>
        </p:spPr>
        <p:txBody>
          <a:bodyPr vert="horz" lIns="0" tIns="0" rIns="0" bIns="0" rtlCol="0">
            <a:normAutofit/>
          </a:bodyPr>
          <a:lstStyle>
            <a:lvl1pPr marL="342866" indent="-342866">
              <a:buFont typeface="Arial" panose="020B0604020202020204" pitchFamily="34" charset="0"/>
              <a:buNone/>
              <a:defRPr lang="de-DE" sz="2000" noProof="0" dirty="0" smtClean="0">
                <a:solidFill>
                  <a:srgbClr val="C35C15"/>
                </a:solidFill>
              </a:defRPr>
            </a:lvl1pPr>
          </a:lstStyle>
          <a:p>
            <a:pPr marL="0" lvl="0" indent="0"/>
            <a:r>
              <a:rPr lang="en-US" noProof="0"/>
              <a:t>Click to add subtitle</a:t>
            </a:r>
          </a:p>
        </p:txBody>
      </p:sp>
      <p:sp>
        <p:nvSpPr>
          <p:cNvPr id="8" name="Inhaltsplatzhalter 2"/>
          <p:cNvSpPr>
            <a:spLocks noGrp="1"/>
          </p:cNvSpPr>
          <p:nvPr>
            <p:ph idx="1" hasCustomPrompt="1"/>
          </p:nvPr>
        </p:nvSpPr>
        <p:spPr>
          <a:xfrm>
            <a:off x="540003" y="1638414"/>
            <a:ext cx="5108323" cy="4725972"/>
          </a:xfrm>
        </p:spPr>
        <p:txBody>
          <a:bodyPr vert="horz" lIns="0" tIns="0" rIns="0" bIns="0" rtlCol="0">
            <a:normAutofit/>
          </a:bodyPr>
          <a:lstStyle>
            <a:lvl1pPr>
              <a:defRPr lang="de-DE" sz="2400" noProof="0" dirty="0" smtClean="0"/>
            </a:lvl1pPr>
            <a:lvl2pPr>
              <a:defRPr lang="de-DE" sz="2000" noProof="0" dirty="0" smtClean="0"/>
            </a:lvl2pPr>
            <a:lvl3pPr>
              <a:defRPr lang="de-DE" sz="1800" noProof="0" dirty="0" smtClean="0"/>
            </a:lvl3pPr>
            <a:lvl4pPr>
              <a:defRPr lang="de-DE" sz="1600" noProof="0" dirty="0" smtClean="0"/>
            </a:lvl4pPr>
            <a:lvl5pPr>
              <a:defRPr lang="de-DE" sz="1600" noProof="0" dirty="0"/>
            </a:lvl5pPr>
          </a:lstStyle>
          <a:p>
            <a:pPr lvl="0"/>
            <a:r>
              <a:rPr lang="en-US" noProof="0"/>
              <a:t>Edit master text format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Inhaltsplatzhalter 2"/>
          <p:cNvSpPr>
            <a:spLocks noGrp="1"/>
          </p:cNvSpPr>
          <p:nvPr>
            <p:ph idx="14" hasCustomPrompt="1"/>
          </p:nvPr>
        </p:nvSpPr>
        <p:spPr>
          <a:xfrm>
            <a:off x="6036900" y="1638414"/>
            <a:ext cx="5108323" cy="4725972"/>
          </a:xfrm>
          <a:solidFill>
            <a:srgbClr val="FFFFFF">
              <a:alpha val="65098"/>
            </a:srgbClr>
          </a:solidFill>
        </p:spPr>
        <p:txBody>
          <a:bodyPr vert="horz" lIns="0" tIns="0" rIns="0" bIns="0" rtlCol="0">
            <a:normAutofit/>
          </a:bodyPr>
          <a:lstStyle>
            <a:lvl1pPr>
              <a:defRPr lang="de-DE" sz="2400" noProof="0" dirty="0" smtClean="0"/>
            </a:lvl1pPr>
            <a:lvl2pPr>
              <a:defRPr lang="de-DE" sz="2000" noProof="0" dirty="0" smtClean="0"/>
            </a:lvl2pPr>
            <a:lvl3pPr>
              <a:defRPr lang="de-DE" sz="1800" noProof="0" dirty="0" smtClean="0"/>
            </a:lvl3pPr>
            <a:lvl4pPr>
              <a:defRPr lang="de-DE" sz="1600" noProof="0" dirty="0" smtClean="0"/>
            </a:lvl4pPr>
            <a:lvl5pPr>
              <a:defRPr lang="de-DE" sz="1600" noProof="0" dirty="0"/>
            </a:lvl5pPr>
          </a:lstStyle>
          <a:p>
            <a:pPr lvl="0"/>
            <a:r>
              <a:rPr lang="en-US" noProof="0"/>
              <a:t>Edit master text format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03635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Bx Three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PDM-IF Winter Workshop - 28th of January &amp; 4th of February 2025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0FD2C4-56EC-4F07-B0B8-CEAC86EF6E31}" type="slidenum">
              <a:rPr lang="en-US" noProof="0" smtClean="0"/>
              <a:pPr/>
              <a:t>‹Nr.›</a:t>
            </a:fld>
            <a:endParaRPr lang="en-US" noProof="0"/>
          </a:p>
        </p:txBody>
      </p:sp>
      <p:sp>
        <p:nvSpPr>
          <p:cNvPr id="5" name="Textplatzhalter 7"/>
          <p:cNvSpPr>
            <a:spLocks noGrp="1"/>
          </p:cNvSpPr>
          <p:nvPr>
            <p:ph type="body" sz="quarter" idx="15" hasCustomPrompt="1"/>
          </p:nvPr>
        </p:nvSpPr>
        <p:spPr>
          <a:xfrm>
            <a:off x="540002" y="1029150"/>
            <a:ext cx="10607171" cy="541514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230377" indent="-230377">
              <a:buNone/>
              <a:defRPr lang="de-DE" sz="2000" noProof="0" dirty="0" smtClean="0">
                <a:solidFill>
                  <a:srgbClr val="C35C15"/>
                </a:solidFill>
              </a:defRPr>
            </a:lvl1pPr>
          </a:lstStyle>
          <a:p>
            <a:pPr marL="0" lvl="0" indent="0"/>
            <a:r>
              <a:rPr lang="en-US" noProof="0"/>
              <a:t>Click to add subtitle</a:t>
            </a:r>
          </a:p>
        </p:txBody>
      </p:sp>
      <p:sp>
        <p:nvSpPr>
          <p:cNvPr id="8" name="Inhaltsplatzhalter 2"/>
          <p:cNvSpPr>
            <a:spLocks noGrp="1"/>
          </p:cNvSpPr>
          <p:nvPr>
            <p:ph idx="1" hasCustomPrompt="1"/>
          </p:nvPr>
        </p:nvSpPr>
        <p:spPr>
          <a:xfrm>
            <a:off x="540002" y="1638414"/>
            <a:ext cx="3317623" cy="4725972"/>
          </a:xfrm>
        </p:spPr>
        <p:txBody>
          <a:bodyPr vert="horz" lIns="0" tIns="0" rIns="0" bIns="0" rtlCol="0">
            <a:noAutofit/>
          </a:bodyPr>
          <a:lstStyle>
            <a:lvl1pPr>
              <a:defRPr lang="de-DE" sz="2400" noProof="0" dirty="0" smtClean="0"/>
            </a:lvl1pPr>
            <a:lvl2pPr>
              <a:defRPr lang="de-DE" sz="2000" noProof="0" dirty="0" smtClean="0"/>
            </a:lvl2pPr>
            <a:lvl3pPr>
              <a:defRPr lang="de-DE" sz="1800" noProof="0" dirty="0" smtClean="0"/>
            </a:lvl3pPr>
            <a:lvl4pPr>
              <a:defRPr lang="de-DE" sz="1600" noProof="0" dirty="0" smtClean="0"/>
            </a:lvl4pPr>
            <a:lvl5pPr>
              <a:defRPr lang="de-DE" sz="1600" noProof="0" dirty="0"/>
            </a:lvl5pPr>
          </a:lstStyle>
          <a:p>
            <a:pPr lvl="0"/>
            <a:r>
              <a:rPr lang="en-US" noProof="0"/>
              <a:t>Edit master text format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Inhaltsplatzhalter 2"/>
          <p:cNvSpPr>
            <a:spLocks noGrp="1"/>
          </p:cNvSpPr>
          <p:nvPr>
            <p:ph idx="14" hasCustomPrompt="1"/>
          </p:nvPr>
        </p:nvSpPr>
        <p:spPr>
          <a:xfrm>
            <a:off x="7829550" y="1638414"/>
            <a:ext cx="3317623" cy="4725972"/>
          </a:xfrm>
          <a:solidFill>
            <a:srgbClr val="FFFFFF">
              <a:alpha val="65098"/>
            </a:srgbClr>
          </a:solidFill>
        </p:spPr>
        <p:txBody>
          <a:bodyPr vert="horz" lIns="0" tIns="0" rIns="0" bIns="0" rtlCol="0">
            <a:noAutofit/>
          </a:bodyPr>
          <a:lstStyle>
            <a:lvl1pPr>
              <a:defRPr lang="de-DE" sz="2400" noProof="0" dirty="0" smtClean="0"/>
            </a:lvl1pPr>
            <a:lvl2pPr>
              <a:defRPr lang="de-DE" sz="2000" noProof="0" dirty="0" smtClean="0"/>
            </a:lvl2pPr>
            <a:lvl3pPr>
              <a:defRPr lang="de-DE" sz="1800" noProof="0" dirty="0" smtClean="0"/>
            </a:lvl3pPr>
            <a:lvl4pPr>
              <a:defRPr lang="de-DE" sz="1600" noProof="0" dirty="0" smtClean="0"/>
            </a:lvl4pPr>
            <a:lvl5pPr>
              <a:defRPr lang="de-DE" sz="1600" noProof="0" dirty="0"/>
            </a:lvl5pPr>
          </a:lstStyle>
          <a:p>
            <a:pPr lvl="0"/>
            <a:r>
              <a:rPr lang="en-US" noProof="0"/>
              <a:t>Edit master text format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Inhaltsplatzhalter 2"/>
          <p:cNvSpPr>
            <a:spLocks noGrp="1"/>
          </p:cNvSpPr>
          <p:nvPr>
            <p:ph idx="16" hasCustomPrompt="1"/>
          </p:nvPr>
        </p:nvSpPr>
        <p:spPr>
          <a:xfrm>
            <a:off x="4184776" y="1638414"/>
            <a:ext cx="3317623" cy="4725972"/>
          </a:xfrm>
        </p:spPr>
        <p:txBody>
          <a:bodyPr vert="horz" lIns="0" tIns="0" rIns="0" bIns="0" rtlCol="0">
            <a:noAutofit/>
          </a:bodyPr>
          <a:lstStyle>
            <a:lvl1pPr>
              <a:defRPr lang="de-DE" sz="2400" noProof="0" dirty="0" smtClean="0"/>
            </a:lvl1pPr>
            <a:lvl2pPr>
              <a:defRPr lang="de-DE" sz="2000" noProof="0" dirty="0" smtClean="0"/>
            </a:lvl2pPr>
            <a:lvl3pPr>
              <a:defRPr lang="de-DE" sz="1800" noProof="0" dirty="0" smtClean="0"/>
            </a:lvl3pPr>
            <a:lvl4pPr>
              <a:defRPr lang="de-DE" sz="1600" noProof="0" dirty="0" smtClean="0"/>
            </a:lvl4pPr>
            <a:lvl5pPr>
              <a:defRPr lang="de-DE" sz="1600" noProof="0" dirty="0"/>
            </a:lvl5pPr>
          </a:lstStyle>
          <a:p>
            <a:pPr lvl="0"/>
            <a:r>
              <a:rPr lang="en-US" noProof="0"/>
              <a:t>Edit master text format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80342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Bx Content + 1/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39999" y="484814"/>
            <a:ext cx="6879975" cy="1069200"/>
          </a:xfrm>
        </p:spPr>
        <p:txBody>
          <a:bodyPr rIns="0"/>
          <a:lstStyle>
            <a:lvl1pPr>
              <a:defRPr/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PDM-IF Winter Workshop - 28th of January &amp; 4th of February 2025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0FD2C4-56EC-4F07-B0B8-CEAC86EF6E31}" type="slidenum">
              <a:rPr lang="en-US" noProof="0" smtClean="0"/>
              <a:pPr/>
              <a:t>‹Nr.›</a:t>
            </a:fld>
            <a:endParaRPr lang="en-US" noProof="0"/>
          </a:p>
        </p:txBody>
      </p:sp>
      <p:sp>
        <p:nvSpPr>
          <p:cNvPr id="5" name="Textplatzhalter 7"/>
          <p:cNvSpPr>
            <a:spLocks noGrp="1"/>
          </p:cNvSpPr>
          <p:nvPr>
            <p:ph type="body" sz="quarter" idx="15" hasCustomPrompt="1"/>
          </p:nvPr>
        </p:nvSpPr>
        <p:spPr>
          <a:xfrm>
            <a:off x="540001" y="1024814"/>
            <a:ext cx="6879975" cy="541514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230377" indent="-230377">
              <a:buNone/>
              <a:defRPr lang="de-DE" sz="2000" noProof="0" dirty="0" smtClean="0">
                <a:solidFill>
                  <a:srgbClr val="C35C15"/>
                </a:solidFill>
              </a:defRPr>
            </a:lvl1pPr>
          </a:lstStyle>
          <a:p>
            <a:pPr marL="0" lvl="0" indent="0"/>
            <a:r>
              <a:rPr lang="en-US" noProof="0"/>
              <a:t>Click to add subtitle</a:t>
            </a:r>
          </a:p>
        </p:txBody>
      </p:sp>
      <p:sp>
        <p:nvSpPr>
          <p:cNvPr id="6" name="Textplatzhalter 2"/>
          <p:cNvSpPr>
            <a:spLocks noGrp="1"/>
          </p:cNvSpPr>
          <p:nvPr>
            <p:ph idx="1" hasCustomPrompt="1"/>
          </p:nvPr>
        </p:nvSpPr>
        <p:spPr>
          <a:xfrm>
            <a:off x="540001" y="1649956"/>
            <a:ext cx="6879975" cy="477604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Edit master text format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Bildplatzhalter 5"/>
          <p:cNvSpPr>
            <a:spLocks noGrp="1"/>
          </p:cNvSpPr>
          <p:nvPr>
            <p:ph type="pic" sz="quarter" idx="25" hasCustomPrompt="1"/>
          </p:nvPr>
        </p:nvSpPr>
        <p:spPr>
          <a:xfrm>
            <a:off x="7419976" y="472501"/>
            <a:ext cx="3733800" cy="5953500"/>
          </a:xfrm>
          <a:solidFill>
            <a:schemeClr val="bg1">
              <a:lumMod val="75000"/>
            </a:schemeClr>
          </a:solidFill>
        </p:spPr>
        <p:txBody>
          <a:bodyPr lIns="144000" tIns="144000" rIns="144000" bIns="144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image</a:t>
            </a:r>
          </a:p>
        </p:txBody>
      </p:sp>
    </p:spTree>
    <p:extLst>
      <p:ext uri="{BB962C8B-B14F-4D97-AF65-F5344CB8AC3E}">
        <p14:creationId xmlns:p14="http://schemas.microsoft.com/office/powerpoint/2010/main" val="3056069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Bx Content + 1/2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 rIns="0"/>
          <a:lstStyle>
            <a:lvl1pPr>
              <a:defRPr/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PDM-IF Winter Workshop - 28th of January &amp; 4th of February 2025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0FD2C4-56EC-4F07-B0B8-CEAC86EF6E31}" type="slidenum">
              <a:rPr lang="en-US" noProof="0" smtClean="0"/>
              <a:pPr/>
              <a:t>‹Nr.›</a:t>
            </a:fld>
            <a:endParaRPr lang="en-US" noProof="0"/>
          </a:p>
        </p:txBody>
      </p:sp>
      <p:sp>
        <p:nvSpPr>
          <p:cNvPr id="5" name="Textplatzhalter 7"/>
          <p:cNvSpPr>
            <a:spLocks noGrp="1"/>
          </p:cNvSpPr>
          <p:nvPr>
            <p:ph type="body" sz="quarter" idx="15" hasCustomPrompt="1"/>
          </p:nvPr>
        </p:nvSpPr>
        <p:spPr>
          <a:xfrm>
            <a:off x="540003" y="1029150"/>
            <a:ext cx="10605952" cy="541514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230377" indent="-230377">
              <a:buNone/>
              <a:defRPr lang="de-DE" sz="2000" noProof="0" dirty="0" smtClean="0">
                <a:solidFill>
                  <a:srgbClr val="C35C15"/>
                </a:solidFill>
              </a:defRPr>
            </a:lvl1pPr>
          </a:lstStyle>
          <a:p>
            <a:pPr marL="0" lvl="0" indent="0"/>
            <a:r>
              <a:rPr lang="en-US" noProof="0"/>
              <a:t>Click to add subtitle</a:t>
            </a:r>
          </a:p>
        </p:txBody>
      </p:sp>
      <p:sp>
        <p:nvSpPr>
          <p:cNvPr id="7" name="Textplatzhalter 2"/>
          <p:cNvSpPr>
            <a:spLocks noGrp="1"/>
          </p:cNvSpPr>
          <p:nvPr>
            <p:ph idx="1" hasCustomPrompt="1"/>
          </p:nvPr>
        </p:nvSpPr>
        <p:spPr>
          <a:xfrm>
            <a:off x="540000" y="1638414"/>
            <a:ext cx="5220000" cy="472597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/>
            </a:lvl1pPr>
            <a:lvl2pPr>
              <a:defRPr>
                <a:solidFill>
                  <a:schemeClr val="tx1"/>
                </a:solidFill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noProof="0"/>
              <a:t>Edit master text format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Bildplatzhalter 5"/>
          <p:cNvSpPr>
            <a:spLocks noGrp="1"/>
          </p:cNvSpPr>
          <p:nvPr>
            <p:ph type="pic" sz="quarter" idx="32" hasCustomPrompt="1"/>
          </p:nvPr>
        </p:nvSpPr>
        <p:spPr>
          <a:xfrm>
            <a:off x="5924100" y="1638414"/>
            <a:ext cx="5220000" cy="4725972"/>
          </a:xfrm>
          <a:solidFill>
            <a:schemeClr val="bg1">
              <a:lumMod val="75000"/>
            </a:schemeClr>
          </a:solidFill>
        </p:spPr>
        <p:txBody>
          <a:bodyPr lIns="144000" tIns="144000" rIns="144000" bIns="144000"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image</a:t>
            </a:r>
          </a:p>
        </p:txBody>
      </p:sp>
    </p:spTree>
    <p:extLst>
      <p:ext uri="{BB962C8B-B14F-4D97-AF65-F5344CB8AC3E}">
        <p14:creationId xmlns:p14="http://schemas.microsoft.com/office/powerpoint/2010/main" val="381522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Bx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40001" y="493614"/>
            <a:ext cx="10613779" cy="1072386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PDM-IF Winter Workshop - 28th of January &amp; 4th of February 2025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0FD2C4-56EC-4F07-B0B8-CEAC86EF6E31}" type="slidenum">
              <a:rPr lang="en-US" noProof="0" smtClean="0"/>
              <a:pPr/>
              <a:t>‹Nr.›</a:t>
            </a:fld>
            <a:endParaRPr lang="en-US" noProof="0"/>
          </a:p>
        </p:txBody>
      </p:sp>
      <p:sp>
        <p:nvSpPr>
          <p:cNvPr id="5" name="Textplatzhalter 7"/>
          <p:cNvSpPr>
            <a:spLocks noGrp="1"/>
          </p:cNvSpPr>
          <p:nvPr>
            <p:ph type="body" sz="quarter" idx="15" hasCustomPrompt="1"/>
          </p:nvPr>
        </p:nvSpPr>
        <p:spPr>
          <a:xfrm>
            <a:off x="539752" y="1050202"/>
            <a:ext cx="10614024" cy="515798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230377" indent="-230377">
              <a:buNone/>
              <a:defRPr lang="de-DE" sz="2000" noProof="0" dirty="0" smtClean="0">
                <a:solidFill>
                  <a:srgbClr val="C35C15"/>
                </a:solidFill>
              </a:defRPr>
            </a:lvl1pPr>
          </a:lstStyle>
          <a:p>
            <a:pPr marL="0" lvl="0" indent="0"/>
            <a:r>
              <a:rPr lang="en-US" noProof="0"/>
              <a:t>Click to add subtitle</a:t>
            </a:r>
          </a:p>
        </p:txBody>
      </p:sp>
      <p:sp>
        <p:nvSpPr>
          <p:cNvPr id="6" name="Bildplatzhalter 5"/>
          <p:cNvSpPr>
            <a:spLocks noGrp="1"/>
          </p:cNvSpPr>
          <p:nvPr>
            <p:ph type="pic" sz="quarter" idx="31" hasCustomPrompt="1"/>
          </p:nvPr>
        </p:nvSpPr>
        <p:spPr>
          <a:xfrm>
            <a:off x="539751" y="1638414"/>
            <a:ext cx="10614025" cy="4725972"/>
          </a:xfrm>
          <a:solidFill>
            <a:schemeClr val="bg1">
              <a:lumMod val="75000"/>
            </a:schemeClr>
          </a:solidFill>
        </p:spPr>
        <p:txBody>
          <a:bodyPr lIns="144000" tIns="144000" rIns="144000" bIns="144000"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image</a:t>
            </a:r>
          </a:p>
        </p:txBody>
      </p:sp>
    </p:spTree>
    <p:extLst>
      <p:ext uri="{BB962C8B-B14F-4D97-AF65-F5344CB8AC3E}">
        <p14:creationId xmlns:p14="http://schemas.microsoft.com/office/powerpoint/2010/main" val="2074628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Bx Comparison 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40001" y="493614"/>
            <a:ext cx="10602599" cy="1072386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PDM-IF Winter Workshop - 28th of January &amp; 4th of February 2025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0FD2C4-56EC-4F07-B0B8-CEAC86EF6E31}" type="slidenum">
              <a:rPr lang="en-US" noProof="0" smtClean="0"/>
              <a:pPr/>
              <a:t>‹Nr.›</a:t>
            </a:fld>
            <a:endParaRPr lang="en-US" noProof="0"/>
          </a:p>
        </p:txBody>
      </p:sp>
      <p:sp>
        <p:nvSpPr>
          <p:cNvPr id="5" name="Textplatzhalter 7"/>
          <p:cNvSpPr>
            <a:spLocks noGrp="1"/>
          </p:cNvSpPr>
          <p:nvPr>
            <p:ph type="body" sz="quarter" idx="15" hasCustomPrompt="1"/>
          </p:nvPr>
        </p:nvSpPr>
        <p:spPr>
          <a:xfrm>
            <a:off x="540004" y="1029150"/>
            <a:ext cx="10602597" cy="541514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342866" indent="-342866">
              <a:buFont typeface="Arial" panose="020B0604020202020204" pitchFamily="34" charset="0"/>
              <a:buNone/>
              <a:defRPr lang="de-DE" sz="2000" noProof="0" dirty="0" smtClean="0">
                <a:solidFill>
                  <a:srgbClr val="C35C15"/>
                </a:solidFill>
              </a:defRPr>
            </a:lvl1pPr>
          </a:lstStyle>
          <a:p>
            <a:pPr marL="0" lvl="0" indent="0"/>
            <a:r>
              <a:rPr lang="en-US" noProof="0"/>
              <a:t>Click to add subtitle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idx="1" hasCustomPrompt="1"/>
          </p:nvPr>
        </p:nvSpPr>
        <p:spPr bwMode="gray">
          <a:xfrm>
            <a:off x="540000" y="1638414"/>
            <a:ext cx="5220000" cy="360000"/>
          </a:xfrm>
          <a:solidFill>
            <a:srgbClr val="F6D800"/>
          </a:solidFill>
        </p:spPr>
        <p:txBody>
          <a:bodyPr vert="horz" lIns="216000" tIns="0" rIns="144000" bIns="0" rtlCol="0" anchor="ctr">
            <a:noAutofit/>
          </a:bodyPr>
          <a:lstStyle>
            <a:lvl1pPr>
              <a:defRPr lang="en-US" sz="2000" b="1" noProof="0">
                <a:latin typeface="+mj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US" noProof="0"/>
              <a:t>Edit master text format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 hasCustomPrompt="1"/>
          </p:nvPr>
        </p:nvSpPr>
        <p:spPr bwMode="gray">
          <a:xfrm>
            <a:off x="540000" y="1998414"/>
            <a:ext cx="5220000" cy="4365972"/>
          </a:xfrm>
        </p:spPr>
        <p:txBody>
          <a:bodyPr vert="horz" lIns="0" tIns="108000" rIns="0" bIns="0" rtlCol="0">
            <a:noAutofit/>
          </a:bodyPr>
          <a:lstStyle>
            <a:lvl1pPr>
              <a:defRPr lang="en-US" sz="2000" noProof="0" dirty="0"/>
            </a:lvl1pPr>
            <a:lvl2pPr>
              <a:defRPr lang="en-US" sz="1800" noProof="0" dirty="0"/>
            </a:lvl2pPr>
            <a:lvl3pPr>
              <a:defRPr lang="en-US" sz="1600" noProof="0" dirty="0"/>
            </a:lvl3pPr>
            <a:lvl4pPr>
              <a:defRPr lang="en-US" sz="1400" noProof="0" dirty="0"/>
            </a:lvl4pPr>
            <a:lvl5pPr>
              <a:defRPr lang="en-US" sz="1400" noProof="0" dirty="0"/>
            </a:lvl5pPr>
          </a:lstStyle>
          <a:p>
            <a:pPr lvl="0"/>
            <a:r>
              <a:rPr lang="en-US" noProof="0"/>
              <a:t>Edit master text format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3" hasCustomPrompt="1"/>
          </p:nvPr>
        </p:nvSpPr>
        <p:spPr bwMode="gray">
          <a:xfrm>
            <a:off x="5922600" y="1638414"/>
            <a:ext cx="5220000" cy="360000"/>
          </a:xfrm>
          <a:solidFill>
            <a:srgbClr val="F6D800"/>
          </a:solidFill>
        </p:spPr>
        <p:txBody>
          <a:bodyPr vert="horz" lIns="216000" tIns="0" rIns="144000" bIns="0" rtlCol="0" anchor="ctr">
            <a:noAutofit/>
          </a:bodyPr>
          <a:lstStyle>
            <a:lvl1pPr>
              <a:defRPr lang="en-US" sz="2000" b="1" noProof="0" dirty="0">
                <a:latin typeface="+mj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US" noProof="0"/>
              <a:t>Edit master text format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6" hasCustomPrompt="1"/>
          </p:nvPr>
        </p:nvSpPr>
        <p:spPr bwMode="gray">
          <a:xfrm>
            <a:off x="5922600" y="1998414"/>
            <a:ext cx="5220000" cy="4365972"/>
          </a:xfrm>
          <a:solidFill>
            <a:srgbClr val="FFFFFF">
              <a:alpha val="65098"/>
            </a:srgbClr>
          </a:solidFill>
        </p:spPr>
        <p:txBody>
          <a:bodyPr vert="horz" lIns="0" tIns="108000" rIns="0" bIns="0" rtlCol="0">
            <a:noAutofit/>
          </a:bodyPr>
          <a:lstStyle>
            <a:lvl1pPr>
              <a:defRPr lang="en-US" sz="2000" noProof="0" dirty="0"/>
            </a:lvl1pPr>
            <a:lvl2pPr>
              <a:defRPr lang="en-US" sz="1800" noProof="0" dirty="0"/>
            </a:lvl2pPr>
            <a:lvl3pPr>
              <a:defRPr lang="en-US" sz="1600" noProof="0" dirty="0"/>
            </a:lvl3pPr>
            <a:lvl4pPr>
              <a:defRPr lang="en-US" sz="1400" noProof="0" dirty="0"/>
            </a:lvl4pPr>
            <a:lvl5pPr>
              <a:defRPr lang="en-US" sz="1400" noProof="0" dirty="0"/>
            </a:lvl5pPr>
          </a:lstStyle>
          <a:p>
            <a:pPr lvl="0"/>
            <a:r>
              <a:rPr lang="en-US" noProof="0"/>
              <a:t>Edit master text format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79293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Bx Comparison x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40000" y="493614"/>
            <a:ext cx="10599450" cy="1072386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PDM-IF Winter Workshop - 28th of January &amp; 4th of February 2025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0FD2C4-56EC-4F07-B0B8-CEAC86EF6E31}" type="slidenum">
              <a:rPr lang="en-US" noProof="0" smtClean="0"/>
              <a:pPr/>
              <a:t>‹Nr.›</a:t>
            </a:fld>
            <a:endParaRPr lang="en-US" noProof="0"/>
          </a:p>
        </p:txBody>
      </p:sp>
      <p:sp>
        <p:nvSpPr>
          <p:cNvPr id="5" name="Textplatzhalter 7"/>
          <p:cNvSpPr>
            <a:spLocks noGrp="1"/>
          </p:cNvSpPr>
          <p:nvPr>
            <p:ph type="body" sz="quarter" idx="15" hasCustomPrompt="1"/>
          </p:nvPr>
        </p:nvSpPr>
        <p:spPr>
          <a:xfrm>
            <a:off x="540003" y="1029150"/>
            <a:ext cx="10599448" cy="541514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230377" indent="-230377">
              <a:buNone/>
              <a:defRPr lang="de-DE" sz="2000" noProof="0" dirty="0" smtClean="0">
                <a:solidFill>
                  <a:srgbClr val="C35C15"/>
                </a:solidFill>
              </a:defRPr>
            </a:lvl1pPr>
          </a:lstStyle>
          <a:p>
            <a:pPr marL="0" lvl="0" indent="0"/>
            <a:r>
              <a:rPr lang="en-US" noProof="0"/>
              <a:t>Click to add subtitle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540000" y="1998414"/>
            <a:ext cx="3348000" cy="4365972"/>
          </a:xfrm>
        </p:spPr>
        <p:txBody>
          <a:bodyPr vert="horz" lIns="0" tIns="108000" rIns="0" bIns="0" rtlCol="0">
            <a:noAutofit/>
          </a:bodyPr>
          <a:lstStyle>
            <a:lvl1pPr>
              <a:defRPr lang="en-US" sz="2000" noProof="0" dirty="0"/>
            </a:lvl1pPr>
            <a:lvl2pPr>
              <a:defRPr lang="en-US" sz="1800" noProof="0" dirty="0"/>
            </a:lvl2pPr>
            <a:lvl3pPr>
              <a:defRPr lang="en-US" sz="1600" noProof="0" dirty="0"/>
            </a:lvl3pPr>
            <a:lvl4pPr>
              <a:defRPr lang="en-US" sz="1400" noProof="0" dirty="0"/>
            </a:lvl4pPr>
            <a:lvl5pPr>
              <a:defRPr lang="en-US" sz="1400" noProof="0" dirty="0"/>
            </a:lvl5pPr>
          </a:lstStyle>
          <a:p>
            <a:pPr lvl="0"/>
            <a:r>
              <a:rPr lang="en-US" noProof="0"/>
              <a:t>Edit master text format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 hasCustomPrompt="1"/>
          </p:nvPr>
        </p:nvSpPr>
        <p:spPr bwMode="gray">
          <a:xfrm>
            <a:off x="7791450" y="1998414"/>
            <a:ext cx="3348000" cy="4365972"/>
          </a:xfrm>
          <a:solidFill>
            <a:srgbClr val="FFFFFF">
              <a:alpha val="65098"/>
            </a:srgbClr>
          </a:solidFill>
        </p:spPr>
        <p:txBody>
          <a:bodyPr vert="horz" lIns="0" tIns="108000" rIns="0" bIns="0" rtlCol="0">
            <a:noAutofit/>
          </a:bodyPr>
          <a:lstStyle>
            <a:lvl1pPr>
              <a:defRPr lang="en-US" sz="2000" noProof="0" dirty="0"/>
            </a:lvl1pPr>
            <a:lvl2pPr>
              <a:defRPr lang="en-US" sz="1800" noProof="0" dirty="0"/>
            </a:lvl2pPr>
            <a:lvl3pPr>
              <a:defRPr lang="en-US" sz="1600" noProof="0" dirty="0"/>
            </a:lvl3pPr>
            <a:lvl4pPr>
              <a:defRPr lang="en-US" sz="1400" noProof="0" dirty="0"/>
            </a:lvl4pPr>
            <a:lvl5pPr>
              <a:defRPr lang="en-US" sz="1400" noProof="0" dirty="0"/>
            </a:lvl5pPr>
          </a:lstStyle>
          <a:p>
            <a:pPr lvl="0"/>
            <a:r>
              <a:rPr lang="en-US" noProof="0"/>
              <a:t>Edit master text format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14" hasCustomPrompt="1"/>
          </p:nvPr>
        </p:nvSpPr>
        <p:spPr bwMode="gray">
          <a:xfrm>
            <a:off x="4165725" y="1998414"/>
            <a:ext cx="3348000" cy="4365972"/>
          </a:xfrm>
        </p:spPr>
        <p:txBody>
          <a:bodyPr vert="horz" lIns="0" tIns="108000" rIns="0" bIns="0" rtlCol="0">
            <a:noAutofit/>
          </a:bodyPr>
          <a:lstStyle>
            <a:lvl1pPr>
              <a:defRPr lang="en-US" sz="2000" noProof="0" dirty="0"/>
            </a:lvl1pPr>
            <a:lvl2pPr>
              <a:defRPr lang="en-US" sz="1800" noProof="0" dirty="0"/>
            </a:lvl2pPr>
            <a:lvl3pPr>
              <a:defRPr lang="en-US" sz="1600" noProof="0" dirty="0"/>
            </a:lvl3pPr>
            <a:lvl4pPr>
              <a:defRPr lang="en-US" sz="1400" noProof="0" dirty="0"/>
            </a:lvl4pPr>
            <a:lvl5pPr>
              <a:defRPr lang="en-US" sz="1400" noProof="0" dirty="0"/>
            </a:lvl5pPr>
          </a:lstStyle>
          <a:p>
            <a:pPr lvl="0"/>
            <a:r>
              <a:rPr lang="en-US" noProof="0"/>
              <a:t>Edit master text format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6" hasCustomPrompt="1"/>
          </p:nvPr>
        </p:nvSpPr>
        <p:spPr bwMode="gray">
          <a:xfrm>
            <a:off x="540000" y="1638414"/>
            <a:ext cx="3348000" cy="360000"/>
          </a:xfrm>
          <a:solidFill>
            <a:srgbClr val="F6D800"/>
          </a:solidFill>
        </p:spPr>
        <p:txBody>
          <a:bodyPr vert="horz" lIns="216000" tIns="0" rIns="144000" bIns="0" rtlCol="0" anchor="ctr">
            <a:noAutofit/>
          </a:bodyPr>
          <a:lstStyle>
            <a:lvl1pPr>
              <a:defRPr lang="en-US" sz="2000" b="1" noProof="0">
                <a:latin typeface="+mj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US" noProof="0"/>
              <a:t>Edit master text format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3" hasCustomPrompt="1"/>
          </p:nvPr>
        </p:nvSpPr>
        <p:spPr bwMode="gray">
          <a:xfrm>
            <a:off x="4165725" y="1638414"/>
            <a:ext cx="3348000" cy="360000"/>
          </a:xfrm>
          <a:solidFill>
            <a:srgbClr val="F6D800"/>
          </a:solidFill>
        </p:spPr>
        <p:txBody>
          <a:bodyPr vert="horz" lIns="216000" tIns="0" rIns="144000" bIns="0" rtlCol="0" anchor="ctr">
            <a:noAutofit/>
          </a:bodyPr>
          <a:lstStyle>
            <a:lvl1pPr>
              <a:defRPr lang="en-US" sz="2000" b="1" noProof="0" dirty="0">
                <a:latin typeface="+mj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US" noProof="0"/>
              <a:t>Edit master text format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7791450" y="1638414"/>
            <a:ext cx="3348000" cy="360000"/>
          </a:xfrm>
          <a:solidFill>
            <a:srgbClr val="F6D800"/>
          </a:solidFill>
        </p:spPr>
        <p:txBody>
          <a:bodyPr vert="horz" lIns="216000" tIns="0" rIns="144000" bIns="0" rtlCol="0" anchor="ctr">
            <a:noAutofit/>
          </a:bodyPr>
          <a:lstStyle>
            <a:lvl1pPr>
              <a:defRPr lang="en-US" sz="2000" b="1" noProof="0" dirty="0">
                <a:latin typeface="+mj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US" noProof="0"/>
              <a:t>Edit master text format</a:t>
            </a:r>
          </a:p>
        </p:txBody>
      </p:sp>
    </p:spTree>
    <p:extLst>
      <p:ext uri="{BB962C8B-B14F-4D97-AF65-F5344CB8AC3E}">
        <p14:creationId xmlns:p14="http://schemas.microsoft.com/office/powerpoint/2010/main" val="3391000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Bx Seperator Grey">
    <p:bg>
      <p:bgPr>
        <a:solidFill>
          <a:srgbClr val="C35C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9;p27">
            <a:extLst>
              <a:ext uri="{FF2B5EF4-FFF2-40B4-BE49-F238E27FC236}">
                <a16:creationId xmlns:a16="http://schemas.microsoft.com/office/drawing/2014/main" id="{AD920ECA-8C02-37D2-764B-92D27BA9525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2094" y="1143526"/>
            <a:ext cx="2854800" cy="11705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PDM-IF Winter Workshop - 28th of January &amp; 4th of February 2025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0FD2C4-56EC-4F07-B0B8-CEAC86EF6E31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7" name="Titel 1"/>
          <p:cNvSpPr>
            <a:spLocks noGrp="1"/>
          </p:cNvSpPr>
          <p:nvPr>
            <p:ph type="ctrTitle" hasCustomPrompt="1"/>
          </p:nvPr>
        </p:nvSpPr>
        <p:spPr bwMode="invGray">
          <a:xfrm>
            <a:off x="540001" y="2484000"/>
            <a:ext cx="8971743" cy="1296000"/>
          </a:xfrm>
          <a:ln>
            <a:noFill/>
          </a:ln>
        </p:spPr>
        <p:txBody>
          <a:bodyPr vert="horz" lIns="0" tIns="0" rIns="0" bIns="0" rtlCol="0" anchor="b" anchorCtr="0">
            <a:noAutofit/>
          </a:bodyPr>
          <a:lstStyle>
            <a:lvl1pPr>
              <a:spcBef>
                <a:spcPts val="1000"/>
              </a:spcBef>
              <a:spcAft>
                <a:spcPts val="0"/>
              </a:spcAft>
              <a:defRPr lang="de-DE" sz="4000" b="0" cap="all">
                <a:solidFill>
                  <a:schemeClr val="bg1"/>
                </a:solidFill>
                <a:latin typeface="Avenir Book" panose="02000503020000020003" pitchFamily="2" charset="0"/>
                <a:cs typeface="Arial" panose="020B0604020202020204" pitchFamily="34" charset="0"/>
              </a:defRPr>
            </a:lvl1pPr>
          </a:lstStyle>
          <a:p>
            <a:pPr marL="0" lvl="0">
              <a:lnSpc>
                <a:spcPct val="80000"/>
              </a:lnSpc>
            </a:pPr>
            <a:r>
              <a:rPr lang="en-US" noProof="0"/>
              <a:t>Click to add title</a:t>
            </a:r>
          </a:p>
        </p:txBody>
      </p:sp>
      <p:sp>
        <p:nvSpPr>
          <p:cNvPr id="8" name="Untertitel 2"/>
          <p:cNvSpPr>
            <a:spLocks noGrp="1"/>
          </p:cNvSpPr>
          <p:nvPr>
            <p:ph type="subTitle" idx="1" hasCustomPrompt="1"/>
          </p:nvPr>
        </p:nvSpPr>
        <p:spPr bwMode="invGray">
          <a:xfrm>
            <a:off x="540001" y="3816000"/>
            <a:ext cx="8971743" cy="792000"/>
          </a:xfrm>
          <a:noFill/>
          <a:ln>
            <a:noFill/>
          </a:ln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80000"/>
              </a:lnSpc>
              <a:spcAft>
                <a:spcPts val="0"/>
              </a:spcAft>
              <a:buNone/>
              <a:defRPr lang="de-DE" sz="2400" b="0" cap="none" noProof="0" dirty="0" smtClean="0">
                <a:solidFill>
                  <a:schemeClr val="bg1"/>
                </a:solidFill>
                <a:latin typeface="Avenir Book" panose="02000503020000020003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marL="0" lvl="0">
              <a:lnSpc>
                <a:spcPct val="80000"/>
              </a:lnSpc>
              <a:spcAft>
                <a:spcPts val="0"/>
              </a:spcAft>
            </a:pPr>
            <a:r>
              <a:rPr lang="en-US" noProof="0"/>
              <a:t>Click to add subtitle</a:t>
            </a:r>
          </a:p>
        </p:txBody>
      </p:sp>
      <p:sp>
        <p:nvSpPr>
          <p:cNvPr id="9" name="Fußzeilenplatzhalter 4">
            <a:extLst>
              <a:ext uri="{FF2B5EF4-FFF2-40B4-BE49-F238E27FC236}">
                <a16:creationId xmlns:a16="http://schemas.microsoft.com/office/drawing/2014/main" id="{D7F475A4-8326-4412-9E6F-42B5AE3E37B0}"/>
              </a:ext>
            </a:extLst>
          </p:cNvPr>
          <p:cNvSpPr txBox="1">
            <a:spLocks/>
          </p:cNvSpPr>
          <p:nvPr userDrawn="1"/>
        </p:nvSpPr>
        <p:spPr>
          <a:xfrm>
            <a:off x="540000" y="6555600"/>
            <a:ext cx="2808000" cy="360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00" noProof="0">
                <a:solidFill>
                  <a:schemeClr val="bg1"/>
                </a:solidFill>
              </a:rPr>
              <a:t>© PDM Interoperability Forum 2024 | </a:t>
            </a:r>
            <a:r>
              <a:rPr lang="en-US" sz="800" noProof="1">
                <a:solidFill>
                  <a:schemeClr val="bg1"/>
                </a:solidFill>
              </a:rPr>
              <a:t>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083850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Bx Seperator Yellow">
    <p:bg>
      <p:bgPr>
        <a:solidFill>
          <a:srgbClr val="F0A5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PDM-IF Winter Workshop - 28th of January &amp; 4th of February 2025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0FD2C4-56EC-4F07-B0B8-CEAC86EF6E31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7" name="Titel 1"/>
          <p:cNvSpPr>
            <a:spLocks noGrp="1"/>
          </p:cNvSpPr>
          <p:nvPr>
            <p:ph type="ctrTitle" hasCustomPrompt="1"/>
          </p:nvPr>
        </p:nvSpPr>
        <p:spPr bwMode="invGray">
          <a:xfrm>
            <a:off x="540001" y="2484000"/>
            <a:ext cx="8971743" cy="1296000"/>
          </a:xfrm>
          <a:ln>
            <a:noFill/>
          </a:ln>
        </p:spPr>
        <p:txBody>
          <a:bodyPr vert="horz" lIns="0" tIns="0" rIns="0" bIns="0" rtlCol="0" anchor="b" anchorCtr="0">
            <a:noAutofit/>
          </a:bodyPr>
          <a:lstStyle>
            <a:lvl1pPr>
              <a:spcBef>
                <a:spcPts val="1000"/>
              </a:spcBef>
              <a:spcAft>
                <a:spcPts val="0"/>
              </a:spcAft>
              <a:defRPr lang="de-DE" sz="4000" b="0" cap="all">
                <a:solidFill>
                  <a:schemeClr val="tx1"/>
                </a:solidFill>
                <a:latin typeface="Avenir Book" panose="02000503020000020003" pitchFamily="2" charset="0"/>
                <a:cs typeface="Arial" panose="020B0604020202020204" pitchFamily="34" charset="0"/>
              </a:defRPr>
            </a:lvl1pPr>
          </a:lstStyle>
          <a:p>
            <a:pPr marL="0" lvl="0">
              <a:lnSpc>
                <a:spcPct val="80000"/>
              </a:lnSpc>
            </a:pPr>
            <a:r>
              <a:rPr lang="en-US" noProof="0"/>
              <a:t>Click to add title</a:t>
            </a:r>
          </a:p>
        </p:txBody>
      </p:sp>
      <p:sp>
        <p:nvSpPr>
          <p:cNvPr id="8" name="Untertitel 2"/>
          <p:cNvSpPr>
            <a:spLocks noGrp="1"/>
          </p:cNvSpPr>
          <p:nvPr>
            <p:ph type="subTitle" idx="1" hasCustomPrompt="1"/>
          </p:nvPr>
        </p:nvSpPr>
        <p:spPr bwMode="invGray">
          <a:xfrm>
            <a:off x="540001" y="3816000"/>
            <a:ext cx="8971743" cy="792000"/>
          </a:xfrm>
          <a:noFill/>
          <a:ln>
            <a:noFill/>
          </a:ln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80000"/>
              </a:lnSpc>
              <a:spcAft>
                <a:spcPts val="0"/>
              </a:spcAft>
              <a:buNone/>
              <a:defRPr lang="de-DE" sz="2400" b="0" cap="none" noProof="0" dirty="0" smtClean="0">
                <a:solidFill>
                  <a:schemeClr val="tx1"/>
                </a:solidFill>
                <a:latin typeface="Avenir Book" panose="02000503020000020003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marL="0" lvl="0">
              <a:lnSpc>
                <a:spcPct val="80000"/>
              </a:lnSpc>
              <a:spcAft>
                <a:spcPts val="0"/>
              </a:spcAft>
            </a:pPr>
            <a:r>
              <a:rPr lang="en-US" noProof="0"/>
              <a:t>Click to add subtitle</a:t>
            </a:r>
          </a:p>
        </p:txBody>
      </p:sp>
      <p:sp>
        <p:nvSpPr>
          <p:cNvPr id="9" name="Fußzeilenplatzhalter 4">
            <a:extLst>
              <a:ext uri="{FF2B5EF4-FFF2-40B4-BE49-F238E27FC236}">
                <a16:creationId xmlns:a16="http://schemas.microsoft.com/office/drawing/2014/main" id="{D7F475A4-8326-4412-9E6F-42B5AE3E37B0}"/>
              </a:ext>
            </a:extLst>
          </p:cNvPr>
          <p:cNvSpPr txBox="1">
            <a:spLocks/>
          </p:cNvSpPr>
          <p:nvPr userDrawn="1"/>
        </p:nvSpPr>
        <p:spPr>
          <a:xfrm>
            <a:off x="540000" y="6555600"/>
            <a:ext cx="2808000" cy="360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00" noProof="0">
                <a:solidFill>
                  <a:schemeClr val="tx1"/>
                </a:solidFill>
              </a:rPr>
              <a:t>© PDM Interoperability Forum 2024 | </a:t>
            </a:r>
            <a:r>
              <a:rPr lang="en-US" sz="800" noProof="1">
                <a:solidFill>
                  <a:schemeClr val="tx1"/>
                </a:solidFill>
              </a:rPr>
              <a:t>All rights reserved</a:t>
            </a:r>
          </a:p>
        </p:txBody>
      </p:sp>
      <p:pic>
        <p:nvPicPr>
          <p:cNvPr id="5" name="Google Shape;19;p27">
            <a:extLst>
              <a:ext uri="{FF2B5EF4-FFF2-40B4-BE49-F238E27FC236}">
                <a16:creationId xmlns:a16="http://schemas.microsoft.com/office/drawing/2014/main" id="{B118841A-06C3-FFF4-7AEA-E54DFF5F610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2094" y="1143526"/>
            <a:ext cx="2854800" cy="11705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4452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image" Target="../media/image4.jpeg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0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18" Type="http://schemas.openxmlformats.org/officeDocument/2006/relationships/image" Target="../media/image14.png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6.xml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17" Type="http://schemas.openxmlformats.org/officeDocument/2006/relationships/image" Target="../media/image4.jpeg"/><Relationship Id="rId2" Type="http://schemas.openxmlformats.org/officeDocument/2006/relationships/slideLayout" Target="../slideLayouts/slideLayout40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image" Target="../media/image16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13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62.xml"/><Relationship Id="rId17" Type="http://schemas.openxmlformats.org/officeDocument/2006/relationships/image" Target="../media/image14.png"/><Relationship Id="rId2" Type="http://schemas.openxmlformats.org/officeDocument/2006/relationships/slideLayout" Target="../slideLayouts/slideLayout52.xml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61.xml"/><Relationship Id="rId5" Type="http://schemas.openxmlformats.org/officeDocument/2006/relationships/slideLayout" Target="../slideLayouts/slideLayout5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Relationship Id="rId1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14F39338-0771-4904-9471-B49E8B4660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7847753" y="2535131"/>
            <a:ext cx="6472800" cy="2230626"/>
          </a:xfrm>
          <a:prstGeom prst="rect">
            <a:avLst/>
          </a:prstGeom>
        </p:spPr>
      </p:pic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0E290FD8-271C-4D54-B69A-60E7A9D82737}"/>
              </a:ext>
            </a:extLst>
          </p:cNvPr>
          <p:cNvGrpSpPr/>
          <p:nvPr userDrawn="1"/>
        </p:nvGrpSpPr>
        <p:grpSpPr>
          <a:xfrm>
            <a:off x="7558549" y="6432867"/>
            <a:ext cx="3587406" cy="375766"/>
            <a:chOff x="7768099" y="6432867"/>
            <a:chExt cx="3587406" cy="375766"/>
          </a:xfrm>
        </p:grpSpPr>
        <p:pic>
          <p:nvPicPr>
            <p:cNvPr id="19" name="Bild 7" descr="170328_Prostep_Logo_dunkelblau_rgb.png">
              <a:extLst>
                <a:ext uri="{FF2B5EF4-FFF2-40B4-BE49-F238E27FC236}">
                  <a16:creationId xmlns:a16="http://schemas.microsoft.com/office/drawing/2014/main" id="{F2B2367C-A9C8-40CB-B809-3488A48D5A5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814741" y="6473133"/>
              <a:ext cx="540764" cy="292623"/>
            </a:xfrm>
            <a:prstGeom prst="rect">
              <a:avLst/>
            </a:prstGeom>
          </p:spPr>
        </p:pic>
        <p:pic>
          <p:nvPicPr>
            <p:cNvPr id="20" name="Picture 2" descr="C:\Offlinedateien\CAX-IF Projektdoku\Misc\Präsentationen\PDES Logo.png">
              <a:extLst>
                <a:ext uri="{FF2B5EF4-FFF2-40B4-BE49-F238E27FC236}">
                  <a16:creationId xmlns:a16="http://schemas.microsoft.com/office/drawing/2014/main" id="{2A47C8B9-B3A7-420A-A25F-CE5D0F4DA6F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1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9351631" y="6432867"/>
              <a:ext cx="949553" cy="3731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Image 21">
              <a:extLst>
                <a:ext uri="{FF2B5EF4-FFF2-40B4-BE49-F238E27FC236}">
                  <a16:creationId xmlns:a16="http://schemas.microsoft.com/office/drawing/2014/main" id="{61783D22-66E4-46DD-BEBC-98B5BDC13EC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7768099" y="6525506"/>
              <a:ext cx="1069975" cy="283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540000" y="493614"/>
            <a:ext cx="10605955" cy="107238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Click to add title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540000" y="1711656"/>
            <a:ext cx="10604250" cy="4860000"/>
          </a:xfrm>
          <a:prstGeom prst="rect">
            <a:avLst/>
          </a:prstGeom>
          <a:solidFill>
            <a:srgbClr val="FFFFFF">
              <a:alpha val="65098"/>
            </a:srgbClr>
          </a:solidFill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Edit master text format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4" name="Fußzeilenplatzhalter 4"/>
          <p:cNvSpPr txBox="1">
            <a:spLocks/>
          </p:cNvSpPr>
          <p:nvPr userDrawn="1"/>
        </p:nvSpPr>
        <p:spPr>
          <a:xfrm>
            <a:off x="540000" y="6555600"/>
            <a:ext cx="2808000" cy="360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noProof="0"/>
              <a:t>© CAx Interoperability Forum 2023 | </a:t>
            </a:r>
            <a:r>
              <a:rPr lang="en-US" noProof="1"/>
              <a:t>All rights reserved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CC399FEC-DF14-4D09-B2C8-B2BE842493DD}"/>
              </a:ext>
            </a:extLst>
          </p:cNvPr>
          <p:cNvSpPr/>
          <p:nvPr userDrawn="1"/>
        </p:nvSpPr>
        <p:spPr>
          <a:xfrm>
            <a:off x="0" y="0"/>
            <a:ext cx="12190413" cy="432000"/>
          </a:xfrm>
          <a:prstGeom prst="rect">
            <a:avLst/>
          </a:prstGeom>
          <a:solidFill>
            <a:srgbClr val="9410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542094" y="-5193"/>
            <a:ext cx="4394047" cy="42639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PDM-IF Winter Workshop - 28th of January &amp; 4th of February 2025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352250" y="-5194"/>
            <a:ext cx="792000" cy="42639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F50FD2C4-56EC-4F07-B0B8-CEAC86EF6E31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017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spcBef>
          <a:spcPct val="0"/>
        </a:spcBef>
        <a:buNone/>
        <a:defRPr sz="3200" b="1" kern="1200">
          <a:solidFill>
            <a:srgbClr val="941038"/>
          </a:solidFill>
          <a:latin typeface="+mj-lt"/>
          <a:ea typeface="+mj-ea"/>
          <a:cs typeface="+mj-cs"/>
        </a:defRPr>
      </a:lvl1pPr>
    </p:titleStyle>
    <p:bodyStyle>
      <a:lvl1pPr marL="230400" indent="-2304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lang="en-US" sz="2400" kern="1200" noProof="0" dirty="0">
          <a:solidFill>
            <a:schemeClr val="tx1"/>
          </a:solidFill>
          <a:latin typeface="+mn-lt"/>
          <a:ea typeface="+mn-ea"/>
          <a:cs typeface="+mn-cs"/>
        </a:defRPr>
      </a:lvl1pPr>
      <a:lvl2pPr marL="687600" indent="-230400" algn="l" defTabSz="914400" rtl="0" eaLnBrk="1" latinLnBrk="0" hangingPunct="1">
        <a:lnSpc>
          <a:spcPct val="90000"/>
        </a:lnSpc>
        <a:spcBef>
          <a:spcPts val="1000"/>
        </a:spcBef>
        <a:buFont typeface="Symbol" panose="05050102010706020507" pitchFamily="18" charset="2"/>
        <a:buChar char="-"/>
        <a:defRPr lang="en-US" sz="2000" kern="1200" noProof="0" dirty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1000"/>
        </a:spcBef>
        <a:buFont typeface="Symbol" panose="05050102010706020507" pitchFamily="18" charset="2"/>
        <a:buChar char="-"/>
        <a:defRPr lang="en-US" sz="1800" kern="1200" noProof="0" dirty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1000"/>
        </a:spcBef>
        <a:buFont typeface="Symbol" panose="05050102010706020507" pitchFamily="18" charset="2"/>
        <a:buChar char="-"/>
        <a:defRPr lang="en-US" sz="1600" kern="1200" noProof="0" dirty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1000"/>
        </a:spcBef>
        <a:buFont typeface="Symbol" panose="05050102010706020507" pitchFamily="18" charset="2"/>
        <a:buChar char="-"/>
        <a:defRPr lang="en-US" sz="1600" kern="1200" noProof="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5D2D8A74-6F4B-4BFB-AB8D-F69BF73E89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7841238" y="2535083"/>
            <a:ext cx="6472800" cy="2225551"/>
          </a:xfrm>
          <a:prstGeom prst="rect">
            <a:avLst/>
          </a:prstGeom>
        </p:spPr>
      </p:pic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0E290FD8-271C-4D54-B69A-60E7A9D82737}"/>
              </a:ext>
            </a:extLst>
          </p:cNvPr>
          <p:cNvGrpSpPr/>
          <p:nvPr userDrawn="1"/>
        </p:nvGrpSpPr>
        <p:grpSpPr>
          <a:xfrm>
            <a:off x="7558549" y="6432867"/>
            <a:ext cx="3587406" cy="375766"/>
            <a:chOff x="7768099" y="6432867"/>
            <a:chExt cx="3587406" cy="375766"/>
          </a:xfrm>
        </p:grpSpPr>
        <p:pic>
          <p:nvPicPr>
            <p:cNvPr id="19" name="Bild 7" descr="170328_Prostep_Logo_dunkelblau_rgb.png">
              <a:extLst>
                <a:ext uri="{FF2B5EF4-FFF2-40B4-BE49-F238E27FC236}">
                  <a16:creationId xmlns:a16="http://schemas.microsoft.com/office/drawing/2014/main" id="{F2B2367C-A9C8-40CB-B809-3488A48D5A5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814741" y="6473133"/>
              <a:ext cx="540764" cy="292623"/>
            </a:xfrm>
            <a:prstGeom prst="rect">
              <a:avLst/>
            </a:prstGeom>
          </p:spPr>
        </p:pic>
        <p:pic>
          <p:nvPicPr>
            <p:cNvPr id="20" name="Picture 2" descr="C:\Offlinedateien\CAX-IF Projektdoku\Misc\Präsentationen\PDES Logo.png">
              <a:extLst>
                <a:ext uri="{FF2B5EF4-FFF2-40B4-BE49-F238E27FC236}">
                  <a16:creationId xmlns:a16="http://schemas.microsoft.com/office/drawing/2014/main" id="{2A47C8B9-B3A7-420A-A25F-CE5D0F4DA6F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1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9351631" y="6432867"/>
              <a:ext cx="949553" cy="3731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Image 21">
              <a:extLst>
                <a:ext uri="{FF2B5EF4-FFF2-40B4-BE49-F238E27FC236}">
                  <a16:creationId xmlns:a16="http://schemas.microsoft.com/office/drawing/2014/main" id="{61783D22-66E4-46DD-BEBC-98B5BDC13EC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7768099" y="6525506"/>
              <a:ext cx="1069975" cy="283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540000" y="493614"/>
            <a:ext cx="10605955" cy="107238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Click to add title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540000" y="1711656"/>
            <a:ext cx="10604250" cy="4860000"/>
          </a:xfrm>
          <a:prstGeom prst="rect">
            <a:avLst/>
          </a:prstGeom>
          <a:solidFill>
            <a:srgbClr val="FFFFFF">
              <a:alpha val="65098"/>
            </a:srgbClr>
          </a:solidFill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Edit master text format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4" name="Fußzeilenplatzhalter 4"/>
          <p:cNvSpPr txBox="1">
            <a:spLocks/>
          </p:cNvSpPr>
          <p:nvPr userDrawn="1"/>
        </p:nvSpPr>
        <p:spPr>
          <a:xfrm>
            <a:off x="540000" y="6555600"/>
            <a:ext cx="2808000" cy="360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noProof="0"/>
              <a:t>© </a:t>
            </a:r>
            <a:r>
              <a:rPr lang="en-US" noProof="0" err="1"/>
              <a:t>MBx</a:t>
            </a:r>
            <a:r>
              <a:rPr lang="en-US" noProof="0"/>
              <a:t> Interoperability Forum 2023 | </a:t>
            </a:r>
            <a:r>
              <a:rPr lang="en-US" noProof="1"/>
              <a:t>All rights reserved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CC399FEC-DF14-4D09-B2C8-B2BE842493DD}"/>
              </a:ext>
            </a:extLst>
          </p:cNvPr>
          <p:cNvSpPr/>
          <p:nvPr userDrawn="1"/>
        </p:nvSpPr>
        <p:spPr>
          <a:xfrm>
            <a:off x="0" y="0"/>
            <a:ext cx="12190413" cy="432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542094" y="-5193"/>
            <a:ext cx="4394047" cy="42639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PDM-IF Winter Workshop - 28th of January &amp; 4th of February 2025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352250" y="-5194"/>
            <a:ext cx="792000" cy="42639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F50FD2C4-56EC-4F07-B0B8-CEAC86EF6E31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199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8" r:id="rId1"/>
    <p:sldLayoutId id="2147483779" r:id="rId2"/>
    <p:sldLayoutId id="2147483780" r:id="rId3"/>
    <p:sldLayoutId id="2147483781" r:id="rId4"/>
    <p:sldLayoutId id="2147483782" r:id="rId5"/>
    <p:sldLayoutId id="2147483783" r:id="rId6"/>
    <p:sldLayoutId id="2147483784" r:id="rId7"/>
    <p:sldLayoutId id="2147483785" r:id="rId8"/>
    <p:sldLayoutId id="2147483786" r:id="rId9"/>
    <p:sldLayoutId id="2147483787" r:id="rId10"/>
    <p:sldLayoutId id="2147483788" r:id="rId11"/>
    <p:sldLayoutId id="214748378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0400" indent="-2304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lang="en-US" sz="2400" kern="1200" noProof="0" dirty="0">
          <a:solidFill>
            <a:schemeClr val="tx1"/>
          </a:solidFill>
          <a:latin typeface="+mn-lt"/>
          <a:ea typeface="+mn-ea"/>
          <a:cs typeface="+mn-cs"/>
        </a:defRPr>
      </a:lvl1pPr>
      <a:lvl2pPr marL="687600" indent="-230400" algn="l" defTabSz="914400" rtl="0" eaLnBrk="1" latinLnBrk="0" hangingPunct="1">
        <a:lnSpc>
          <a:spcPct val="90000"/>
        </a:lnSpc>
        <a:spcBef>
          <a:spcPts val="1000"/>
        </a:spcBef>
        <a:buFont typeface="Symbol" panose="05050102010706020507" pitchFamily="18" charset="2"/>
        <a:buChar char="-"/>
        <a:defRPr lang="en-US" sz="2000" kern="1200" noProof="0" dirty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1000"/>
        </a:spcBef>
        <a:buFont typeface="Symbol" panose="05050102010706020507" pitchFamily="18" charset="2"/>
        <a:buChar char="-"/>
        <a:defRPr lang="en-US" sz="1800" kern="1200" noProof="0" dirty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1000"/>
        </a:spcBef>
        <a:buFont typeface="Symbol" panose="05050102010706020507" pitchFamily="18" charset="2"/>
        <a:buChar char="-"/>
        <a:defRPr lang="en-US" sz="1600" kern="1200" noProof="0" dirty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1000"/>
        </a:spcBef>
        <a:buFont typeface="Symbol" panose="05050102010706020507" pitchFamily="18" charset="2"/>
        <a:buChar char="-"/>
        <a:defRPr lang="en-US" sz="1600" kern="1200" noProof="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B023D42A-8317-EFCB-DC64-107C0E1EBE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8726"/>
          <a:stretch/>
        </p:blipFill>
        <p:spPr>
          <a:xfrm rot="16200000">
            <a:off x="7839546" y="2546461"/>
            <a:ext cx="6472800" cy="2228935"/>
          </a:xfrm>
          <a:prstGeom prst="rect">
            <a:avLst/>
          </a:prstGeom>
        </p:spPr>
      </p:pic>
      <p:pic>
        <p:nvPicPr>
          <p:cNvPr id="19" name="Bild 7" descr="170328_Prostep_Logo_dunkelblau_rgb.png">
            <a:extLst>
              <a:ext uri="{FF2B5EF4-FFF2-40B4-BE49-F238E27FC236}">
                <a16:creationId xmlns:a16="http://schemas.microsoft.com/office/drawing/2014/main" id="{F2B2367C-A9C8-40CB-B809-3488A48D5A5E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03575" y="6473133"/>
            <a:ext cx="540764" cy="292623"/>
          </a:xfrm>
          <a:prstGeom prst="rect">
            <a:avLst/>
          </a:prstGeom>
        </p:spPr>
      </p:pic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540000" y="493614"/>
            <a:ext cx="10605955" cy="107238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Click to add title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540000" y="1711656"/>
            <a:ext cx="10604250" cy="4860000"/>
          </a:xfrm>
          <a:prstGeom prst="rect">
            <a:avLst/>
          </a:prstGeom>
          <a:solidFill>
            <a:srgbClr val="FFFFFF">
              <a:alpha val="65098"/>
            </a:srgbClr>
          </a:solidFill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Edit master text format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4" name="Fußzeilenplatzhalter 4"/>
          <p:cNvSpPr txBox="1">
            <a:spLocks/>
          </p:cNvSpPr>
          <p:nvPr/>
        </p:nvSpPr>
        <p:spPr>
          <a:xfrm>
            <a:off x="540000" y="6555600"/>
            <a:ext cx="2808000" cy="360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noProof="0"/>
              <a:t>© PDM Interoperability Forum 2024 | </a:t>
            </a:r>
            <a:r>
              <a:rPr lang="en-US" noProof="1"/>
              <a:t>All rights reserved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CC399FEC-DF14-4D09-B2C8-B2BE842493DD}"/>
              </a:ext>
            </a:extLst>
          </p:cNvPr>
          <p:cNvSpPr/>
          <p:nvPr/>
        </p:nvSpPr>
        <p:spPr>
          <a:xfrm>
            <a:off x="0" y="0"/>
            <a:ext cx="12190413" cy="432000"/>
          </a:xfrm>
          <a:prstGeom prst="rect">
            <a:avLst/>
          </a:prstGeom>
          <a:solidFill>
            <a:srgbClr val="C35C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542094" y="-5193"/>
            <a:ext cx="4394047" cy="42639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PDM-IF Winter Workshop - 28th of January &amp; 4th of February 2025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352250" y="-5194"/>
            <a:ext cx="792000" cy="42639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F50FD2C4-56EC-4F07-B0B8-CEAC86EF6E31}" type="slidenum">
              <a:rPr lang="en-US" smtClean="0"/>
              <a:pPr/>
              <a:t>‹Nr.›</a:t>
            </a:fld>
            <a:endParaRPr lang="en-US"/>
          </a:p>
        </p:txBody>
      </p:sp>
      <p:pic>
        <p:nvPicPr>
          <p:cNvPr id="8" name="Picture 2" descr="C:\Users\Klier\Desktop\logo-afnet-2.png">
            <a:extLst>
              <a:ext uri="{FF2B5EF4-FFF2-40B4-BE49-F238E27FC236}">
                <a16:creationId xmlns:a16="http://schemas.microsoft.com/office/drawing/2014/main" id="{ECF08594-21A8-BDD8-77FA-4228F637F84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8505" y="6530047"/>
            <a:ext cx="791518" cy="187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1859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  <p:sldLayoutId id="2147483776" r:id="rId12"/>
    <p:sldLayoutId id="2147483803" r:id="rId13"/>
    <p:sldLayoutId id="2147483818" r:id="rId1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spcBef>
          <a:spcPct val="0"/>
        </a:spcBef>
        <a:buNone/>
        <a:defRPr sz="3200" b="1" kern="120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230400" indent="-2304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lang="en-US" sz="2400" kern="1200" noProof="0" dirty="0">
          <a:solidFill>
            <a:schemeClr val="tx1"/>
          </a:solidFill>
          <a:latin typeface="+mn-lt"/>
          <a:ea typeface="+mn-ea"/>
          <a:cs typeface="+mn-cs"/>
        </a:defRPr>
      </a:lvl1pPr>
      <a:lvl2pPr marL="687600" indent="-230400" algn="l" defTabSz="914400" rtl="0" eaLnBrk="1" latinLnBrk="0" hangingPunct="1">
        <a:lnSpc>
          <a:spcPct val="90000"/>
        </a:lnSpc>
        <a:spcBef>
          <a:spcPts val="1000"/>
        </a:spcBef>
        <a:buFont typeface="Symbol" panose="05050102010706020507" pitchFamily="18" charset="2"/>
        <a:buChar char="-"/>
        <a:defRPr lang="en-US" sz="2000" kern="1200" noProof="0" dirty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1000"/>
        </a:spcBef>
        <a:buFont typeface="Symbol" panose="05050102010706020507" pitchFamily="18" charset="2"/>
        <a:buChar char="-"/>
        <a:defRPr lang="en-US" sz="1800" kern="1200" noProof="0" dirty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1000"/>
        </a:spcBef>
        <a:buFont typeface="Symbol" panose="05050102010706020507" pitchFamily="18" charset="2"/>
        <a:buChar char="-"/>
        <a:defRPr lang="en-US" sz="1600" kern="1200" noProof="0" dirty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1000"/>
        </a:spcBef>
        <a:buFont typeface="Symbol" panose="05050102010706020507" pitchFamily="18" charset="2"/>
        <a:buChar char="-"/>
        <a:defRPr lang="en-US" sz="1600" kern="1200" noProof="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A20ED7CC-D8E7-468A-A9E7-186A7D1847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7634655" y="2334859"/>
            <a:ext cx="6472800" cy="2643478"/>
          </a:xfrm>
          <a:prstGeom prst="rect">
            <a:avLst/>
          </a:prstGeom>
        </p:spPr>
      </p:pic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0E290FD8-271C-4D54-B69A-60E7A9D82737}"/>
              </a:ext>
            </a:extLst>
          </p:cNvPr>
          <p:cNvGrpSpPr/>
          <p:nvPr/>
        </p:nvGrpSpPr>
        <p:grpSpPr>
          <a:xfrm>
            <a:off x="7558549" y="6432867"/>
            <a:ext cx="3587406" cy="375766"/>
            <a:chOff x="7768099" y="6432867"/>
            <a:chExt cx="3587406" cy="375766"/>
          </a:xfrm>
        </p:grpSpPr>
        <p:pic>
          <p:nvPicPr>
            <p:cNvPr id="19" name="Bild 7" descr="170328_Prostep_Logo_dunkelblau_rgb.png">
              <a:extLst>
                <a:ext uri="{FF2B5EF4-FFF2-40B4-BE49-F238E27FC236}">
                  <a16:creationId xmlns:a16="http://schemas.microsoft.com/office/drawing/2014/main" id="{F2B2367C-A9C8-40CB-B809-3488A48D5A5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814741" y="6473133"/>
              <a:ext cx="540764" cy="292623"/>
            </a:xfrm>
            <a:prstGeom prst="rect">
              <a:avLst/>
            </a:prstGeom>
          </p:spPr>
        </p:pic>
        <p:pic>
          <p:nvPicPr>
            <p:cNvPr id="20" name="Picture 2" descr="C:\Offlinedateien\CAX-IF Projektdoku\Misc\Präsentationen\PDES Logo.png">
              <a:extLst>
                <a:ext uri="{FF2B5EF4-FFF2-40B4-BE49-F238E27FC236}">
                  <a16:creationId xmlns:a16="http://schemas.microsoft.com/office/drawing/2014/main" id="{2A47C8B9-B3A7-420A-A25F-CE5D0F4DA6F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1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9351631" y="6432867"/>
              <a:ext cx="949553" cy="3731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Image 21">
              <a:extLst>
                <a:ext uri="{FF2B5EF4-FFF2-40B4-BE49-F238E27FC236}">
                  <a16:creationId xmlns:a16="http://schemas.microsoft.com/office/drawing/2014/main" id="{61783D22-66E4-46DD-BEBC-98B5BDC13EC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7768099" y="6525506"/>
              <a:ext cx="1069975" cy="283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540000" y="493614"/>
            <a:ext cx="10605955" cy="107238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Click to add title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540000" y="1711656"/>
            <a:ext cx="10604250" cy="4860000"/>
          </a:xfrm>
          <a:prstGeom prst="rect">
            <a:avLst/>
          </a:prstGeom>
          <a:solidFill>
            <a:srgbClr val="FFFFFF">
              <a:alpha val="65098"/>
            </a:srgbClr>
          </a:solidFill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Edit master text format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4" name="Fußzeilenplatzhalter 4"/>
          <p:cNvSpPr txBox="1">
            <a:spLocks/>
          </p:cNvSpPr>
          <p:nvPr/>
        </p:nvSpPr>
        <p:spPr>
          <a:xfrm>
            <a:off x="540000" y="6555600"/>
            <a:ext cx="2808000" cy="360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noProof="0"/>
              <a:t>© EWIS Interoperability Forum 2023 | </a:t>
            </a:r>
            <a:r>
              <a:rPr lang="en-US" noProof="1"/>
              <a:t>All rights reserved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CC399FEC-DF14-4D09-B2C8-B2BE842493DD}"/>
              </a:ext>
            </a:extLst>
          </p:cNvPr>
          <p:cNvSpPr/>
          <p:nvPr/>
        </p:nvSpPr>
        <p:spPr>
          <a:xfrm>
            <a:off x="0" y="0"/>
            <a:ext cx="12190413" cy="432000"/>
          </a:xfrm>
          <a:prstGeom prst="rect">
            <a:avLst/>
          </a:prstGeom>
          <a:solidFill>
            <a:srgbClr val="0C56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542094" y="-5193"/>
            <a:ext cx="4394047" cy="42639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PDM-IF Winter Workshop - 28th of January &amp; 4th of February 2025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352250" y="-5194"/>
            <a:ext cx="792000" cy="42639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F50FD2C4-56EC-4F07-B0B8-CEAC86EF6E31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002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92" r:id="rId2"/>
    <p:sldLayoutId id="2147483793" r:id="rId3"/>
    <p:sldLayoutId id="2147483794" r:id="rId4"/>
    <p:sldLayoutId id="2147483795" r:id="rId5"/>
    <p:sldLayoutId id="2147483796" r:id="rId6"/>
    <p:sldLayoutId id="2147483797" r:id="rId7"/>
    <p:sldLayoutId id="2147483798" r:id="rId8"/>
    <p:sldLayoutId id="2147483799" r:id="rId9"/>
    <p:sldLayoutId id="2147483800" r:id="rId10"/>
    <p:sldLayoutId id="2147483801" r:id="rId11"/>
    <p:sldLayoutId id="2147483802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spcBef>
          <a:spcPct val="0"/>
        </a:spcBef>
        <a:buNone/>
        <a:defRPr sz="3200" b="1" kern="120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230400" indent="-2304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lang="en-US" sz="2400" kern="1200" noProof="0" dirty="0">
          <a:solidFill>
            <a:schemeClr val="tx1"/>
          </a:solidFill>
          <a:latin typeface="+mn-lt"/>
          <a:ea typeface="+mn-ea"/>
          <a:cs typeface="+mn-cs"/>
        </a:defRPr>
      </a:lvl1pPr>
      <a:lvl2pPr marL="687600" indent="-230400" algn="l" defTabSz="914400" rtl="0" eaLnBrk="1" latinLnBrk="0" hangingPunct="1">
        <a:lnSpc>
          <a:spcPct val="90000"/>
        </a:lnSpc>
        <a:spcBef>
          <a:spcPts val="1000"/>
        </a:spcBef>
        <a:buFont typeface="Symbol" panose="05050102010706020507" pitchFamily="18" charset="2"/>
        <a:buChar char="-"/>
        <a:defRPr lang="en-US" sz="2000" kern="1200" noProof="0" dirty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1000"/>
        </a:spcBef>
        <a:buFont typeface="Symbol" panose="05050102010706020507" pitchFamily="18" charset="2"/>
        <a:buChar char="-"/>
        <a:defRPr lang="en-US" sz="1800" kern="1200" noProof="0" dirty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1000"/>
        </a:spcBef>
        <a:buFont typeface="Symbol" panose="05050102010706020507" pitchFamily="18" charset="2"/>
        <a:buChar char="-"/>
        <a:defRPr lang="en-US" sz="1600" kern="1200" noProof="0" dirty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1000"/>
        </a:spcBef>
        <a:buFont typeface="Symbol" panose="05050102010706020507" pitchFamily="18" charset="2"/>
        <a:buChar char="-"/>
        <a:defRPr lang="en-US" sz="1600" kern="1200" noProof="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Bild 7" descr="170328_Prostep_Logo_dunkelblau_rgb.png">
            <a:extLst>
              <a:ext uri="{FF2B5EF4-FFF2-40B4-BE49-F238E27FC236}">
                <a16:creationId xmlns:a16="http://schemas.microsoft.com/office/drawing/2014/main" id="{F2B2367C-A9C8-40CB-B809-3488A48D5A5E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511" y="6390385"/>
            <a:ext cx="741728" cy="401371"/>
          </a:xfrm>
          <a:prstGeom prst="rect">
            <a:avLst/>
          </a:prstGeom>
        </p:spPr>
      </p:pic>
      <p:sp>
        <p:nvSpPr>
          <p:cNvPr id="2" name="Titelplatzhalter 1"/>
          <p:cNvSpPr>
            <a:spLocks noGrp="1"/>
          </p:cNvSpPr>
          <p:nvPr userDrawn="1">
            <p:ph type="title"/>
          </p:nvPr>
        </p:nvSpPr>
        <p:spPr>
          <a:xfrm>
            <a:off x="540001" y="493614"/>
            <a:ext cx="10605955" cy="107238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 noProof="0"/>
              <a:t>Click to add title</a:t>
            </a:r>
          </a:p>
        </p:txBody>
      </p:sp>
      <p:sp>
        <p:nvSpPr>
          <p:cNvPr id="3" name="Textplatzhalter 2"/>
          <p:cNvSpPr>
            <a:spLocks noGrp="1"/>
          </p:cNvSpPr>
          <p:nvPr userDrawn="1">
            <p:ph type="body" idx="1"/>
          </p:nvPr>
        </p:nvSpPr>
        <p:spPr>
          <a:xfrm>
            <a:off x="540000" y="1711656"/>
            <a:ext cx="10604250" cy="4860000"/>
          </a:xfrm>
          <a:prstGeom prst="rect">
            <a:avLst/>
          </a:prstGeom>
          <a:solidFill>
            <a:srgbClr val="FFFFFF">
              <a:alpha val="65098"/>
            </a:srgbClr>
          </a:solidFill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noProof="0"/>
              <a:t>Edit master text format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4" name="Fußzeilenplatzhalter 4"/>
          <p:cNvSpPr txBox="1">
            <a:spLocks/>
          </p:cNvSpPr>
          <p:nvPr userDrawn="1"/>
        </p:nvSpPr>
        <p:spPr>
          <a:xfrm>
            <a:off x="540000" y="6555600"/>
            <a:ext cx="2808000" cy="360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00" noProof="0">
                <a:latin typeface="Arial" panose="020B0604020202020204" pitchFamily="34" charset="0"/>
                <a:cs typeface="Arial" panose="020B0604020202020204" pitchFamily="34" charset="0"/>
              </a:rPr>
              <a:t>© PDM Interoperability Forum 2024 | </a:t>
            </a:r>
            <a:r>
              <a:rPr lang="en-US" sz="800" noProof="1">
                <a:latin typeface="Arial" panose="020B0604020202020204" pitchFamily="34" charset="0"/>
                <a:cs typeface="Arial" panose="020B0604020202020204" pitchFamily="34" charset="0"/>
              </a:rPr>
              <a:t>All rights reserved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CC399FEC-DF14-4D09-B2C8-B2BE842493DD}"/>
              </a:ext>
            </a:extLst>
          </p:cNvPr>
          <p:cNvSpPr/>
          <p:nvPr userDrawn="1"/>
        </p:nvSpPr>
        <p:spPr>
          <a:xfrm>
            <a:off x="1" y="0"/>
            <a:ext cx="12190413" cy="432000"/>
          </a:xfrm>
          <a:prstGeom prst="rect">
            <a:avLst/>
          </a:prstGeom>
          <a:solidFill>
            <a:srgbClr val="C35C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5" name="Fußzeilenplatzhalter 4"/>
          <p:cNvSpPr>
            <a:spLocks noGrp="1"/>
          </p:cNvSpPr>
          <p:nvPr userDrawn="1">
            <p:ph type="ftr" sz="quarter" idx="3"/>
          </p:nvPr>
        </p:nvSpPr>
        <p:spPr>
          <a:xfrm>
            <a:off x="542095" y="-5193"/>
            <a:ext cx="4394047" cy="42639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PDM-IF Winter Workshop - 28th of January &amp; 4th of February 2025</a:t>
            </a:r>
          </a:p>
        </p:txBody>
      </p:sp>
      <p:sp>
        <p:nvSpPr>
          <p:cNvPr id="6" name="Foliennummernplatzhalter 5"/>
          <p:cNvSpPr>
            <a:spLocks noGrp="1"/>
          </p:cNvSpPr>
          <p:nvPr userDrawn="1">
            <p:ph type="sldNum" sz="quarter" idx="4"/>
          </p:nvPr>
        </p:nvSpPr>
        <p:spPr>
          <a:xfrm>
            <a:off x="10947238" y="5605"/>
            <a:ext cx="792000" cy="42639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en-US" sz="16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r"/>
            <a:fld id="{F50FD2C4-56EC-4F07-B0B8-CEAC86EF6E31}" type="slidenum">
              <a:rPr lang="en-FR" smtClean="0"/>
              <a:pPr algn="r"/>
              <a:t>‹Nr.›</a:t>
            </a:fld>
            <a:endParaRPr lang="en-FR"/>
          </a:p>
        </p:txBody>
      </p:sp>
      <p:pic>
        <p:nvPicPr>
          <p:cNvPr id="7" name="Grafik 7">
            <a:extLst>
              <a:ext uri="{FF2B5EF4-FFF2-40B4-BE49-F238E27FC236}">
                <a16:creationId xmlns:a16="http://schemas.microsoft.com/office/drawing/2014/main" id="{ED77AFBB-8DCA-C300-336F-C6213A53A8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6200000">
            <a:off x="7850661" y="2549726"/>
            <a:ext cx="6455892" cy="2220440"/>
          </a:xfrm>
          <a:prstGeom prst="rect">
            <a:avLst/>
          </a:prstGeom>
        </p:spPr>
      </p:pic>
      <p:pic>
        <p:nvPicPr>
          <p:cNvPr id="10" name="Picture 2" descr="C:\Users\Klier\Desktop\logo-afnet-2.png">
            <a:extLst>
              <a:ext uri="{FF2B5EF4-FFF2-40B4-BE49-F238E27FC236}">
                <a16:creationId xmlns:a16="http://schemas.microsoft.com/office/drawing/2014/main" id="{B5C19A38-9A84-1E09-8940-A91B9930B06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3498" y="6519956"/>
            <a:ext cx="1039024" cy="245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7555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  <p:sldLayoutId id="2147483817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309" rtl="0" eaLnBrk="1" latinLnBrk="0" hangingPunct="1">
        <a:spcBef>
          <a:spcPct val="0"/>
        </a:spcBef>
        <a:buNone/>
        <a:defRPr sz="3200" b="1" kern="1200">
          <a:solidFill>
            <a:srgbClr val="C35C15"/>
          </a:solidFill>
          <a:latin typeface="Avenir Book" panose="02000503020000020003" pitchFamily="2" charset="0"/>
          <a:ea typeface="+mj-ea"/>
          <a:cs typeface="+mj-cs"/>
        </a:defRPr>
      </a:lvl1pPr>
    </p:titleStyle>
    <p:bodyStyle>
      <a:lvl1pPr marL="230377" indent="-230377" algn="l" defTabSz="914309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lang="en-US" sz="2400" kern="1200" noProof="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7531" indent="-230377" algn="l" defTabSz="914309" rtl="0" eaLnBrk="1" latinLnBrk="0" hangingPunct="1">
        <a:lnSpc>
          <a:spcPct val="90000"/>
        </a:lnSpc>
        <a:spcBef>
          <a:spcPts val="1000"/>
        </a:spcBef>
        <a:buFont typeface="Symbol" panose="05050102010706020507" pitchFamily="18" charset="2"/>
        <a:buChar char="-"/>
        <a:defRPr lang="en-US" sz="2000" kern="1200" noProof="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2886" indent="-228577" algn="l" defTabSz="914309" rtl="0" eaLnBrk="1" latinLnBrk="0" hangingPunct="1">
        <a:lnSpc>
          <a:spcPct val="90000"/>
        </a:lnSpc>
        <a:spcBef>
          <a:spcPts val="1000"/>
        </a:spcBef>
        <a:buFont typeface="Symbol" panose="05050102010706020507" pitchFamily="18" charset="2"/>
        <a:buChar char="-"/>
        <a:defRPr lang="en-US" sz="1800" kern="1200" noProof="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040" indent="-228577" algn="l" defTabSz="914309" rtl="0" eaLnBrk="1" latinLnBrk="0" hangingPunct="1">
        <a:lnSpc>
          <a:spcPct val="90000"/>
        </a:lnSpc>
        <a:spcBef>
          <a:spcPts val="1000"/>
        </a:spcBef>
        <a:buFont typeface="Symbol" panose="05050102010706020507" pitchFamily="18" charset="2"/>
        <a:buChar char="-"/>
        <a:defRPr lang="en-US" sz="1600" kern="1200" noProof="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194" indent="-228577" algn="l" defTabSz="914309" rtl="0" eaLnBrk="1" latinLnBrk="0" hangingPunct="1">
        <a:lnSpc>
          <a:spcPct val="90000"/>
        </a:lnSpc>
        <a:spcBef>
          <a:spcPts val="1000"/>
        </a:spcBef>
        <a:buFont typeface="Symbol" panose="05050102010706020507" pitchFamily="18" charset="2"/>
        <a:buChar char="-"/>
        <a:defRPr lang="en-US" sz="1600" kern="1200" noProof="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349" indent="-228577" algn="l" defTabSz="914309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03" indent="-228577" algn="l" defTabSz="914309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57" indent="-228577" algn="l" defTabSz="914309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11" indent="-228577" algn="l" defTabSz="914309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4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09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3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17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71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26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80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34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sd.iso.org/jira-pilot/browse/TCSC410303-2318" TargetMode="External"/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economidis-nick/createXSDforxMCF/issues/95" TargetMode="External"/><Relationship Id="rId7" Type="http://schemas.openxmlformats.org/officeDocument/2006/relationships/hyperlink" Target="https://github.com/economidis-nick/createXSDforxMCF/issues/106" TargetMode="External"/><Relationship Id="rId2" Type="http://schemas.openxmlformats.org/officeDocument/2006/relationships/hyperlink" Target="https://github.com/economidis-nick/createXSDforxMCF/issues/105" TargetMode="External"/><Relationship Id="rId1" Type="http://schemas.openxmlformats.org/officeDocument/2006/relationships/slideLayout" Target="../slideLayouts/slideLayout27.xml"/><Relationship Id="rId6" Type="http://schemas.openxmlformats.org/officeDocument/2006/relationships/hyperlink" Target="https://github.com/economidis-nick/createXSDforxMCF/issues/96" TargetMode="External"/><Relationship Id="rId5" Type="http://schemas.openxmlformats.org/officeDocument/2006/relationships/hyperlink" Target="https://github.com/economidis-nick/createXSDforxMCF/issues/94" TargetMode="External"/><Relationship Id="rId4" Type="http://schemas.openxmlformats.org/officeDocument/2006/relationships/hyperlink" Target="https://github.com/economidis-nick/createXSDforxMCF/issues/104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8839681-33EE-3435-E4E8-D5CB6610EDC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 err="1"/>
              <a:t>MBx</a:t>
            </a:r>
            <a:r>
              <a:rPr lang="en-US" noProof="0" dirty="0"/>
              <a:t>-IF Leadership Meeting 17.02.25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45632E8-DDC8-11EF-E932-3D70FE3762B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0FD2C4-56EC-4F07-B0B8-CEAC86EF6E31}" type="slidenum">
              <a:rPr lang="en-US" noProof="0" smtClean="0"/>
              <a:pPr/>
              <a:t>1</a:t>
            </a:fld>
            <a:endParaRPr lang="en-US" noProof="0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2C916B6B-D1EF-2088-2E9E-A100B26841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Fasteners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257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0C879061-F3A7-DB9A-0CA1-C981E6A41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PDM-IF Scope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6A93587-DFFF-FD3A-BD85-6DD1BFC16A7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 err="1"/>
              <a:t>MBx</a:t>
            </a:r>
            <a:r>
              <a:rPr lang="en-US" noProof="0" dirty="0"/>
              <a:t>-IF Leadership Meeting 17.02.25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6DEBFB1-48BB-1B4A-EDDF-B8A359A868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0FD2C4-56EC-4F07-B0B8-CEAC86EF6E31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E5A9AB53-3274-7333-F799-BD5A95ED525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Fasteners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E338B76E-65D6-1F08-92BD-606EC3EB6A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999" y="1638414"/>
            <a:ext cx="9352100" cy="4725971"/>
          </a:xfrm>
        </p:spPr>
        <p:txBody>
          <a:bodyPr vert="horz" lIns="0" tIns="0" rIns="0" bIns="0" rtlCol="0" anchor="t">
            <a:normAutofit fontScale="77500" lnSpcReduction="20000"/>
          </a:bodyPr>
          <a:lstStyle/>
          <a:p>
            <a:r>
              <a:rPr lang="en-US" sz="1600" dirty="0"/>
              <a:t>Mating bundle object, that holds/structures all the information about:</a:t>
            </a:r>
          </a:p>
          <a:p>
            <a:pPr lvl="1"/>
            <a:r>
              <a:rPr lang="en-US" sz="1600" dirty="0"/>
              <a:t>Type(s) of mating (screwing, welding, riveting, clips, gluing, …)</a:t>
            </a:r>
          </a:p>
          <a:p>
            <a:pPr lvl="1"/>
            <a:r>
              <a:rPr lang="en-US" sz="1600" dirty="0"/>
              <a:t>Which parts are mated together</a:t>
            </a:r>
          </a:p>
          <a:p>
            <a:pPr lvl="1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Which fasteners (defined by parameters</a:t>
            </a:r>
          </a:p>
          <a:p>
            <a:pPr lvl="1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+ defined by (derived) parts) are involved</a:t>
            </a:r>
          </a:p>
          <a:p>
            <a:pPr lvl="1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In which order (stacking)</a:t>
            </a:r>
          </a:p>
          <a:p>
            <a:pPr lvl="1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Direction of the fasteners and (derived) 3D positioning</a:t>
            </a:r>
          </a:p>
          <a:p>
            <a:pPr lvl="1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Attach the Mating bundle object to the product structure (typically at the deepest assembly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node that contains all mated parts).</a:t>
            </a:r>
          </a:p>
          <a:p>
            <a:pPr lvl="1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Fasteners may be mapped as single parts or beyond a fastener-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assy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(for example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screw+washer+nut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)?</a:t>
            </a:r>
          </a:p>
          <a:p>
            <a:pPr lvl="1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Mating attributes,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for example tightening torque</a:t>
            </a:r>
          </a:p>
          <a:p>
            <a:pPr lvl="1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In case of 150% BoM: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configuration of the involved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fasteners, of their 3D positioning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and of the attributes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Having a stable Id of the Mating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object in case of geometrical changes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Used in the same way for all types of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mating (same methods and functions,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with different parameters)</a:t>
            </a:r>
          </a:p>
          <a:p>
            <a:r>
              <a:rPr lang="en-US" sz="1600" u="sng" dirty="0">
                <a:latin typeface="Arial" panose="020B0604020202020204" pitchFamily="34" charset="0"/>
                <a:cs typeface="Arial" panose="020B0604020202020204" pitchFamily="34" charset="0"/>
              </a:rPr>
              <a:t>In scope of </a:t>
            </a:r>
            <a:r>
              <a:rPr lang="en-US" sz="1600" u="sng" dirty="0" err="1">
                <a:latin typeface="Arial" panose="020B0604020202020204" pitchFamily="34" charset="0"/>
                <a:cs typeface="Arial" panose="020B0604020202020204" pitchFamily="34" charset="0"/>
              </a:rPr>
              <a:t>CAx</a:t>
            </a:r>
            <a:r>
              <a:rPr lang="en-US" sz="1600" u="sng" dirty="0">
                <a:latin typeface="Arial" panose="020B0604020202020204" pitchFamily="34" charset="0"/>
                <a:cs typeface="Arial" panose="020B0604020202020204" pitchFamily="34" charset="0"/>
              </a:rPr>
              <a:t>-IF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geometric elements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(like contact faces)</a:t>
            </a:r>
            <a:endParaRPr lang="en-US" dirty="0">
              <a:cs typeface="Segoe UI"/>
            </a:endParaRPr>
          </a:p>
          <a:p>
            <a:pPr marL="229870" indent="-229870"/>
            <a:endParaRPr lang="en-US" dirty="0">
              <a:cs typeface="Segoe UI"/>
            </a:endParaRPr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7E007C12-1CAB-D8C3-10B9-F104459C6FB5}"/>
              </a:ext>
            </a:extLst>
          </p:cNvPr>
          <p:cNvCxnSpPr>
            <a:cxnSpLocks/>
            <a:endCxn id="18" idx="1"/>
          </p:cNvCxnSpPr>
          <p:nvPr/>
        </p:nvCxnSpPr>
        <p:spPr bwMode="auto">
          <a:xfrm flipV="1">
            <a:off x="8507422" y="3429000"/>
            <a:ext cx="1422427" cy="878783"/>
          </a:xfrm>
          <a:prstGeom prst="line">
            <a:avLst/>
          </a:prstGeom>
          <a:solidFill>
            <a:schemeClr val="bg1"/>
          </a:solidFill>
          <a:ln w="19050" cap="flat" cmpd="sng" algn="ctr">
            <a:solidFill>
              <a:srgbClr val="5097AB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9F5BE0A9-83BE-63B6-5A91-80C2776CFD4B}"/>
              </a:ext>
            </a:extLst>
          </p:cNvPr>
          <p:cNvCxnSpPr>
            <a:cxnSpLocks/>
            <a:endCxn id="17" idx="1"/>
          </p:cNvCxnSpPr>
          <p:nvPr/>
        </p:nvCxnSpPr>
        <p:spPr bwMode="auto">
          <a:xfrm>
            <a:off x="8507422" y="4307783"/>
            <a:ext cx="1562746" cy="247389"/>
          </a:xfrm>
          <a:prstGeom prst="line">
            <a:avLst/>
          </a:prstGeom>
          <a:solidFill>
            <a:schemeClr val="bg1"/>
          </a:solidFill>
          <a:ln w="19050" cap="flat" cmpd="sng" algn="ctr">
            <a:solidFill>
              <a:srgbClr val="5097AB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94DC4315-23F0-04EB-9A9F-C6D9411F5662}"/>
              </a:ext>
            </a:extLst>
          </p:cNvPr>
          <p:cNvCxnSpPr>
            <a:cxnSpLocks/>
            <a:endCxn id="20" idx="1"/>
          </p:cNvCxnSpPr>
          <p:nvPr/>
        </p:nvCxnSpPr>
        <p:spPr bwMode="auto">
          <a:xfrm flipV="1">
            <a:off x="8507422" y="1651785"/>
            <a:ext cx="1462458" cy="2655998"/>
          </a:xfrm>
          <a:prstGeom prst="line">
            <a:avLst/>
          </a:prstGeom>
          <a:solidFill>
            <a:schemeClr val="bg1"/>
          </a:solidFill>
          <a:ln w="19050" cap="flat" cmpd="sng" algn="ctr">
            <a:solidFill>
              <a:srgbClr val="5097AB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2" name="Pfeil nach rechts 23">
            <a:extLst>
              <a:ext uri="{FF2B5EF4-FFF2-40B4-BE49-F238E27FC236}">
                <a16:creationId xmlns:a16="http://schemas.microsoft.com/office/drawing/2014/main" id="{CBD4E33D-29F1-CA69-BEA8-E67426922D55}"/>
              </a:ext>
            </a:extLst>
          </p:cNvPr>
          <p:cNvSpPr/>
          <p:nvPr/>
        </p:nvSpPr>
        <p:spPr>
          <a:xfrm rot="19629073">
            <a:off x="7526941" y="4151980"/>
            <a:ext cx="955003" cy="935617"/>
          </a:xfrm>
          <a:prstGeom prst="rightArrow">
            <a:avLst/>
          </a:prstGeom>
          <a:solidFill>
            <a:srgbClr val="A6CA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8415"/>
            <a:endParaRPr lang="de-DE" sz="2099" dirty="0">
              <a:solidFill>
                <a:srgbClr val="000000"/>
              </a:solidFill>
              <a:latin typeface="CorpoS"/>
            </a:endParaRPr>
          </a:p>
        </p:txBody>
      </p: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972700B1-45D8-E899-644A-64C692F957C3}"/>
              </a:ext>
            </a:extLst>
          </p:cNvPr>
          <p:cNvCxnSpPr>
            <a:cxnSpLocks/>
            <a:endCxn id="16" idx="1"/>
          </p:cNvCxnSpPr>
          <p:nvPr/>
        </p:nvCxnSpPr>
        <p:spPr bwMode="auto">
          <a:xfrm>
            <a:off x="8507422" y="4307783"/>
            <a:ext cx="1562745" cy="1426312"/>
          </a:xfrm>
          <a:prstGeom prst="line">
            <a:avLst/>
          </a:prstGeom>
          <a:solidFill>
            <a:schemeClr val="bg1"/>
          </a:solidFill>
          <a:ln w="19050" cap="flat" cmpd="sng" algn="ctr">
            <a:solidFill>
              <a:srgbClr val="5097AB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pic>
        <p:nvPicPr>
          <p:cNvPr id="14" name="Grafik 13">
            <a:extLst>
              <a:ext uri="{FF2B5EF4-FFF2-40B4-BE49-F238E27FC236}">
                <a16:creationId xmlns:a16="http://schemas.microsoft.com/office/drawing/2014/main" id="{F918C4B2-4AA3-5802-ACDB-153C60EDC1C0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21437166">
            <a:off x="3703299" y="4086519"/>
            <a:ext cx="2642139" cy="2718992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0BD57243-57B5-43DC-B16D-4A5AD875694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39" t="23695" r="6407" b="55782"/>
          <a:stretch/>
        </p:blipFill>
        <p:spPr>
          <a:xfrm>
            <a:off x="6399843" y="5138786"/>
            <a:ext cx="2515123" cy="1616865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B183C41E-F78C-0FA6-E062-76CD49090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0167" y="5295734"/>
            <a:ext cx="1530159" cy="876722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B163F865-FA7E-098F-C446-B02A5B2E5D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0168" y="3816672"/>
            <a:ext cx="1393809" cy="1477000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69D4C555-2685-FE4F-4356-B574BFF4059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929849" y="2780167"/>
            <a:ext cx="1630619" cy="1297665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988C0BCE-4962-6F04-2827-79939FFDF145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80893" y="1940716"/>
            <a:ext cx="472656" cy="467160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1999F5A2-B400-7315-24CD-C1121E1F27FA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969880" y="1418205"/>
            <a:ext cx="472656" cy="467160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B1AFE91D-CB57-D52F-6415-F08473A7D730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665556" y="2112571"/>
            <a:ext cx="472656" cy="467160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AA52E662-9A69-B88A-B080-FA205ACC259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8635" y="2566201"/>
            <a:ext cx="366563" cy="393640"/>
          </a:xfrm>
          <a:prstGeom prst="rect">
            <a:avLst/>
          </a:prstGeom>
          <a:noFill/>
        </p:spPr>
      </p:pic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B4FAD177-FA7A-0B70-B613-26947C71CB15}"/>
              </a:ext>
            </a:extLst>
          </p:cNvPr>
          <p:cNvGrpSpPr/>
          <p:nvPr/>
        </p:nvGrpSpPr>
        <p:grpSpPr>
          <a:xfrm>
            <a:off x="9453115" y="2077253"/>
            <a:ext cx="438984" cy="387726"/>
            <a:chOff x="7659300" y="389335"/>
            <a:chExt cx="264980" cy="252000"/>
          </a:xfrm>
        </p:grpSpPr>
        <p:sp>
          <p:nvSpPr>
            <p:cNvPr id="24" name="Ellipse 23">
              <a:extLst>
                <a:ext uri="{FF2B5EF4-FFF2-40B4-BE49-F238E27FC236}">
                  <a16:creationId xmlns:a16="http://schemas.microsoft.com/office/drawing/2014/main" id="{0D54538F-E8E3-A0CD-EA7D-AB360E77E99E}"/>
                </a:ext>
              </a:extLst>
            </p:cNvPr>
            <p:cNvSpPr/>
            <p:nvPr/>
          </p:nvSpPr>
          <p:spPr>
            <a:xfrm>
              <a:off x="7659300" y="389335"/>
              <a:ext cx="252000" cy="252000"/>
            </a:xfrm>
            <a:prstGeom prst="ellipse">
              <a:avLst/>
            </a:prstGeom>
            <a:solidFill>
              <a:srgbClr val="FEF1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5" name="Grafik 24">
              <a:extLst>
                <a:ext uri="{FF2B5EF4-FFF2-40B4-BE49-F238E27FC236}">
                  <a16:creationId xmlns:a16="http://schemas.microsoft.com/office/drawing/2014/main" id="{6EFA3689-DCE4-1AA0-0C4D-FDA6E5E4114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clrChange>
                <a:clrFrom>
                  <a:srgbClr val="F7F7F7"/>
                </a:clrFrom>
                <a:clrTo>
                  <a:srgbClr val="F7F7F7">
                    <a:alpha val="0"/>
                  </a:srgbClr>
                </a:clrTo>
              </a:clrChange>
            </a:blip>
            <a:srcRect l="14969" r="9432"/>
            <a:stretch/>
          </p:blipFill>
          <p:spPr>
            <a:xfrm>
              <a:off x="7663762" y="398903"/>
              <a:ext cx="260518" cy="240038"/>
            </a:xfrm>
            <a:prstGeom prst="rect">
              <a:avLst/>
            </a:prstGeom>
          </p:spPr>
        </p:pic>
      </p:grpSp>
      <p:pic>
        <p:nvPicPr>
          <p:cNvPr id="26" name="Grafik 25">
            <a:extLst>
              <a:ext uri="{FF2B5EF4-FFF2-40B4-BE49-F238E27FC236}">
                <a16:creationId xmlns:a16="http://schemas.microsoft.com/office/drawing/2014/main" id="{12422009-3123-0ADA-4D3B-17F14F3DF56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6025" y="873029"/>
            <a:ext cx="2511826" cy="1990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394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0C879061-F3A7-DB9A-0CA1-C981E6A41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PDM-IF Scope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6A93587-DFFF-FD3A-BD85-6DD1BFC16A7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 err="1"/>
              <a:t>MBx</a:t>
            </a:r>
            <a:r>
              <a:rPr lang="en-US" noProof="0" dirty="0"/>
              <a:t>-IF Leadership Meeting 17.02.25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6DEBFB1-48BB-1B4A-EDDF-B8A359A868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0FD2C4-56EC-4F07-B0B8-CEAC86EF6E31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E5A9AB53-3274-7333-F799-BD5A95ED525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Modern PLM Features regarding Fasteners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E338B76E-65D6-1F08-92BD-606EC3EB6A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999" y="1638414"/>
            <a:ext cx="3353205" cy="4725971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 sz="1800" dirty="0"/>
              <a:t>Propose concrete fastener parts out of the Fastener parametric definition, the thickness of the linked parts and the material constraints</a:t>
            </a:r>
          </a:p>
          <a:p>
            <a:r>
              <a:rPr lang="en-US" sz="1800" dirty="0"/>
              <a:t>Compute (from material constraints) their number and positioning (from the wished orientation and for example equidistant)</a:t>
            </a:r>
          </a:p>
          <a:p>
            <a:r>
              <a:rPr lang="en-US" sz="1800" dirty="0"/>
              <a:t>Parametric definition of the holes the linked parts (no physical design of the holes)</a:t>
            </a:r>
          </a:p>
          <a:p>
            <a:pPr marL="0" indent="0">
              <a:buNone/>
            </a:pPr>
            <a:r>
              <a:rPr lang="en-US" sz="1800" dirty="0"/>
              <a:t>=&gt; for an automated design, supporting changes in the product design with less effort</a:t>
            </a:r>
          </a:p>
          <a:p>
            <a:pPr marL="0" indent="0">
              <a:buNone/>
            </a:pPr>
            <a:endParaRPr lang="en-US" dirty="0">
              <a:cs typeface="Segoe UI"/>
            </a:endParaRPr>
          </a:p>
          <a:p>
            <a:pPr marL="229870" indent="-229870"/>
            <a:endParaRPr lang="en-US" dirty="0">
              <a:cs typeface="Segoe UI"/>
            </a:endParaRPr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7E007C12-1CAB-D8C3-10B9-F104459C6FB5}"/>
              </a:ext>
            </a:extLst>
          </p:cNvPr>
          <p:cNvCxnSpPr>
            <a:cxnSpLocks/>
            <a:endCxn id="18" idx="1"/>
          </p:cNvCxnSpPr>
          <p:nvPr/>
        </p:nvCxnSpPr>
        <p:spPr bwMode="auto">
          <a:xfrm flipV="1">
            <a:off x="8507422" y="3429000"/>
            <a:ext cx="1422427" cy="878783"/>
          </a:xfrm>
          <a:prstGeom prst="line">
            <a:avLst/>
          </a:prstGeom>
          <a:solidFill>
            <a:schemeClr val="bg1"/>
          </a:solidFill>
          <a:ln w="19050" cap="flat" cmpd="sng" algn="ctr">
            <a:solidFill>
              <a:srgbClr val="5097AB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9F5BE0A9-83BE-63B6-5A91-80C2776CFD4B}"/>
              </a:ext>
            </a:extLst>
          </p:cNvPr>
          <p:cNvCxnSpPr>
            <a:cxnSpLocks/>
            <a:endCxn id="17" idx="1"/>
          </p:cNvCxnSpPr>
          <p:nvPr/>
        </p:nvCxnSpPr>
        <p:spPr bwMode="auto">
          <a:xfrm>
            <a:off x="8507422" y="4307783"/>
            <a:ext cx="1562746" cy="247389"/>
          </a:xfrm>
          <a:prstGeom prst="line">
            <a:avLst/>
          </a:prstGeom>
          <a:solidFill>
            <a:schemeClr val="bg1"/>
          </a:solidFill>
          <a:ln w="19050" cap="flat" cmpd="sng" algn="ctr">
            <a:solidFill>
              <a:srgbClr val="5097AB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94DC4315-23F0-04EB-9A9F-C6D9411F5662}"/>
              </a:ext>
            </a:extLst>
          </p:cNvPr>
          <p:cNvCxnSpPr>
            <a:cxnSpLocks/>
            <a:endCxn id="20" idx="1"/>
          </p:cNvCxnSpPr>
          <p:nvPr/>
        </p:nvCxnSpPr>
        <p:spPr bwMode="auto">
          <a:xfrm flipV="1">
            <a:off x="8507422" y="1651785"/>
            <a:ext cx="1462458" cy="2655998"/>
          </a:xfrm>
          <a:prstGeom prst="line">
            <a:avLst/>
          </a:prstGeom>
          <a:solidFill>
            <a:schemeClr val="bg1"/>
          </a:solidFill>
          <a:ln w="19050" cap="flat" cmpd="sng" algn="ctr">
            <a:solidFill>
              <a:srgbClr val="5097AB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2" name="Pfeil nach rechts 23">
            <a:extLst>
              <a:ext uri="{FF2B5EF4-FFF2-40B4-BE49-F238E27FC236}">
                <a16:creationId xmlns:a16="http://schemas.microsoft.com/office/drawing/2014/main" id="{CBD4E33D-29F1-CA69-BEA8-E67426922D55}"/>
              </a:ext>
            </a:extLst>
          </p:cNvPr>
          <p:cNvSpPr/>
          <p:nvPr/>
        </p:nvSpPr>
        <p:spPr>
          <a:xfrm rot="19629073">
            <a:off x="7526941" y="4151980"/>
            <a:ext cx="955003" cy="935617"/>
          </a:xfrm>
          <a:prstGeom prst="rightArrow">
            <a:avLst/>
          </a:prstGeom>
          <a:solidFill>
            <a:srgbClr val="A6CA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8415"/>
            <a:endParaRPr lang="de-DE" sz="2099" dirty="0">
              <a:solidFill>
                <a:srgbClr val="000000"/>
              </a:solidFill>
              <a:latin typeface="CorpoS"/>
            </a:endParaRPr>
          </a:p>
        </p:txBody>
      </p: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972700B1-45D8-E899-644A-64C692F957C3}"/>
              </a:ext>
            </a:extLst>
          </p:cNvPr>
          <p:cNvCxnSpPr>
            <a:cxnSpLocks/>
            <a:endCxn id="16" idx="1"/>
          </p:cNvCxnSpPr>
          <p:nvPr/>
        </p:nvCxnSpPr>
        <p:spPr bwMode="auto">
          <a:xfrm>
            <a:off x="8507422" y="4307783"/>
            <a:ext cx="1562745" cy="1426312"/>
          </a:xfrm>
          <a:prstGeom prst="line">
            <a:avLst/>
          </a:prstGeom>
          <a:solidFill>
            <a:schemeClr val="bg1"/>
          </a:solidFill>
          <a:ln w="19050" cap="flat" cmpd="sng" algn="ctr">
            <a:solidFill>
              <a:srgbClr val="5097AB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pic>
        <p:nvPicPr>
          <p:cNvPr id="14" name="Grafik 13">
            <a:extLst>
              <a:ext uri="{FF2B5EF4-FFF2-40B4-BE49-F238E27FC236}">
                <a16:creationId xmlns:a16="http://schemas.microsoft.com/office/drawing/2014/main" id="{F918C4B2-4AA3-5802-ACDB-153C60EDC1C0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21437166">
            <a:off x="3703299" y="4086519"/>
            <a:ext cx="2642139" cy="2718992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0BD57243-57B5-43DC-B16D-4A5AD875694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39" t="23695" r="6407" b="55782"/>
          <a:stretch/>
        </p:blipFill>
        <p:spPr>
          <a:xfrm>
            <a:off x="6399843" y="5138786"/>
            <a:ext cx="2515123" cy="1616865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B183C41E-F78C-0FA6-E062-76CD49090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0167" y="5295734"/>
            <a:ext cx="1530159" cy="876722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B163F865-FA7E-098F-C446-B02A5B2E5D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0168" y="3816672"/>
            <a:ext cx="1393809" cy="1477000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69D4C555-2685-FE4F-4356-B574BFF4059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929849" y="2780167"/>
            <a:ext cx="1630619" cy="1297665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988C0BCE-4962-6F04-2827-79939FFDF145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80893" y="1940716"/>
            <a:ext cx="472656" cy="467160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1999F5A2-B400-7315-24CD-C1121E1F27FA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969880" y="1418205"/>
            <a:ext cx="472656" cy="467160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B1AFE91D-CB57-D52F-6415-F08473A7D730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665556" y="2112571"/>
            <a:ext cx="472656" cy="467160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AA52E662-9A69-B88A-B080-FA205ACC259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8635" y="2566201"/>
            <a:ext cx="366563" cy="393640"/>
          </a:xfrm>
          <a:prstGeom prst="rect">
            <a:avLst/>
          </a:prstGeom>
          <a:noFill/>
        </p:spPr>
      </p:pic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B4FAD177-FA7A-0B70-B613-26947C71CB15}"/>
              </a:ext>
            </a:extLst>
          </p:cNvPr>
          <p:cNvGrpSpPr/>
          <p:nvPr/>
        </p:nvGrpSpPr>
        <p:grpSpPr>
          <a:xfrm>
            <a:off x="9453115" y="2077253"/>
            <a:ext cx="438984" cy="387726"/>
            <a:chOff x="7659300" y="389335"/>
            <a:chExt cx="264980" cy="252000"/>
          </a:xfrm>
        </p:grpSpPr>
        <p:sp>
          <p:nvSpPr>
            <p:cNvPr id="24" name="Ellipse 23">
              <a:extLst>
                <a:ext uri="{FF2B5EF4-FFF2-40B4-BE49-F238E27FC236}">
                  <a16:creationId xmlns:a16="http://schemas.microsoft.com/office/drawing/2014/main" id="{0D54538F-E8E3-A0CD-EA7D-AB360E77E99E}"/>
                </a:ext>
              </a:extLst>
            </p:cNvPr>
            <p:cNvSpPr/>
            <p:nvPr/>
          </p:nvSpPr>
          <p:spPr>
            <a:xfrm>
              <a:off x="7659300" y="389335"/>
              <a:ext cx="252000" cy="252000"/>
            </a:xfrm>
            <a:prstGeom prst="ellipse">
              <a:avLst/>
            </a:prstGeom>
            <a:solidFill>
              <a:srgbClr val="FEF1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5" name="Grafik 24">
              <a:extLst>
                <a:ext uri="{FF2B5EF4-FFF2-40B4-BE49-F238E27FC236}">
                  <a16:creationId xmlns:a16="http://schemas.microsoft.com/office/drawing/2014/main" id="{6EFA3689-DCE4-1AA0-0C4D-FDA6E5E4114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clrChange>
                <a:clrFrom>
                  <a:srgbClr val="F7F7F7"/>
                </a:clrFrom>
                <a:clrTo>
                  <a:srgbClr val="F7F7F7">
                    <a:alpha val="0"/>
                  </a:srgbClr>
                </a:clrTo>
              </a:clrChange>
            </a:blip>
            <a:srcRect l="14969" r="9432"/>
            <a:stretch/>
          </p:blipFill>
          <p:spPr>
            <a:xfrm>
              <a:off x="7663762" y="398903"/>
              <a:ext cx="260518" cy="240038"/>
            </a:xfrm>
            <a:prstGeom prst="rect">
              <a:avLst/>
            </a:prstGeom>
          </p:spPr>
        </p:pic>
      </p:grpSp>
      <p:pic>
        <p:nvPicPr>
          <p:cNvPr id="26" name="Grafik 25">
            <a:extLst>
              <a:ext uri="{FF2B5EF4-FFF2-40B4-BE49-F238E27FC236}">
                <a16:creationId xmlns:a16="http://schemas.microsoft.com/office/drawing/2014/main" id="{12422009-3123-0ADA-4D3B-17F14F3DF56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6025" y="873029"/>
            <a:ext cx="2511826" cy="1990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023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0C879061-F3A7-DB9A-0CA1-C981E6A41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 Case Status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6A93587-DFFF-FD3A-BD85-6DD1BFC16A7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 err="1"/>
              <a:t>MBx</a:t>
            </a:r>
            <a:r>
              <a:rPr lang="en-US" noProof="0" dirty="0"/>
              <a:t>-IF Leadership Meeting 17.02.25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6DEBFB1-48BB-1B4A-EDDF-B8A359A868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0FD2C4-56EC-4F07-B0B8-CEAC86EF6E31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E5A9AB53-3274-7333-F799-BD5A95ED525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Fasteners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E338B76E-65D6-1F08-92BD-606EC3EB6A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638414"/>
            <a:ext cx="5555206" cy="4725971"/>
          </a:xfrm>
        </p:spPr>
        <p:txBody>
          <a:bodyPr vert="horz" lIns="0" tIns="0" rIns="0" bIns="0" rtlCol="0" anchor="t">
            <a:normAutofit fontScale="92500" lnSpcReduction="10000"/>
          </a:bodyPr>
          <a:lstStyle/>
          <a:p>
            <a:pPr marL="229870" indent="-229870"/>
            <a:r>
              <a:rPr lang="en-US" dirty="0"/>
              <a:t>Full dataset ready for Dassault Aviation Use Case</a:t>
            </a:r>
          </a:p>
          <a:p>
            <a:pPr marL="687070" lvl="1" indent="-229870"/>
            <a:r>
              <a:rPr lang="en-US" dirty="0"/>
              <a:t>Assembly Structure mapped from 3DExp-&gt;CATIA V5-&gt;AP242 XML Edition 3 + P21/JT</a:t>
            </a:r>
            <a:endParaRPr lang="en-US" dirty="0">
              <a:cs typeface="Segoe UI"/>
            </a:endParaRPr>
          </a:p>
          <a:p>
            <a:pPr marL="687070" lvl="1" indent="-229870"/>
            <a:r>
              <a:rPr lang="en-US" dirty="0"/>
              <a:t>Enriched with Bundle definition, references to </a:t>
            </a:r>
            <a:r>
              <a:rPr lang="el-GR" sz="2000" i="0" u="none" strike="noStrike" baseline="0" dirty="0">
                <a:solidFill>
                  <a:srgbClr val="000000"/>
                </a:solidFill>
                <a:latin typeface="Cambria"/>
                <a:ea typeface="Cambria"/>
              </a:rPr>
              <a:t>χ</a:t>
            </a:r>
            <a:r>
              <a:rPr lang="en-US" dirty="0"/>
              <a:t>MCF file and </a:t>
            </a:r>
            <a:r>
              <a:rPr lang="en-US" dirty="0" err="1"/>
              <a:t>OccurrenceRelationships</a:t>
            </a:r>
            <a:r>
              <a:rPr lang="en-US" dirty="0"/>
              <a:t> between </a:t>
            </a:r>
            <a:r>
              <a:rPr lang="en-US" dirty="0" err="1"/>
              <a:t>LinkedParts</a:t>
            </a:r>
            <a:r>
              <a:rPr lang="en-US" dirty="0"/>
              <a:t> and </a:t>
            </a:r>
            <a:r>
              <a:rPr lang="en-US" dirty="0" err="1"/>
              <a:t>ProductFasteners</a:t>
            </a:r>
            <a:r>
              <a:rPr lang="en-US" dirty="0"/>
              <a:t> (parametric definition of the holes)</a:t>
            </a:r>
            <a:endParaRPr lang="en-US" dirty="0">
              <a:cs typeface="Segoe UI"/>
            </a:endParaRPr>
          </a:p>
          <a:p>
            <a:pPr marL="687070" lvl="1" indent="-229870"/>
            <a:r>
              <a:rPr lang="el-GR" dirty="0"/>
              <a:t>χ</a:t>
            </a:r>
            <a:r>
              <a:rPr lang="en-US" dirty="0"/>
              <a:t>MCF file containing the structure and the reference/instance attributes of the Bundles and the </a:t>
            </a:r>
            <a:r>
              <a:rPr lang="en-US" dirty="0" err="1"/>
              <a:t>ProductFasteners</a:t>
            </a:r>
            <a:endParaRPr lang="en-US" dirty="0">
              <a:cs typeface="Segoe UI"/>
            </a:endParaRPr>
          </a:p>
          <a:p>
            <a:pPr marL="687070" lvl="1" indent="-229870"/>
            <a:r>
              <a:rPr lang="en-US" dirty="0"/>
              <a:t>Mapping of the attributes to standard attributes or customized attributes</a:t>
            </a:r>
            <a:endParaRPr lang="en-US" dirty="0">
              <a:cs typeface="Segoe UI"/>
            </a:endParaRPr>
          </a:p>
          <a:p>
            <a:pPr marL="687070" lvl="1" indent="-229870"/>
            <a:r>
              <a:rPr lang="en-US" dirty="0"/>
              <a:t>Beta CAE could read this dataset into ANSA </a:t>
            </a:r>
            <a:endParaRPr lang="en-US" dirty="0">
              <a:cs typeface="Segoe UI"/>
            </a:endParaRPr>
          </a:p>
          <a:p>
            <a:pPr marL="229870" indent="-229870">
              <a:buFont typeface="Wingdings" panose="05050102010706020507" pitchFamily="18" charset="2"/>
              <a:buChar char="§"/>
            </a:pPr>
            <a:r>
              <a:rPr lang="en-US" dirty="0" err="1">
                <a:cs typeface="Segoe UI"/>
              </a:rPr>
              <a:t>ToDos</a:t>
            </a:r>
            <a:r>
              <a:rPr lang="en-US" dirty="0">
                <a:cs typeface="Segoe UI"/>
              </a:rPr>
              <a:t>:</a:t>
            </a:r>
          </a:p>
          <a:p>
            <a:pPr marL="687070" lvl="1" indent="-229870"/>
            <a:r>
              <a:rPr lang="de-DE" dirty="0">
                <a:cs typeface="Segoe UI"/>
              </a:rPr>
              <a:t>Launch PoC at Dassault </a:t>
            </a:r>
            <a:r>
              <a:rPr lang="de-DE" dirty="0" err="1">
                <a:cs typeface="Segoe UI"/>
              </a:rPr>
              <a:t>Systèmes</a:t>
            </a:r>
            <a:endParaRPr lang="en-US" dirty="0">
              <a:cs typeface="Segoe UI"/>
            </a:endParaRPr>
          </a:p>
          <a:p>
            <a:pPr marL="229870" indent="-229870"/>
            <a:endParaRPr lang="en-US" dirty="0">
              <a:cs typeface="Segoe UI"/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C26AC71-9A23-A874-4987-BC4ACA9004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1634" y="3429000"/>
            <a:ext cx="4723080" cy="2765830"/>
          </a:xfrm>
          <a:prstGeom prst="rect">
            <a:avLst/>
          </a:prstGeom>
        </p:spPr>
      </p:pic>
      <p:pic>
        <p:nvPicPr>
          <p:cNvPr id="10" name="Image 6">
            <a:extLst>
              <a:ext uri="{FF2B5EF4-FFF2-40B4-BE49-F238E27FC236}">
                <a16:creationId xmlns:a16="http://schemas.microsoft.com/office/drawing/2014/main" id="{BB99F425-BF62-A11F-3C65-69C79E6860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2767" y="663170"/>
            <a:ext cx="4992994" cy="184727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70880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81B368-364A-1694-CB03-F283BCE65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 Case Status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D432918-A44C-C8E4-2501-1528FC294E4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 err="1"/>
              <a:t>MBx</a:t>
            </a:r>
            <a:r>
              <a:rPr lang="en-US" noProof="0" dirty="0"/>
              <a:t>-IF Leadership Meeting 17.02.25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51D5C07-9BEA-A5D8-96EE-851B126F35C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0FD2C4-56EC-4F07-B0B8-CEAC86EF6E31}" type="slidenum">
              <a:rPr lang="en-US" noProof="0" smtClean="0"/>
              <a:pPr/>
              <a:t>5</a:t>
            </a:fld>
            <a:endParaRPr lang="en-US" noProof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C926C57-F8AC-3910-99B9-66ABDD9CC04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Fasteners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0417D4F-1621-8DCF-0A2B-3552292BC6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565568"/>
            <a:ext cx="6204469" cy="4798817"/>
          </a:xfrm>
        </p:spPr>
        <p:txBody>
          <a:bodyPr vert="horz" lIns="0" tIns="0" rIns="0" bIns="0" rtlCol="0" anchor="t">
            <a:noAutofit/>
          </a:bodyPr>
          <a:lstStyle/>
          <a:p>
            <a:pPr marL="229870" indent="-229870"/>
            <a:r>
              <a:rPr lang="en-US" sz="1800" dirty="0"/>
              <a:t>Full dataset ready for BMW Use Case</a:t>
            </a:r>
          </a:p>
          <a:p>
            <a:pPr marL="229870" indent="-229870"/>
            <a:r>
              <a:rPr lang="el-GR" sz="1800" dirty="0"/>
              <a:t>χ</a:t>
            </a:r>
            <a:r>
              <a:rPr lang="en-US" sz="1800" dirty="0"/>
              <a:t>MCF File provided by BMW</a:t>
            </a:r>
          </a:p>
          <a:p>
            <a:pPr marL="687070" lvl="1" indent="-229870"/>
            <a:r>
              <a:rPr lang="en-US" sz="1800" dirty="0"/>
              <a:t>containing the structure and the reference/instance attributes of Carrier Sheets and Joining Elements </a:t>
            </a:r>
            <a:endParaRPr lang="en-US" sz="1800" dirty="0">
              <a:cs typeface="Segoe UI"/>
            </a:endParaRPr>
          </a:p>
          <a:p>
            <a:pPr marL="687070" lvl="1" indent="-229870"/>
            <a:r>
              <a:rPr lang="en-US" sz="1800" dirty="0"/>
              <a:t>Many customized attributes seem to contain PDM data</a:t>
            </a:r>
            <a:endParaRPr lang="en-US" sz="1800" dirty="0">
              <a:cs typeface="Segoe UI"/>
            </a:endParaRPr>
          </a:p>
          <a:p>
            <a:pPr marL="229870" indent="-229870"/>
            <a:r>
              <a:rPr lang="en-US" sz="1800" dirty="0"/>
              <a:t>Assembly Structure (</a:t>
            </a:r>
            <a:r>
              <a:rPr lang="en-US" sz="1800" dirty="0" err="1"/>
              <a:t>stpx</a:t>
            </a:r>
            <a:r>
              <a:rPr lang="en-US" sz="1800" dirty="0"/>
              <a:t>) + Geometry (JT)</a:t>
            </a:r>
          </a:p>
          <a:p>
            <a:pPr marL="687070" lvl="1" indent="-229870"/>
            <a:r>
              <a:rPr lang="en-US" sz="1800" dirty="0"/>
              <a:t>Enriched with Fasteners and reference to </a:t>
            </a:r>
            <a:r>
              <a:rPr lang="el-GR" sz="1800" b="1" i="0" u="none" strike="noStrike" baseline="0" dirty="0">
                <a:solidFill>
                  <a:srgbClr val="000000"/>
                </a:solidFill>
                <a:latin typeface="Cambria"/>
                <a:ea typeface="Cambria"/>
              </a:rPr>
              <a:t>χ</a:t>
            </a:r>
            <a:r>
              <a:rPr lang="en-US" sz="1800" dirty="0"/>
              <a:t>MCF file</a:t>
            </a:r>
            <a:endParaRPr lang="en-US" sz="1800" dirty="0">
              <a:cs typeface="Segoe UI"/>
            </a:endParaRPr>
          </a:p>
          <a:p>
            <a:pPr marL="687070" lvl="1" indent="-229870"/>
            <a:r>
              <a:rPr lang="en-US" sz="1800" dirty="0"/>
              <a:t>Beta CAE could read this dataset into ANSA </a:t>
            </a:r>
          </a:p>
          <a:p>
            <a:pPr marL="229870" indent="-229870"/>
            <a:r>
              <a:rPr lang="en-US" sz="1800" dirty="0"/>
              <a:t>Analysis of the used </a:t>
            </a:r>
            <a:r>
              <a:rPr lang="el-GR" sz="1800" dirty="0"/>
              <a:t>χ</a:t>
            </a:r>
            <a:r>
              <a:rPr lang="en-US" sz="1800" dirty="0"/>
              <a:t>mcf </a:t>
            </a:r>
            <a:r>
              <a:rPr lang="en-US" sz="1800" dirty="0" err="1"/>
              <a:t>custom_attributes</a:t>
            </a:r>
            <a:endParaRPr lang="en-US" sz="1800" dirty="0"/>
          </a:p>
          <a:p>
            <a:pPr marL="687070" lvl="1" indent="-229870"/>
            <a:r>
              <a:rPr lang="en-US" sz="1800" dirty="0"/>
              <a:t>Proposal where to move some of them to AP242 XML file and complete the dataset with combination of AP242 and </a:t>
            </a:r>
            <a:r>
              <a:rPr lang="el-GR" sz="1800" dirty="0"/>
              <a:t>χ</a:t>
            </a:r>
            <a:r>
              <a:rPr lang="en-US" sz="1800" dirty="0"/>
              <a:t>MCF</a:t>
            </a:r>
          </a:p>
          <a:p>
            <a:pPr marL="229870" indent="-229870"/>
            <a:r>
              <a:rPr lang="en-US" sz="2200" dirty="0" err="1">
                <a:cs typeface="Segoe UI"/>
              </a:rPr>
              <a:t>ToDo</a:t>
            </a:r>
            <a:r>
              <a:rPr lang="en-US" sz="2200" dirty="0">
                <a:cs typeface="Segoe UI"/>
              </a:rPr>
              <a:t>: on hold since BMW switches from PRISMA to 3DExp</a:t>
            </a:r>
          </a:p>
        </p:txBody>
      </p:sp>
      <p:pic>
        <p:nvPicPr>
          <p:cNvPr id="7" name="Picture 6" descr="A purple and grey object with red dots&#10;&#10;Description automatically generated">
            <a:extLst>
              <a:ext uri="{FF2B5EF4-FFF2-40B4-BE49-F238E27FC236}">
                <a16:creationId xmlns:a16="http://schemas.microsoft.com/office/drawing/2014/main" id="{8750C6A1-E6DB-BF4A-5C29-3B3094D8FA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3678" y="1215710"/>
            <a:ext cx="4378502" cy="3313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764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81B368-364A-1694-CB03-F283BCE65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 Case Status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D432918-A44C-C8E4-2501-1528FC294E4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 err="1"/>
              <a:t>MBx</a:t>
            </a:r>
            <a:r>
              <a:rPr lang="en-US" noProof="0" dirty="0"/>
              <a:t>-IF Leadership Meeting 17.02.25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51D5C07-9BEA-A5D8-96EE-851B126F35C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0FD2C4-56EC-4F07-B0B8-CEAC86EF6E31}" type="slidenum">
              <a:rPr lang="en-US" noProof="0" smtClean="0"/>
              <a:pPr/>
              <a:t>6</a:t>
            </a:fld>
            <a:endParaRPr lang="en-US" noProof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C926C57-F8AC-3910-99B9-66ABDD9CC04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Fasteners</a:t>
            </a:r>
          </a:p>
        </p:txBody>
      </p:sp>
      <p:sp>
        <p:nvSpPr>
          <p:cNvPr id="10" name="Flussdiagramm: Magnetplattenspeicher 9">
            <a:extLst>
              <a:ext uri="{FF2B5EF4-FFF2-40B4-BE49-F238E27FC236}">
                <a16:creationId xmlns:a16="http://schemas.microsoft.com/office/drawing/2014/main" id="{003A563D-67F2-8AD6-04BD-FA7BB8BF1F9F}"/>
              </a:ext>
            </a:extLst>
          </p:cNvPr>
          <p:cNvSpPr/>
          <p:nvPr/>
        </p:nvSpPr>
        <p:spPr bwMode="auto">
          <a:xfrm>
            <a:off x="2042160" y="830580"/>
            <a:ext cx="4076700" cy="3352800"/>
          </a:xfrm>
          <a:prstGeom prst="flowChartMagneticDisk">
            <a:avLst/>
          </a:prstGeom>
          <a:solidFill>
            <a:schemeClr val="bg1"/>
          </a:solidFill>
          <a:ln w="19050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Flussdiagramm: Magnetplattenspeicher 10">
            <a:extLst>
              <a:ext uri="{FF2B5EF4-FFF2-40B4-BE49-F238E27FC236}">
                <a16:creationId xmlns:a16="http://schemas.microsoft.com/office/drawing/2014/main" id="{E2859F8E-9A3F-64BB-2A27-50C632D4F387}"/>
              </a:ext>
            </a:extLst>
          </p:cNvPr>
          <p:cNvSpPr/>
          <p:nvPr/>
        </p:nvSpPr>
        <p:spPr bwMode="auto">
          <a:xfrm>
            <a:off x="6783174" y="830580"/>
            <a:ext cx="4076700" cy="3352800"/>
          </a:xfrm>
          <a:prstGeom prst="flowChartMagneticDisk">
            <a:avLst/>
          </a:prstGeom>
          <a:solidFill>
            <a:schemeClr val="bg1"/>
          </a:solidFill>
          <a:ln w="19050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Freihandform: Form 11">
            <a:extLst>
              <a:ext uri="{FF2B5EF4-FFF2-40B4-BE49-F238E27FC236}">
                <a16:creationId xmlns:a16="http://schemas.microsoft.com/office/drawing/2014/main" id="{DF62F8BB-834A-980B-2769-D0BAF83A8F0B}"/>
              </a:ext>
            </a:extLst>
          </p:cNvPr>
          <p:cNvSpPr/>
          <p:nvPr/>
        </p:nvSpPr>
        <p:spPr bwMode="auto">
          <a:xfrm>
            <a:off x="2133600" y="2095500"/>
            <a:ext cx="8625840" cy="1089660"/>
          </a:xfrm>
          <a:custGeom>
            <a:avLst/>
            <a:gdLst>
              <a:gd name="connsiteX0" fmla="*/ 0 w 8625840"/>
              <a:gd name="connsiteY0" fmla="*/ 525780 h 1089660"/>
              <a:gd name="connsiteX1" fmla="*/ 510540 w 8625840"/>
              <a:gd name="connsiteY1" fmla="*/ 525780 h 1089660"/>
              <a:gd name="connsiteX2" fmla="*/ 518160 w 8625840"/>
              <a:gd name="connsiteY2" fmla="*/ 929640 h 1089660"/>
              <a:gd name="connsiteX3" fmla="*/ 1737360 w 8625840"/>
              <a:gd name="connsiteY3" fmla="*/ 929640 h 1089660"/>
              <a:gd name="connsiteX4" fmla="*/ 1752600 w 8625840"/>
              <a:gd name="connsiteY4" fmla="*/ 487680 h 1089660"/>
              <a:gd name="connsiteX5" fmla="*/ 4366260 w 8625840"/>
              <a:gd name="connsiteY5" fmla="*/ 495300 h 1089660"/>
              <a:gd name="connsiteX6" fmla="*/ 4381500 w 8625840"/>
              <a:gd name="connsiteY6" fmla="*/ 0 h 1089660"/>
              <a:gd name="connsiteX7" fmla="*/ 5852160 w 8625840"/>
              <a:gd name="connsiteY7" fmla="*/ 15240 h 1089660"/>
              <a:gd name="connsiteX8" fmla="*/ 5867400 w 8625840"/>
              <a:gd name="connsiteY8" fmla="*/ 929640 h 1089660"/>
              <a:gd name="connsiteX9" fmla="*/ 7520940 w 8625840"/>
              <a:gd name="connsiteY9" fmla="*/ 937260 h 1089660"/>
              <a:gd name="connsiteX10" fmla="*/ 7536180 w 8625840"/>
              <a:gd name="connsiteY10" fmla="*/ 30480 h 1089660"/>
              <a:gd name="connsiteX11" fmla="*/ 8625840 w 8625840"/>
              <a:gd name="connsiteY11" fmla="*/ 22860 h 1089660"/>
              <a:gd name="connsiteX12" fmla="*/ 8618220 w 8625840"/>
              <a:gd name="connsiteY12" fmla="*/ 1074420 h 1089660"/>
              <a:gd name="connsiteX13" fmla="*/ 15240 w 8625840"/>
              <a:gd name="connsiteY13" fmla="*/ 1089660 h 1089660"/>
              <a:gd name="connsiteX14" fmla="*/ 0 w 8625840"/>
              <a:gd name="connsiteY14" fmla="*/ 525780 h 1089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8625840" h="1089660">
                <a:moveTo>
                  <a:pt x="0" y="525780"/>
                </a:moveTo>
                <a:lnTo>
                  <a:pt x="510540" y="525780"/>
                </a:lnTo>
                <a:lnTo>
                  <a:pt x="518160" y="929640"/>
                </a:lnTo>
                <a:lnTo>
                  <a:pt x="1737360" y="929640"/>
                </a:lnTo>
                <a:lnTo>
                  <a:pt x="1752600" y="487680"/>
                </a:lnTo>
                <a:lnTo>
                  <a:pt x="4366260" y="495300"/>
                </a:lnTo>
                <a:lnTo>
                  <a:pt x="4381500" y="0"/>
                </a:lnTo>
                <a:lnTo>
                  <a:pt x="5852160" y="15240"/>
                </a:lnTo>
                <a:lnTo>
                  <a:pt x="5867400" y="929640"/>
                </a:lnTo>
                <a:lnTo>
                  <a:pt x="7520940" y="937260"/>
                </a:lnTo>
                <a:lnTo>
                  <a:pt x="7536180" y="30480"/>
                </a:lnTo>
                <a:lnTo>
                  <a:pt x="8625840" y="22860"/>
                </a:lnTo>
                <a:lnTo>
                  <a:pt x="8618220" y="1074420"/>
                </a:lnTo>
                <a:lnTo>
                  <a:pt x="15240" y="1089660"/>
                </a:lnTo>
                <a:lnTo>
                  <a:pt x="0" y="525780"/>
                </a:lnTo>
                <a:close/>
              </a:path>
            </a:pathLst>
          </a:custGeom>
          <a:solidFill>
            <a:srgbClr val="FFF9C7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FE258E3E-9859-BBE2-E9AE-EFF857684FED}"/>
              </a:ext>
            </a:extLst>
          </p:cNvPr>
          <p:cNvSpPr txBox="1"/>
          <p:nvPr/>
        </p:nvSpPr>
        <p:spPr bwMode="auto">
          <a:xfrm>
            <a:off x="3781084" y="1227924"/>
            <a:ext cx="611830" cy="309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8000" tIns="46800" rIns="18000" bIns="46800" rtlCol="0">
            <a:spAutoFit/>
          </a:bodyPr>
          <a:lstStyle/>
          <a:p>
            <a:r>
              <a:rPr lang="de-DE" sz="1400" dirty="0">
                <a:latin typeface="Calibri" pitchFamily="34" charset="0"/>
              </a:rPr>
              <a:t>PRISMA</a:t>
            </a:r>
          </a:p>
        </p:txBody>
      </p:sp>
      <p:cxnSp>
        <p:nvCxnSpPr>
          <p:cNvPr id="14" name="AutoShape 35">
            <a:extLst>
              <a:ext uri="{FF2B5EF4-FFF2-40B4-BE49-F238E27FC236}">
                <a16:creationId xmlns:a16="http://schemas.microsoft.com/office/drawing/2014/main" id="{8E2BB42D-6861-0254-20A7-62FCE94714AF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543646" y="2441888"/>
            <a:ext cx="207102" cy="345512"/>
          </a:xfrm>
          <a:prstGeom prst="straightConnector1">
            <a:avLst/>
          </a:prstGeom>
          <a:solidFill>
            <a:srgbClr val="92D050"/>
          </a:solidFill>
          <a:ln w="12700">
            <a:solidFill>
              <a:srgbClr val="000000"/>
            </a:solidFill>
            <a:round/>
            <a:headEnd/>
            <a:tailEnd/>
          </a:ln>
          <a:effectLst/>
        </p:spPr>
      </p:cxnSp>
      <p:cxnSp>
        <p:nvCxnSpPr>
          <p:cNvPr id="15" name="AutoShape 36">
            <a:extLst>
              <a:ext uri="{FF2B5EF4-FFF2-40B4-BE49-F238E27FC236}">
                <a16:creationId xmlns:a16="http://schemas.microsoft.com/office/drawing/2014/main" id="{224FD6B9-5F06-6204-9815-482491B2635F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3932678" y="2407797"/>
            <a:ext cx="158191" cy="413693"/>
          </a:xfrm>
          <a:prstGeom prst="straightConnector1">
            <a:avLst/>
          </a:prstGeom>
          <a:solidFill>
            <a:srgbClr val="92D050"/>
          </a:solidFill>
          <a:ln w="12700">
            <a:solidFill>
              <a:srgbClr val="000000"/>
            </a:solidFill>
            <a:round/>
            <a:headEnd/>
            <a:tailEnd/>
          </a:ln>
          <a:effectLst/>
        </p:spPr>
      </p:cxnSp>
      <p:sp>
        <p:nvSpPr>
          <p:cNvPr id="16" name="Würfel 131">
            <a:extLst>
              <a:ext uri="{FF2B5EF4-FFF2-40B4-BE49-F238E27FC236}">
                <a16:creationId xmlns:a16="http://schemas.microsoft.com/office/drawing/2014/main" id="{3C70A3F2-9C8E-BFDB-4DB6-D0D5BFD74AD5}"/>
              </a:ext>
            </a:extLst>
          </p:cNvPr>
          <p:cNvSpPr/>
          <p:nvPr/>
        </p:nvSpPr>
        <p:spPr bwMode="auto">
          <a:xfrm>
            <a:off x="3645442" y="2239922"/>
            <a:ext cx="349823" cy="266753"/>
          </a:xfrm>
          <a:prstGeom prst="cube">
            <a:avLst/>
          </a:prstGeom>
          <a:solidFill>
            <a:schemeClr val="bg1"/>
          </a:solidFill>
          <a:ln w="635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192069" indent="-192069" defTabSz="903198" hangingPunct="0">
              <a:tabLst>
                <a:tab pos="530172" algn="ctr"/>
              </a:tabLst>
              <a:defRPr/>
            </a:pPr>
            <a:endParaRPr lang="en-US" kern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  <a:sym typeface="ITC Officina Sans Book"/>
            </a:endParaRPr>
          </a:p>
        </p:txBody>
      </p:sp>
      <p:sp>
        <p:nvSpPr>
          <p:cNvPr id="17" name="Würfel 132">
            <a:extLst>
              <a:ext uri="{FF2B5EF4-FFF2-40B4-BE49-F238E27FC236}">
                <a16:creationId xmlns:a16="http://schemas.microsoft.com/office/drawing/2014/main" id="{7CB9EC1D-31D7-FF2C-A8CE-5CC3FC932BB0}"/>
              </a:ext>
            </a:extLst>
          </p:cNvPr>
          <p:cNvSpPr/>
          <p:nvPr/>
        </p:nvSpPr>
        <p:spPr bwMode="auto">
          <a:xfrm>
            <a:off x="3404566" y="2678910"/>
            <a:ext cx="349823" cy="266753"/>
          </a:xfrm>
          <a:prstGeom prst="cube">
            <a:avLst/>
          </a:prstGeom>
          <a:solidFill>
            <a:srgbClr val="92D050"/>
          </a:solidFill>
          <a:ln w="635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192069" indent="-192069" defTabSz="903198" hangingPunct="0">
              <a:tabLst>
                <a:tab pos="530172" algn="ctr"/>
              </a:tabLst>
              <a:defRPr/>
            </a:pPr>
            <a:r>
              <a:rPr lang="en-US" sz="1200" kern="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  <a:sym typeface="ITC Officina Sans Book"/>
              </a:rPr>
              <a:t>P4</a:t>
            </a:r>
          </a:p>
        </p:txBody>
      </p:sp>
      <p:sp>
        <p:nvSpPr>
          <p:cNvPr id="18" name="Würfel 133">
            <a:extLst>
              <a:ext uri="{FF2B5EF4-FFF2-40B4-BE49-F238E27FC236}">
                <a16:creationId xmlns:a16="http://schemas.microsoft.com/office/drawing/2014/main" id="{3D8C5B25-2041-071D-64D1-59C34240205A}"/>
              </a:ext>
            </a:extLst>
          </p:cNvPr>
          <p:cNvSpPr/>
          <p:nvPr/>
        </p:nvSpPr>
        <p:spPr bwMode="auto">
          <a:xfrm>
            <a:off x="3947987" y="2618403"/>
            <a:ext cx="349823" cy="266753"/>
          </a:xfrm>
          <a:prstGeom prst="cube">
            <a:avLst/>
          </a:prstGeom>
          <a:solidFill>
            <a:srgbClr val="92D050"/>
          </a:solidFill>
          <a:ln w="635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192069" indent="-192069" defTabSz="903198" hangingPunct="0">
              <a:tabLst>
                <a:tab pos="530172" algn="ctr"/>
              </a:tabLst>
              <a:defRPr/>
            </a:pPr>
            <a:r>
              <a:rPr lang="en-US" sz="1200" kern="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  <a:sym typeface="ITC Officina Sans Book"/>
              </a:rPr>
              <a:t>P3</a:t>
            </a:r>
          </a:p>
        </p:txBody>
      </p:sp>
      <p:sp>
        <p:nvSpPr>
          <p:cNvPr id="19" name="Flussdiagramm: Mehrere Dokumente 136">
            <a:extLst>
              <a:ext uri="{FF2B5EF4-FFF2-40B4-BE49-F238E27FC236}">
                <a16:creationId xmlns:a16="http://schemas.microsoft.com/office/drawing/2014/main" id="{90AA8962-EF1F-2EFC-31A4-5A0D487E8E06}"/>
              </a:ext>
            </a:extLst>
          </p:cNvPr>
          <p:cNvSpPr/>
          <p:nvPr/>
        </p:nvSpPr>
        <p:spPr bwMode="auto">
          <a:xfrm>
            <a:off x="3419725" y="3239806"/>
            <a:ext cx="743457" cy="603603"/>
          </a:xfrm>
          <a:prstGeom prst="flowChartMultidocument">
            <a:avLst/>
          </a:prstGeom>
          <a:solidFill>
            <a:srgbClr val="FFFF00"/>
          </a:solidFill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220641" indent="-220641" defTabSz="914309">
              <a:lnSpc>
                <a:spcPct val="90000"/>
              </a:lnSpc>
              <a:spcBef>
                <a:spcPct val="50000"/>
              </a:spcBef>
              <a:buClr>
                <a:srgbClr val="12253F"/>
              </a:buClr>
              <a:buSzPct val="75000"/>
              <a:defRPr/>
            </a:pPr>
            <a:endParaRPr lang="en-US" kern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ITC Officina Sans Book"/>
            </a:endParaRPr>
          </a:p>
        </p:txBody>
      </p:sp>
      <p:cxnSp>
        <p:nvCxnSpPr>
          <p:cNvPr id="20" name="Straight Arrow Connector 2">
            <a:extLst>
              <a:ext uri="{FF2B5EF4-FFF2-40B4-BE49-F238E27FC236}">
                <a16:creationId xmlns:a16="http://schemas.microsoft.com/office/drawing/2014/main" id="{219A0D7D-A5A8-BDC0-31B9-092342D40103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3546139" y="2945663"/>
            <a:ext cx="45355" cy="525570"/>
          </a:xfrm>
          <a:prstGeom prst="straightConnector1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1" name="Straight Arrow Connector 41">
            <a:extLst>
              <a:ext uri="{FF2B5EF4-FFF2-40B4-BE49-F238E27FC236}">
                <a16:creationId xmlns:a16="http://schemas.microsoft.com/office/drawing/2014/main" id="{42CE69EB-4BD3-850C-D4D9-11AE6796EE20}"/>
              </a:ext>
            </a:extLst>
          </p:cNvPr>
          <p:cNvCxnSpPr>
            <a:cxnSpLocks/>
            <a:stCxn id="18" idx="3"/>
          </p:cNvCxnSpPr>
          <p:nvPr/>
        </p:nvCxnSpPr>
        <p:spPr>
          <a:xfrm flipH="1">
            <a:off x="3999885" y="2885157"/>
            <a:ext cx="89670" cy="370047"/>
          </a:xfrm>
          <a:prstGeom prst="straightConnector1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" name="AutoShape 35">
            <a:extLst>
              <a:ext uri="{FF2B5EF4-FFF2-40B4-BE49-F238E27FC236}">
                <a16:creationId xmlns:a16="http://schemas.microsoft.com/office/drawing/2014/main" id="{D6860591-A98F-239E-E0F4-C3F8E23B70CE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144105" y="2453641"/>
            <a:ext cx="207102" cy="345512"/>
          </a:xfrm>
          <a:prstGeom prst="straightConnector1">
            <a:avLst/>
          </a:prstGeom>
          <a:solidFill>
            <a:srgbClr val="92D050"/>
          </a:solidFill>
          <a:ln w="12700">
            <a:solidFill>
              <a:srgbClr val="000000"/>
            </a:solidFill>
            <a:round/>
            <a:headEnd/>
            <a:tailEnd/>
          </a:ln>
          <a:effectLst/>
        </p:spPr>
      </p:cxnSp>
      <p:cxnSp>
        <p:nvCxnSpPr>
          <p:cNvPr id="23" name="AutoShape 36">
            <a:extLst>
              <a:ext uri="{FF2B5EF4-FFF2-40B4-BE49-F238E27FC236}">
                <a16:creationId xmlns:a16="http://schemas.microsoft.com/office/drawing/2014/main" id="{103C5C59-3D03-AB31-3D57-11FE4E55490C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5533137" y="2419550"/>
            <a:ext cx="158191" cy="413693"/>
          </a:xfrm>
          <a:prstGeom prst="straightConnector1">
            <a:avLst/>
          </a:prstGeom>
          <a:solidFill>
            <a:srgbClr val="92D050"/>
          </a:solidFill>
          <a:ln w="12700">
            <a:solidFill>
              <a:srgbClr val="000000"/>
            </a:solidFill>
            <a:round/>
            <a:headEnd/>
            <a:tailEnd/>
          </a:ln>
          <a:effectLst/>
        </p:spPr>
      </p:cxnSp>
      <p:sp>
        <p:nvSpPr>
          <p:cNvPr id="24" name="Würfel 131">
            <a:extLst>
              <a:ext uri="{FF2B5EF4-FFF2-40B4-BE49-F238E27FC236}">
                <a16:creationId xmlns:a16="http://schemas.microsoft.com/office/drawing/2014/main" id="{7145419D-E719-D058-5BCF-843BE0C9F5B0}"/>
              </a:ext>
            </a:extLst>
          </p:cNvPr>
          <p:cNvSpPr/>
          <p:nvPr/>
        </p:nvSpPr>
        <p:spPr bwMode="auto">
          <a:xfrm>
            <a:off x="5245901" y="2251675"/>
            <a:ext cx="349823" cy="266753"/>
          </a:xfrm>
          <a:prstGeom prst="cube">
            <a:avLst/>
          </a:prstGeom>
          <a:solidFill>
            <a:schemeClr val="bg1"/>
          </a:solidFill>
          <a:ln w="635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192069" indent="-192069" defTabSz="903198" hangingPunct="0">
              <a:tabLst>
                <a:tab pos="530172" algn="ctr"/>
              </a:tabLst>
              <a:defRPr/>
            </a:pPr>
            <a:endParaRPr lang="en-US" kern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  <a:sym typeface="ITC Officina Sans Book"/>
            </a:endParaRPr>
          </a:p>
        </p:txBody>
      </p:sp>
      <p:sp>
        <p:nvSpPr>
          <p:cNvPr id="25" name="Würfel 132">
            <a:extLst>
              <a:ext uri="{FF2B5EF4-FFF2-40B4-BE49-F238E27FC236}">
                <a16:creationId xmlns:a16="http://schemas.microsoft.com/office/drawing/2014/main" id="{609B2A1A-4288-FC94-579E-661B5ADD1271}"/>
              </a:ext>
            </a:extLst>
          </p:cNvPr>
          <p:cNvSpPr/>
          <p:nvPr/>
        </p:nvSpPr>
        <p:spPr bwMode="auto">
          <a:xfrm>
            <a:off x="5005025" y="2690663"/>
            <a:ext cx="349823" cy="266753"/>
          </a:xfrm>
          <a:prstGeom prst="cube">
            <a:avLst/>
          </a:prstGeom>
          <a:solidFill>
            <a:srgbClr val="92D050"/>
          </a:solidFill>
          <a:ln w="635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192069" indent="-192069" defTabSz="903198" hangingPunct="0">
              <a:tabLst>
                <a:tab pos="530172" algn="ctr"/>
              </a:tabLst>
              <a:defRPr/>
            </a:pPr>
            <a:r>
              <a:rPr lang="en-US" sz="1200" kern="0" dirty="0" err="1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  <a:sym typeface="ITC Officina Sans Book"/>
              </a:rPr>
              <a:t>Pn</a:t>
            </a:r>
            <a:endParaRPr lang="en-US" sz="1200" kern="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  <a:sym typeface="ITC Officina Sans Book"/>
            </a:endParaRPr>
          </a:p>
        </p:txBody>
      </p:sp>
      <p:sp>
        <p:nvSpPr>
          <p:cNvPr id="26" name="Würfel 133">
            <a:extLst>
              <a:ext uri="{FF2B5EF4-FFF2-40B4-BE49-F238E27FC236}">
                <a16:creationId xmlns:a16="http://schemas.microsoft.com/office/drawing/2014/main" id="{941CB61D-2508-B2D3-8F82-241ABA3596B9}"/>
              </a:ext>
            </a:extLst>
          </p:cNvPr>
          <p:cNvSpPr/>
          <p:nvPr/>
        </p:nvSpPr>
        <p:spPr bwMode="auto">
          <a:xfrm>
            <a:off x="5548446" y="2630156"/>
            <a:ext cx="349823" cy="266753"/>
          </a:xfrm>
          <a:prstGeom prst="cube">
            <a:avLst/>
          </a:prstGeom>
          <a:solidFill>
            <a:srgbClr val="92D050"/>
          </a:solidFill>
          <a:ln w="635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192069" indent="-192069" defTabSz="903198" hangingPunct="0">
              <a:tabLst>
                <a:tab pos="530172" algn="ctr"/>
              </a:tabLst>
              <a:defRPr/>
            </a:pPr>
            <a:r>
              <a:rPr lang="en-US" sz="1200" kern="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  <a:sym typeface="ITC Officina Sans Book"/>
              </a:rPr>
              <a:t>Pm</a:t>
            </a:r>
          </a:p>
        </p:txBody>
      </p:sp>
      <p:sp>
        <p:nvSpPr>
          <p:cNvPr id="27" name="Flussdiagramm: Mehrere Dokumente 136">
            <a:extLst>
              <a:ext uri="{FF2B5EF4-FFF2-40B4-BE49-F238E27FC236}">
                <a16:creationId xmlns:a16="http://schemas.microsoft.com/office/drawing/2014/main" id="{E8004C28-20CB-0C6D-05F8-CF4A16132A58}"/>
              </a:ext>
            </a:extLst>
          </p:cNvPr>
          <p:cNvSpPr/>
          <p:nvPr/>
        </p:nvSpPr>
        <p:spPr bwMode="auto">
          <a:xfrm>
            <a:off x="5020184" y="3251559"/>
            <a:ext cx="743457" cy="603603"/>
          </a:xfrm>
          <a:prstGeom prst="flowChartMultidocument">
            <a:avLst/>
          </a:prstGeom>
          <a:solidFill>
            <a:srgbClr val="FFFF00"/>
          </a:solidFill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220641" indent="-220641" defTabSz="914309">
              <a:lnSpc>
                <a:spcPct val="90000"/>
              </a:lnSpc>
              <a:spcBef>
                <a:spcPct val="50000"/>
              </a:spcBef>
              <a:buClr>
                <a:srgbClr val="12253F"/>
              </a:buClr>
              <a:buSzPct val="75000"/>
              <a:defRPr/>
            </a:pPr>
            <a:endParaRPr lang="en-US" kern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ITC Officina Sans Book"/>
            </a:endParaRPr>
          </a:p>
        </p:txBody>
      </p:sp>
      <p:cxnSp>
        <p:nvCxnSpPr>
          <p:cNvPr id="28" name="Straight Arrow Connector 2">
            <a:extLst>
              <a:ext uri="{FF2B5EF4-FFF2-40B4-BE49-F238E27FC236}">
                <a16:creationId xmlns:a16="http://schemas.microsoft.com/office/drawing/2014/main" id="{C6535E5A-8F5F-47DB-4DDD-DEF079DF9FF1}"/>
              </a:ext>
            </a:extLst>
          </p:cNvPr>
          <p:cNvCxnSpPr>
            <a:cxnSpLocks/>
            <a:stCxn id="25" idx="3"/>
          </p:cNvCxnSpPr>
          <p:nvPr/>
        </p:nvCxnSpPr>
        <p:spPr>
          <a:xfrm>
            <a:off x="5146598" y="2957416"/>
            <a:ext cx="45355" cy="525570"/>
          </a:xfrm>
          <a:prstGeom prst="straightConnector1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9" name="Straight Arrow Connector 41">
            <a:extLst>
              <a:ext uri="{FF2B5EF4-FFF2-40B4-BE49-F238E27FC236}">
                <a16:creationId xmlns:a16="http://schemas.microsoft.com/office/drawing/2014/main" id="{4BF09AB4-A01B-C8F6-E078-2B58C11B1CE9}"/>
              </a:ext>
            </a:extLst>
          </p:cNvPr>
          <p:cNvCxnSpPr>
            <a:cxnSpLocks/>
            <a:stCxn id="26" idx="3"/>
          </p:cNvCxnSpPr>
          <p:nvPr/>
        </p:nvCxnSpPr>
        <p:spPr>
          <a:xfrm flipH="1">
            <a:off x="5600344" y="2896910"/>
            <a:ext cx="89670" cy="370047"/>
          </a:xfrm>
          <a:prstGeom prst="straightConnector1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0" name="Textfeld 29">
            <a:extLst>
              <a:ext uri="{FF2B5EF4-FFF2-40B4-BE49-F238E27FC236}">
                <a16:creationId xmlns:a16="http://schemas.microsoft.com/office/drawing/2014/main" id="{51A7739E-9284-1CDB-2C66-F84D9C510BBB}"/>
              </a:ext>
            </a:extLst>
          </p:cNvPr>
          <p:cNvSpPr txBox="1"/>
          <p:nvPr/>
        </p:nvSpPr>
        <p:spPr bwMode="auto">
          <a:xfrm>
            <a:off x="4389423" y="2322047"/>
            <a:ext cx="435500" cy="7870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8000" tIns="46800" rIns="18000" bIns="46800" rtlCol="0">
            <a:spAutoFit/>
          </a:bodyPr>
          <a:lstStyle/>
          <a:p>
            <a:r>
              <a:rPr lang="de-DE" sz="4500" dirty="0">
                <a:latin typeface="Calibri" pitchFamily="34" charset="0"/>
              </a:rPr>
              <a:t>…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D0E561A6-3F1E-A830-3E49-A3C6642A84AD}"/>
              </a:ext>
            </a:extLst>
          </p:cNvPr>
          <p:cNvSpPr txBox="1"/>
          <p:nvPr/>
        </p:nvSpPr>
        <p:spPr bwMode="auto">
          <a:xfrm>
            <a:off x="3421592" y="1875968"/>
            <a:ext cx="1161596" cy="309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8000" tIns="46800" rIns="18000" bIns="46800" rtlCol="0">
            <a:spAutoFit/>
          </a:bodyPr>
          <a:lstStyle/>
          <a:p>
            <a:r>
              <a:rPr lang="de-DE" sz="1400" dirty="0">
                <a:latin typeface="Calibri" pitchFamily="34" charset="0"/>
              </a:rPr>
              <a:t>Flat </a:t>
            </a:r>
            <a:r>
              <a:rPr lang="de-DE" sz="1400" dirty="0" err="1">
                <a:latin typeface="Calibri" pitchFamily="34" charset="0"/>
              </a:rPr>
              <a:t>Assemblies</a:t>
            </a:r>
            <a:endParaRPr lang="de-DE" sz="1400" dirty="0">
              <a:latin typeface="Calibri" pitchFamily="34" charset="0"/>
            </a:endParaRP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685DF586-1DED-5ADC-5A03-DDB030BCF3DF}"/>
              </a:ext>
            </a:extLst>
          </p:cNvPr>
          <p:cNvSpPr txBox="1"/>
          <p:nvPr/>
        </p:nvSpPr>
        <p:spPr bwMode="auto">
          <a:xfrm>
            <a:off x="3527540" y="3825882"/>
            <a:ext cx="968466" cy="309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8000" tIns="46800" rIns="18000" bIns="46800" rtlCol="0">
            <a:spAutoFit/>
          </a:bodyPr>
          <a:lstStyle/>
          <a:p>
            <a:r>
              <a:rPr lang="de-DE" sz="1400" dirty="0" err="1">
                <a:latin typeface="Calibri" pitchFamily="34" charset="0"/>
              </a:rPr>
              <a:t>CATParts</a:t>
            </a:r>
            <a:r>
              <a:rPr lang="de-DE" sz="1400" dirty="0">
                <a:latin typeface="Calibri" pitchFamily="34" charset="0"/>
              </a:rPr>
              <a:t>, JTs</a:t>
            </a:r>
          </a:p>
        </p:txBody>
      </p:sp>
      <p:cxnSp>
        <p:nvCxnSpPr>
          <p:cNvPr id="33" name="AutoShape 35">
            <a:extLst>
              <a:ext uri="{FF2B5EF4-FFF2-40B4-BE49-F238E27FC236}">
                <a16:creationId xmlns:a16="http://schemas.microsoft.com/office/drawing/2014/main" id="{477D41BF-EBC1-FFBA-CD64-3D2570B6E979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332109" y="2459208"/>
            <a:ext cx="207102" cy="345512"/>
          </a:xfrm>
          <a:prstGeom prst="straightConnector1">
            <a:avLst/>
          </a:prstGeom>
          <a:solidFill>
            <a:srgbClr val="92D050"/>
          </a:solidFill>
          <a:ln w="12700">
            <a:solidFill>
              <a:srgbClr val="000000"/>
            </a:solidFill>
            <a:round/>
            <a:headEnd/>
            <a:tailEnd/>
          </a:ln>
          <a:effectLst/>
        </p:spPr>
      </p:cxnSp>
      <p:cxnSp>
        <p:nvCxnSpPr>
          <p:cNvPr id="34" name="AutoShape 36">
            <a:extLst>
              <a:ext uri="{FF2B5EF4-FFF2-40B4-BE49-F238E27FC236}">
                <a16:creationId xmlns:a16="http://schemas.microsoft.com/office/drawing/2014/main" id="{FA707D02-8B4E-0402-67C6-948B33A87013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2721141" y="2425117"/>
            <a:ext cx="158191" cy="413693"/>
          </a:xfrm>
          <a:prstGeom prst="straightConnector1">
            <a:avLst/>
          </a:prstGeom>
          <a:solidFill>
            <a:srgbClr val="92D050"/>
          </a:solidFill>
          <a:ln w="12700">
            <a:solidFill>
              <a:srgbClr val="000000"/>
            </a:solidFill>
            <a:round/>
            <a:headEnd/>
            <a:tailEnd/>
          </a:ln>
          <a:effectLst/>
        </p:spPr>
      </p:cxnSp>
      <p:sp>
        <p:nvSpPr>
          <p:cNvPr id="35" name="Würfel 131">
            <a:extLst>
              <a:ext uri="{FF2B5EF4-FFF2-40B4-BE49-F238E27FC236}">
                <a16:creationId xmlns:a16="http://schemas.microsoft.com/office/drawing/2014/main" id="{0DB20419-7550-FBC1-DB92-933ED9C168AE}"/>
              </a:ext>
            </a:extLst>
          </p:cNvPr>
          <p:cNvSpPr/>
          <p:nvPr/>
        </p:nvSpPr>
        <p:spPr bwMode="auto">
          <a:xfrm>
            <a:off x="2433905" y="2257242"/>
            <a:ext cx="349823" cy="266753"/>
          </a:xfrm>
          <a:prstGeom prst="cube">
            <a:avLst/>
          </a:prstGeom>
          <a:solidFill>
            <a:schemeClr val="bg1"/>
          </a:solidFill>
          <a:ln w="635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192069" indent="-192069" defTabSz="903198" hangingPunct="0">
              <a:tabLst>
                <a:tab pos="530172" algn="ctr"/>
              </a:tabLst>
              <a:defRPr/>
            </a:pPr>
            <a:endParaRPr lang="en-US" kern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  <a:sym typeface="ITC Officina Sans Book"/>
            </a:endParaRPr>
          </a:p>
        </p:txBody>
      </p:sp>
      <p:sp>
        <p:nvSpPr>
          <p:cNvPr id="36" name="Würfel 132">
            <a:extLst>
              <a:ext uri="{FF2B5EF4-FFF2-40B4-BE49-F238E27FC236}">
                <a16:creationId xmlns:a16="http://schemas.microsoft.com/office/drawing/2014/main" id="{9B65D62D-6B35-50BA-F721-098EC058AD9B}"/>
              </a:ext>
            </a:extLst>
          </p:cNvPr>
          <p:cNvSpPr/>
          <p:nvPr/>
        </p:nvSpPr>
        <p:spPr bwMode="auto">
          <a:xfrm>
            <a:off x="2193029" y="2696230"/>
            <a:ext cx="349823" cy="266753"/>
          </a:xfrm>
          <a:prstGeom prst="cube">
            <a:avLst/>
          </a:prstGeom>
          <a:solidFill>
            <a:srgbClr val="92D050"/>
          </a:solidFill>
          <a:ln w="635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192069" indent="-192069" defTabSz="903198" hangingPunct="0">
              <a:tabLst>
                <a:tab pos="530172" algn="ctr"/>
              </a:tabLst>
              <a:defRPr/>
            </a:pPr>
            <a:r>
              <a:rPr lang="en-US" sz="1200" kern="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  <a:sym typeface="ITC Officina Sans Book"/>
              </a:rPr>
              <a:t>P1</a:t>
            </a:r>
          </a:p>
        </p:txBody>
      </p:sp>
      <p:sp>
        <p:nvSpPr>
          <p:cNvPr id="37" name="Würfel 133">
            <a:extLst>
              <a:ext uri="{FF2B5EF4-FFF2-40B4-BE49-F238E27FC236}">
                <a16:creationId xmlns:a16="http://schemas.microsoft.com/office/drawing/2014/main" id="{8454FDC6-9CBA-6043-4F1C-61771CD2831B}"/>
              </a:ext>
            </a:extLst>
          </p:cNvPr>
          <p:cNvSpPr/>
          <p:nvPr/>
        </p:nvSpPr>
        <p:spPr bwMode="auto">
          <a:xfrm>
            <a:off x="2736450" y="2635723"/>
            <a:ext cx="349823" cy="266753"/>
          </a:xfrm>
          <a:prstGeom prst="cube">
            <a:avLst/>
          </a:prstGeom>
          <a:solidFill>
            <a:srgbClr val="92D050"/>
          </a:solidFill>
          <a:ln w="635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192069" indent="-192069" defTabSz="903198" hangingPunct="0">
              <a:tabLst>
                <a:tab pos="530172" algn="ctr"/>
              </a:tabLst>
              <a:defRPr/>
            </a:pPr>
            <a:r>
              <a:rPr lang="en-US" sz="1200" kern="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  <a:sym typeface="ITC Officina Sans Book"/>
              </a:rPr>
              <a:t>P2</a:t>
            </a:r>
          </a:p>
        </p:txBody>
      </p:sp>
      <p:sp>
        <p:nvSpPr>
          <p:cNvPr id="38" name="Flussdiagramm: Mehrere Dokumente 136">
            <a:extLst>
              <a:ext uri="{FF2B5EF4-FFF2-40B4-BE49-F238E27FC236}">
                <a16:creationId xmlns:a16="http://schemas.microsoft.com/office/drawing/2014/main" id="{7799F41E-1883-7540-1380-A0B47688A5C3}"/>
              </a:ext>
            </a:extLst>
          </p:cNvPr>
          <p:cNvSpPr/>
          <p:nvPr/>
        </p:nvSpPr>
        <p:spPr bwMode="auto">
          <a:xfrm>
            <a:off x="2208188" y="3257126"/>
            <a:ext cx="743457" cy="603603"/>
          </a:xfrm>
          <a:prstGeom prst="flowChartMultidocument">
            <a:avLst/>
          </a:prstGeom>
          <a:solidFill>
            <a:srgbClr val="FFFF00"/>
          </a:solidFill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220641" indent="-220641" defTabSz="914309">
              <a:lnSpc>
                <a:spcPct val="90000"/>
              </a:lnSpc>
              <a:spcBef>
                <a:spcPct val="50000"/>
              </a:spcBef>
              <a:buClr>
                <a:srgbClr val="12253F"/>
              </a:buClr>
              <a:buSzPct val="75000"/>
              <a:defRPr/>
            </a:pPr>
            <a:endParaRPr lang="en-US" kern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ITC Officina Sans Book"/>
            </a:endParaRPr>
          </a:p>
        </p:txBody>
      </p:sp>
      <p:cxnSp>
        <p:nvCxnSpPr>
          <p:cNvPr id="39" name="Straight Arrow Connector 2">
            <a:extLst>
              <a:ext uri="{FF2B5EF4-FFF2-40B4-BE49-F238E27FC236}">
                <a16:creationId xmlns:a16="http://schemas.microsoft.com/office/drawing/2014/main" id="{3B80A20A-ABB5-D58E-616C-A254B7A54C84}"/>
              </a:ext>
            </a:extLst>
          </p:cNvPr>
          <p:cNvCxnSpPr>
            <a:cxnSpLocks/>
            <a:stCxn id="36" idx="3"/>
          </p:cNvCxnSpPr>
          <p:nvPr/>
        </p:nvCxnSpPr>
        <p:spPr>
          <a:xfrm>
            <a:off x="2334602" y="2962983"/>
            <a:ext cx="45355" cy="525570"/>
          </a:xfrm>
          <a:prstGeom prst="straightConnector1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0" name="Straight Arrow Connector 41">
            <a:extLst>
              <a:ext uri="{FF2B5EF4-FFF2-40B4-BE49-F238E27FC236}">
                <a16:creationId xmlns:a16="http://schemas.microsoft.com/office/drawing/2014/main" id="{1E08C0BA-25E3-FC8C-B63F-F87F125A6012}"/>
              </a:ext>
            </a:extLst>
          </p:cNvPr>
          <p:cNvCxnSpPr>
            <a:cxnSpLocks/>
            <a:stCxn id="37" idx="3"/>
          </p:cNvCxnSpPr>
          <p:nvPr/>
        </p:nvCxnSpPr>
        <p:spPr>
          <a:xfrm flipH="1">
            <a:off x="2788348" y="2902477"/>
            <a:ext cx="89670" cy="370047"/>
          </a:xfrm>
          <a:prstGeom prst="straightConnector1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1" name="Textfeld 40">
            <a:extLst>
              <a:ext uri="{FF2B5EF4-FFF2-40B4-BE49-F238E27FC236}">
                <a16:creationId xmlns:a16="http://schemas.microsoft.com/office/drawing/2014/main" id="{CE927EF8-A8E8-A9D8-67BC-1FA27C567D41}"/>
              </a:ext>
            </a:extLst>
          </p:cNvPr>
          <p:cNvSpPr txBox="1"/>
          <p:nvPr/>
        </p:nvSpPr>
        <p:spPr bwMode="auto">
          <a:xfrm>
            <a:off x="8247334" y="1237238"/>
            <a:ext cx="1169098" cy="309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8000" tIns="46800" rIns="18000" bIns="46800" rtlCol="0">
            <a:spAutoFit/>
          </a:bodyPr>
          <a:lstStyle/>
          <a:p>
            <a:r>
              <a:rPr lang="de-DE" sz="1400" dirty="0">
                <a:latin typeface="Calibri" pitchFamily="34" charset="0"/>
              </a:rPr>
              <a:t>VIP classic/</a:t>
            </a:r>
            <a:r>
              <a:rPr lang="de-DE" sz="1400" dirty="0" err="1">
                <a:latin typeface="Calibri" pitchFamily="34" charset="0"/>
              </a:rPr>
              <a:t>next</a:t>
            </a:r>
            <a:endParaRPr lang="de-DE" sz="1400" dirty="0">
              <a:latin typeface="Calibri" pitchFamily="34" charset="0"/>
            </a:endParaRPr>
          </a:p>
        </p:txBody>
      </p:sp>
      <p:cxnSp>
        <p:nvCxnSpPr>
          <p:cNvPr id="42" name="AutoShape 35">
            <a:extLst>
              <a:ext uri="{FF2B5EF4-FFF2-40B4-BE49-F238E27FC236}">
                <a16:creationId xmlns:a16="http://schemas.microsoft.com/office/drawing/2014/main" id="{1922989D-7387-D6CF-5B8C-EC899EF050C3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8284660" y="2441888"/>
            <a:ext cx="207102" cy="345512"/>
          </a:xfrm>
          <a:prstGeom prst="straightConnector1">
            <a:avLst/>
          </a:prstGeom>
          <a:solidFill>
            <a:srgbClr val="EDA95A"/>
          </a:solidFill>
          <a:ln w="12700">
            <a:solidFill>
              <a:srgbClr val="000000"/>
            </a:solidFill>
            <a:prstDash val="dash"/>
            <a:round/>
            <a:headEnd/>
            <a:tailEnd/>
          </a:ln>
          <a:effectLst/>
        </p:spPr>
      </p:cxnSp>
      <p:cxnSp>
        <p:nvCxnSpPr>
          <p:cNvPr id="43" name="AutoShape 36">
            <a:extLst>
              <a:ext uri="{FF2B5EF4-FFF2-40B4-BE49-F238E27FC236}">
                <a16:creationId xmlns:a16="http://schemas.microsoft.com/office/drawing/2014/main" id="{AE354C64-1F68-95F3-0143-F95F1AEBE232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8673692" y="2407797"/>
            <a:ext cx="158191" cy="413693"/>
          </a:xfrm>
          <a:prstGeom prst="straightConnector1">
            <a:avLst/>
          </a:prstGeom>
          <a:solidFill>
            <a:srgbClr val="EDA95A"/>
          </a:solidFill>
          <a:ln w="12700">
            <a:solidFill>
              <a:srgbClr val="000000"/>
            </a:solidFill>
            <a:prstDash val="dash"/>
            <a:round/>
            <a:headEnd/>
            <a:tailEnd/>
          </a:ln>
          <a:effectLst/>
        </p:spPr>
      </p:cxnSp>
      <p:sp>
        <p:nvSpPr>
          <p:cNvPr id="44" name="Würfel 131">
            <a:extLst>
              <a:ext uri="{FF2B5EF4-FFF2-40B4-BE49-F238E27FC236}">
                <a16:creationId xmlns:a16="http://schemas.microsoft.com/office/drawing/2014/main" id="{B29DC775-5462-7673-D70A-287A7C6C8547}"/>
              </a:ext>
            </a:extLst>
          </p:cNvPr>
          <p:cNvSpPr/>
          <p:nvPr/>
        </p:nvSpPr>
        <p:spPr bwMode="auto">
          <a:xfrm>
            <a:off x="8386456" y="2239922"/>
            <a:ext cx="349823" cy="266753"/>
          </a:xfrm>
          <a:prstGeom prst="cube">
            <a:avLst/>
          </a:prstGeom>
          <a:solidFill>
            <a:srgbClr val="99CCFF"/>
          </a:solidFill>
          <a:ln w="635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192069" indent="-192069" defTabSz="903198" hangingPunct="0">
              <a:tabLst>
                <a:tab pos="530172" algn="ctr"/>
              </a:tabLst>
              <a:defRPr/>
            </a:pPr>
            <a:r>
              <a:rPr lang="en-US" sz="1200" kern="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  <a:sym typeface="ITC Officina Sans Book"/>
              </a:rPr>
              <a:t>F2</a:t>
            </a:r>
          </a:p>
        </p:txBody>
      </p:sp>
      <p:sp>
        <p:nvSpPr>
          <p:cNvPr id="45" name="Würfel 132">
            <a:extLst>
              <a:ext uri="{FF2B5EF4-FFF2-40B4-BE49-F238E27FC236}">
                <a16:creationId xmlns:a16="http://schemas.microsoft.com/office/drawing/2014/main" id="{CE965724-6F88-5ADD-B9DA-C35F135258C2}"/>
              </a:ext>
            </a:extLst>
          </p:cNvPr>
          <p:cNvSpPr/>
          <p:nvPr/>
        </p:nvSpPr>
        <p:spPr bwMode="auto">
          <a:xfrm>
            <a:off x="8145580" y="2678910"/>
            <a:ext cx="349823" cy="266753"/>
          </a:xfrm>
          <a:prstGeom prst="cube">
            <a:avLst/>
          </a:prstGeom>
          <a:gradFill flip="none" rotWithShape="1">
            <a:gsLst>
              <a:gs pos="0">
                <a:srgbClr val="92D050">
                  <a:tint val="66000"/>
                  <a:satMod val="160000"/>
                </a:srgbClr>
              </a:gs>
              <a:gs pos="50000">
                <a:srgbClr val="92D050">
                  <a:tint val="44500"/>
                  <a:satMod val="160000"/>
                </a:srgbClr>
              </a:gs>
              <a:gs pos="100000">
                <a:srgbClr val="92D05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635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192069" indent="-192069" defTabSz="903198" hangingPunct="0">
              <a:tabLst>
                <a:tab pos="530172" algn="ctr"/>
              </a:tabLst>
              <a:defRPr/>
            </a:pPr>
            <a:r>
              <a:rPr lang="en-US" sz="1200" kern="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  <a:sym typeface="ITC Officina Sans Book"/>
              </a:rPr>
              <a:t>P2</a:t>
            </a:r>
          </a:p>
        </p:txBody>
      </p:sp>
      <p:sp>
        <p:nvSpPr>
          <p:cNvPr id="46" name="Würfel 133">
            <a:extLst>
              <a:ext uri="{FF2B5EF4-FFF2-40B4-BE49-F238E27FC236}">
                <a16:creationId xmlns:a16="http://schemas.microsoft.com/office/drawing/2014/main" id="{0948A56C-BB5E-9E52-9700-A949CD525823}"/>
              </a:ext>
            </a:extLst>
          </p:cNvPr>
          <p:cNvSpPr/>
          <p:nvPr/>
        </p:nvSpPr>
        <p:spPr bwMode="auto">
          <a:xfrm>
            <a:off x="8689001" y="2618403"/>
            <a:ext cx="349823" cy="266753"/>
          </a:xfrm>
          <a:prstGeom prst="cube">
            <a:avLst/>
          </a:prstGeom>
          <a:gradFill flip="none" rotWithShape="1">
            <a:gsLst>
              <a:gs pos="0">
                <a:srgbClr val="92D050">
                  <a:tint val="66000"/>
                  <a:satMod val="160000"/>
                </a:srgbClr>
              </a:gs>
              <a:gs pos="50000">
                <a:srgbClr val="92D050">
                  <a:tint val="44500"/>
                  <a:satMod val="160000"/>
                </a:srgbClr>
              </a:gs>
              <a:gs pos="100000">
                <a:srgbClr val="92D05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635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192069" indent="-192069" defTabSz="903198" hangingPunct="0">
              <a:tabLst>
                <a:tab pos="530172" algn="ctr"/>
              </a:tabLst>
              <a:defRPr/>
            </a:pPr>
            <a:r>
              <a:rPr lang="en-US" sz="1200" kern="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  <a:sym typeface="ITC Officina Sans Book"/>
              </a:rPr>
              <a:t>P4</a:t>
            </a:r>
          </a:p>
        </p:txBody>
      </p:sp>
      <p:cxnSp>
        <p:nvCxnSpPr>
          <p:cNvPr id="47" name="AutoShape 35">
            <a:extLst>
              <a:ext uri="{FF2B5EF4-FFF2-40B4-BE49-F238E27FC236}">
                <a16:creationId xmlns:a16="http://schemas.microsoft.com/office/drawing/2014/main" id="{F3884400-B5C2-59EE-CE4A-BBFACCF9D44A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9885119" y="2453641"/>
            <a:ext cx="207102" cy="345512"/>
          </a:xfrm>
          <a:prstGeom prst="straightConnector1">
            <a:avLst/>
          </a:prstGeom>
          <a:solidFill>
            <a:srgbClr val="EDA95A"/>
          </a:solidFill>
          <a:ln w="12700">
            <a:solidFill>
              <a:srgbClr val="000000"/>
            </a:solidFill>
            <a:prstDash val="dash"/>
            <a:round/>
            <a:headEnd/>
            <a:tailEnd/>
          </a:ln>
          <a:effectLst/>
        </p:spPr>
      </p:cxnSp>
      <p:cxnSp>
        <p:nvCxnSpPr>
          <p:cNvPr id="48" name="AutoShape 36">
            <a:extLst>
              <a:ext uri="{FF2B5EF4-FFF2-40B4-BE49-F238E27FC236}">
                <a16:creationId xmlns:a16="http://schemas.microsoft.com/office/drawing/2014/main" id="{5019F354-DD9E-64CF-8A55-6720999CBE05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10274151" y="2419550"/>
            <a:ext cx="158191" cy="413693"/>
          </a:xfrm>
          <a:prstGeom prst="straightConnector1">
            <a:avLst/>
          </a:prstGeom>
          <a:solidFill>
            <a:srgbClr val="EDA95A"/>
          </a:solidFill>
          <a:ln w="12700">
            <a:solidFill>
              <a:srgbClr val="000000"/>
            </a:solidFill>
            <a:prstDash val="dash"/>
            <a:round/>
            <a:headEnd/>
            <a:tailEnd/>
          </a:ln>
          <a:effectLst/>
        </p:spPr>
      </p:cxnSp>
      <p:sp>
        <p:nvSpPr>
          <p:cNvPr id="49" name="Würfel 131">
            <a:extLst>
              <a:ext uri="{FF2B5EF4-FFF2-40B4-BE49-F238E27FC236}">
                <a16:creationId xmlns:a16="http://schemas.microsoft.com/office/drawing/2014/main" id="{E48196E6-E2B8-69AE-D25C-9DD06FB6EA21}"/>
              </a:ext>
            </a:extLst>
          </p:cNvPr>
          <p:cNvSpPr/>
          <p:nvPr/>
        </p:nvSpPr>
        <p:spPr bwMode="auto">
          <a:xfrm>
            <a:off x="9986915" y="2251675"/>
            <a:ext cx="349823" cy="266753"/>
          </a:xfrm>
          <a:prstGeom prst="cube">
            <a:avLst/>
          </a:prstGeom>
          <a:solidFill>
            <a:srgbClr val="99CCFF"/>
          </a:solidFill>
          <a:ln w="635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192069" indent="-192069" defTabSz="903198" hangingPunct="0">
              <a:tabLst>
                <a:tab pos="530172" algn="ctr"/>
              </a:tabLst>
              <a:defRPr/>
            </a:pPr>
            <a:r>
              <a:rPr lang="en-US" sz="1200" kern="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  <a:sym typeface="ITC Officina Sans Book"/>
              </a:rPr>
              <a:t>F3</a:t>
            </a:r>
          </a:p>
        </p:txBody>
      </p:sp>
      <p:sp>
        <p:nvSpPr>
          <p:cNvPr id="50" name="Würfel 132">
            <a:extLst>
              <a:ext uri="{FF2B5EF4-FFF2-40B4-BE49-F238E27FC236}">
                <a16:creationId xmlns:a16="http://schemas.microsoft.com/office/drawing/2014/main" id="{553B5BB3-08B5-EF6E-E38C-CB81530833E3}"/>
              </a:ext>
            </a:extLst>
          </p:cNvPr>
          <p:cNvSpPr/>
          <p:nvPr/>
        </p:nvSpPr>
        <p:spPr bwMode="auto">
          <a:xfrm>
            <a:off x="9746039" y="2690663"/>
            <a:ext cx="349823" cy="266753"/>
          </a:xfrm>
          <a:prstGeom prst="cube">
            <a:avLst/>
          </a:prstGeom>
          <a:gradFill flip="none" rotWithShape="1">
            <a:gsLst>
              <a:gs pos="0">
                <a:srgbClr val="92D050">
                  <a:tint val="66000"/>
                  <a:satMod val="160000"/>
                </a:srgbClr>
              </a:gs>
              <a:gs pos="50000">
                <a:srgbClr val="92D050">
                  <a:tint val="44500"/>
                  <a:satMod val="160000"/>
                </a:srgbClr>
              </a:gs>
              <a:gs pos="100000">
                <a:srgbClr val="92D05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635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192069" indent="-192069" defTabSz="903198" hangingPunct="0">
              <a:tabLst>
                <a:tab pos="530172" algn="ctr"/>
              </a:tabLst>
              <a:defRPr/>
            </a:pPr>
            <a:r>
              <a:rPr lang="en-US" sz="1200" kern="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  <a:sym typeface="ITC Officina Sans Book"/>
              </a:rPr>
              <a:t>P1</a:t>
            </a:r>
          </a:p>
        </p:txBody>
      </p:sp>
      <p:sp>
        <p:nvSpPr>
          <p:cNvPr id="51" name="Würfel 133">
            <a:extLst>
              <a:ext uri="{FF2B5EF4-FFF2-40B4-BE49-F238E27FC236}">
                <a16:creationId xmlns:a16="http://schemas.microsoft.com/office/drawing/2014/main" id="{E1C021A6-A181-099F-43BB-404D8261A795}"/>
              </a:ext>
            </a:extLst>
          </p:cNvPr>
          <p:cNvSpPr/>
          <p:nvPr/>
        </p:nvSpPr>
        <p:spPr bwMode="auto">
          <a:xfrm>
            <a:off x="10289460" y="2630156"/>
            <a:ext cx="349823" cy="266753"/>
          </a:xfrm>
          <a:prstGeom prst="cube">
            <a:avLst/>
          </a:prstGeom>
          <a:gradFill flip="none" rotWithShape="1">
            <a:gsLst>
              <a:gs pos="0">
                <a:srgbClr val="92D050">
                  <a:tint val="66000"/>
                  <a:satMod val="160000"/>
                </a:srgbClr>
              </a:gs>
              <a:gs pos="50000">
                <a:srgbClr val="92D050">
                  <a:tint val="44500"/>
                  <a:satMod val="160000"/>
                </a:srgbClr>
              </a:gs>
              <a:gs pos="100000">
                <a:srgbClr val="92D05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635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192069" indent="-192069" defTabSz="903198" hangingPunct="0">
              <a:tabLst>
                <a:tab pos="530172" algn="ctr"/>
              </a:tabLst>
              <a:defRPr/>
            </a:pPr>
            <a:r>
              <a:rPr lang="en-US" sz="1200" kern="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  <a:sym typeface="ITC Officina Sans Book"/>
              </a:rPr>
              <a:t>Pm</a:t>
            </a:r>
          </a:p>
        </p:txBody>
      </p:sp>
      <p:sp>
        <p:nvSpPr>
          <p:cNvPr id="52" name="Textfeld 51">
            <a:extLst>
              <a:ext uri="{FF2B5EF4-FFF2-40B4-BE49-F238E27FC236}">
                <a16:creationId xmlns:a16="http://schemas.microsoft.com/office/drawing/2014/main" id="{9F3D40E8-F6CF-48A3-8129-4D98021C7085}"/>
              </a:ext>
            </a:extLst>
          </p:cNvPr>
          <p:cNvSpPr txBox="1"/>
          <p:nvPr/>
        </p:nvSpPr>
        <p:spPr bwMode="auto">
          <a:xfrm>
            <a:off x="9130437" y="2322047"/>
            <a:ext cx="435500" cy="7870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8000" tIns="46800" rIns="18000" bIns="46800" rtlCol="0">
            <a:spAutoFit/>
          </a:bodyPr>
          <a:lstStyle/>
          <a:p>
            <a:r>
              <a:rPr lang="de-DE" sz="4500" dirty="0">
                <a:latin typeface="Calibri" pitchFamily="34" charset="0"/>
              </a:rPr>
              <a:t>…</a:t>
            </a:r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53BAB89F-1210-52F5-36C0-19D31E08F0F0}"/>
              </a:ext>
            </a:extLst>
          </p:cNvPr>
          <p:cNvSpPr txBox="1"/>
          <p:nvPr/>
        </p:nvSpPr>
        <p:spPr bwMode="auto">
          <a:xfrm>
            <a:off x="8320491" y="1866764"/>
            <a:ext cx="1262585" cy="309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8000" tIns="46800" rIns="18000" bIns="46800" rtlCol="0">
            <a:spAutoFit/>
          </a:bodyPr>
          <a:lstStyle/>
          <a:p>
            <a:r>
              <a:rPr lang="fr-FR" sz="1400" dirty="0" err="1"/>
              <a:t>Joining</a:t>
            </a:r>
            <a:r>
              <a:rPr lang="fr-FR" sz="1400" dirty="0"/>
              <a:t> </a:t>
            </a:r>
            <a:r>
              <a:rPr lang="fr-FR" sz="1400" dirty="0" err="1"/>
              <a:t>Elements</a:t>
            </a:r>
            <a:endParaRPr lang="de-DE" sz="1400" dirty="0">
              <a:latin typeface="Calibri" pitchFamily="34" charset="0"/>
            </a:endParaRPr>
          </a:p>
        </p:txBody>
      </p:sp>
      <p:cxnSp>
        <p:nvCxnSpPr>
          <p:cNvPr id="54" name="AutoShape 35">
            <a:extLst>
              <a:ext uri="{FF2B5EF4-FFF2-40B4-BE49-F238E27FC236}">
                <a16:creationId xmlns:a16="http://schemas.microsoft.com/office/drawing/2014/main" id="{28612816-64B2-437F-01D7-5C63FE66736F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073123" y="2459208"/>
            <a:ext cx="207102" cy="345512"/>
          </a:xfrm>
          <a:prstGeom prst="straightConnector1">
            <a:avLst/>
          </a:prstGeom>
          <a:solidFill>
            <a:srgbClr val="EDA95A"/>
          </a:solidFill>
          <a:ln w="12700">
            <a:solidFill>
              <a:srgbClr val="000000"/>
            </a:solidFill>
            <a:prstDash val="dash"/>
            <a:round/>
            <a:headEnd/>
            <a:tailEnd/>
          </a:ln>
          <a:effectLst/>
        </p:spPr>
      </p:cxnSp>
      <p:cxnSp>
        <p:nvCxnSpPr>
          <p:cNvPr id="55" name="AutoShape 36">
            <a:extLst>
              <a:ext uri="{FF2B5EF4-FFF2-40B4-BE49-F238E27FC236}">
                <a16:creationId xmlns:a16="http://schemas.microsoft.com/office/drawing/2014/main" id="{DFB1CE45-4B51-B5E9-CE12-649A9349AF94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7462155" y="2425117"/>
            <a:ext cx="158191" cy="413693"/>
          </a:xfrm>
          <a:prstGeom prst="straightConnector1">
            <a:avLst/>
          </a:prstGeom>
          <a:solidFill>
            <a:srgbClr val="EDA95A"/>
          </a:solidFill>
          <a:ln w="12700">
            <a:solidFill>
              <a:srgbClr val="000000"/>
            </a:solidFill>
            <a:prstDash val="dash"/>
            <a:round/>
            <a:headEnd/>
            <a:tailEnd/>
          </a:ln>
          <a:effectLst/>
        </p:spPr>
      </p:cxnSp>
      <p:sp>
        <p:nvSpPr>
          <p:cNvPr id="56" name="Würfel 131">
            <a:extLst>
              <a:ext uri="{FF2B5EF4-FFF2-40B4-BE49-F238E27FC236}">
                <a16:creationId xmlns:a16="http://schemas.microsoft.com/office/drawing/2014/main" id="{209B14DF-9D72-E9E2-609B-1D492D3AE981}"/>
              </a:ext>
            </a:extLst>
          </p:cNvPr>
          <p:cNvSpPr/>
          <p:nvPr/>
        </p:nvSpPr>
        <p:spPr bwMode="auto">
          <a:xfrm>
            <a:off x="7174919" y="2257242"/>
            <a:ext cx="349823" cy="266753"/>
          </a:xfrm>
          <a:prstGeom prst="cube">
            <a:avLst/>
          </a:prstGeom>
          <a:solidFill>
            <a:srgbClr val="99CCFF"/>
          </a:solidFill>
          <a:ln w="635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192069" indent="-192069" defTabSz="903198" hangingPunct="0">
              <a:tabLst>
                <a:tab pos="530172" algn="ctr"/>
              </a:tabLst>
              <a:defRPr/>
            </a:pPr>
            <a:r>
              <a:rPr lang="en-US" sz="1200" kern="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  <a:sym typeface="ITC Officina Sans Book"/>
              </a:rPr>
              <a:t>F1</a:t>
            </a:r>
          </a:p>
        </p:txBody>
      </p:sp>
      <p:sp>
        <p:nvSpPr>
          <p:cNvPr id="57" name="Würfel 132">
            <a:extLst>
              <a:ext uri="{FF2B5EF4-FFF2-40B4-BE49-F238E27FC236}">
                <a16:creationId xmlns:a16="http://schemas.microsoft.com/office/drawing/2014/main" id="{DDE96746-58D8-190C-DC48-75D826138733}"/>
              </a:ext>
            </a:extLst>
          </p:cNvPr>
          <p:cNvSpPr/>
          <p:nvPr/>
        </p:nvSpPr>
        <p:spPr bwMode="auto">
          <a:xfrm>
            <a:off x="6934043" y="2696230"/>
            <a:ext cx="349823" cy="266753"/>
          </a:xfrm>
          <a:prstGeom prst="cube">
            <a:avLst/>
          </a:prstGeom>
          <a:gradFill flip="none" rotWithShape="1">
            <a:gsLst>
              <a:gs pos="0">
                <a:srgbClr val="92D050">
                  <a:tint val="66000"/>
                  <a:satMod val="160000"/>
                </a:srgbClr>
              </a:gs>
              <a:gs pos="50000">
                <a:srgbClr val="92D050">
                  <a:tint val="44500"/>
                  <a:satMod val="160000"/>
                </a:srgbClr>
              </a:gs>
              <a:gs pos="100000">
                <a:srgbClr val="92D05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635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192069" indent="-192069" defTabSz="903198" hangingPunct="0">
              <a:tabLst>
                <a:tab pos="530172" algn="ctr"/>
              </a:tabLst>
              <a:defRPr/>
            </a:pPr>
            <a:r>
              <a:rPr lang="en-US" sz="1200" kern="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  <a:sym typeface="ITC Officina Sans Book"/>
              </a:rPr>
              <a:t>P3</a:t>
            </a:r>
          </a:p>
        </p:txBody>
      </p:sp>
      <p:sp>
        <p:nvSpPr>
          <p:cNvPr id="58" name="Würfel 133">
            <a:extLst>
              <a:ext uri="{FF2B5EF4-FFF2-40B4-BE49-F238E27FC236}">
                <a16:creationId xmlns:a16="http://schemas.microsoft.com/office/drawing/2014/main" id="{F41A6421-9F85-8C0E-ED87-80A351AD5023}"/>
              </a:ext>
            </a:extLst>
          </p:cNvPr>
          <p:cNvSpPr/>
          <p:nvPr/>
        </p:nvSpPr>
        <p:spPr bwMode="auto">
          <a:xfrm>
            <a:off x="7477464" y="2635723"/>
            <a:ext cx="349823" cy="266753"/>
          </a:xfrm>
          <a:prstGeom prst="cube">
            <a:avLst/>
          </a:prstGeom>
          <a:gradFill flip="none" rotWithShape="1">
            <a:gsLst>
              <a:gs pos="0">
                <a:srgbClr val="92D050">
                  <a:tint val="66000"/>
                  <a:satMod val="160000"/>
                </a:srgbClr>
              </a:gs>
              <a:gs pos="50000">
                <a:srgbClr val="92D050">
                  <a:tint val="44500"/>
                  <a:satMod val="160000"/>
                </a:srgbClr>
              </a:gs>
              <a:gs pos="100000">
                <a:srgbClr val="92D05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635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192069" indent="-192069" defTabSz="903198" hangingPunct="0">
              <a:tabLst>
                <a:tab pos="530172" algn="ctr"/>
              </a:tabLst>
              <a:defRPr/>
            </a:pPr>
            <a:r>
              <a:rPr lang="en-US" sz="1200" kern="0" dirty="0" err="1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  <a:sym typeface="ITC Officina Sans Book"/>
              </a:rPr>
              <a:t>Pn</a:t>
            </a:r>
            <a:endParaRPr lang="en-US" sz="1200" kern="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  <a:sym typeface="ITC Officina Sans Book"/>
            </a:endParaRPr>
          </a:p>
        </p:txBody>
      </p:sp>
      <p:cxnSp>
        <p:nvCxnSpPr>
          <p:cNvPr id="59" name="Straight Arrow Connector 2">
            <a:extLst>
              <a:ext uri="{FF2B5EF4-FFF2-40B4-BE49-F238E27FC236}">
                <a16:creationId xmlns:a16="http://schemas.microsoft.com/office/drawing/2014/main" id="{B7582959-A0E1-C462-169C-B17FEC062E89}"/>
              </a:ext>
            </a:extLst>
          </p:cNvPr>
          <p:cNvCxnSpPr>
            <a:cxnSpLocks/>
            <a:endCxn id="60" idx="0"/>
          </p:cNvCxnSpPr>
          <p:nvPr/>
        </p:nvCxnSpPr>
        <p:spPr>
          <a:xfrm flipH="1">
            <a:off x="7349830" y="2518428"/>
            <a:ext cx="10447" cy="734527"/>
          </a:xfrm>
          <a:prstGeom prst="straightConnector1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60" name="Flussdiagramm: Dokument 59">
            <a:extLst>
              <a:ext uri="{FF2B5EF4-FFF2-40B4-BE49-F238E27FC236}">
                <a16:creationId xmlns:a16="http://schemas.microsoft.com/office/drawing/2014/main" id="{6EDFCCD0-CB31-76BB-7C2D-53996D65D632}"/>
              </a:ext>
            </a:extLst>
          </p:cNvPr>
          <p:cNvSpPr/>
          <p:nvPr/>
        </p:nvSpPr>
        <p:spPr bwMode="auto">
          <a:xfrm>
            <a:off x="7022388" y="3252955"/>
            <a:ext cx="654884" cy="552001"/>
          </a:xfrm>
          <a:prstGeom prst="flowChartDocument">
            <a:avLst/>
          </a:prstGeom>
          <a:solidFill>
            <a:srgbClr val="FFFF00"/>
          </a:solidFill>
          <a:ln w="9525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61" name="Straight Arrow Connector 2">
            <a:extLst>
              <a:ext uri="{FF2B5EF4-FFF2-40B4-BE49-F238E27FC236}">
                <a16:creationId xmlns:a16="http://schemas.microsoft.com/office/drawing/2014/main" id="{61F48F13-6DE8-2A69-8D95-9DA4496FC514}"/>
              </a:ext>
            </a:extLst>
          </p:cNvPr>
          <p:cNvCxnSpPr>
            <a:cxnSpLocks/>
            <a:endCxn id="62" idx="0"/>
          </p:cNvCxnSpPr>
          <p:nvPr/>
        </p:nvCxnSpPr>
        <p:spPr>
          <a:xfrm flipH="1">
            <a:off x="8552608" y="2507984"/>
            <a:ext cx="10447" cy="734527"/>
          </a:xfrm>
          <a:prstGeom prst="straightConnector1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62" name="Flussdiagramm: Dokument 61">
            <a:extLst>
              <a:ext uri="{FF2B5EF4-FFF2-40B4-BE49-F238E27FC236}">
                <a16:creationId xmlns:a16="http://schemas.microsoft.com/office/drawing/2014/main" id="{CE4550B9-4625-9C4B-3AB3-15ADC096B5D3}"/>
              </a:ext>
            </a:extLst>
          </p:cNvPr>
          <p:cNvSpPr/>
          <p:nvPr/>
        </p:nvSpPr>
        <p:spPr bwMode="auto">
          <a:xfrm>
            <a:off x="8225166" y="3242511"/>
            <a:ext cx="654884" cy="552001"/>
          </a:xfrm>
          <a:prstGeom prst="flowChartDocument">
            <a:avLst/>
          </a:prstGeom>
          <a:solidFill>
            <a:srgbClr val="FFFF00"/>
          </a:solidFill>
          <a:ln w="9525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63" name="Straight Arrow Connector 2">
            <a:extLst>
              <a:ext uri="{FF2B5EF4-FFF2-40B4-BE49-F238E27FC236}">
                <a16:creationId xmlns:a16="http://schemas.microsoft.com/office/drawing/2014/main" id="{4CC1D7D4-7264-C855-686B-946ED94BE30D}"/>
              </a:ext>
            </a:extLst>
          </p:cNvPr>
          <p:cNvCxnSpPr>
            <a:cxnSpLocks/>
            <a:endCxn id="64" idx="0"/>
          </p:cNvCxnSpPr>
          <p:nvPr/>
        </p:nvCxnSpPr>
        <p:spPr>
          <a:xfrm flipH="1">
            <a:off x="10145202" y="2529645"/>
            <a:ext cx="10447" cy="734527"/>
          </a:xfrm>
          <a:prstGeom prst="straightConnector1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64" name="Flussdiagramm: Dokument 63">
            <a:extLst>
              <a:ext uri="{FF2B5EF4-FFF2-40B4-BE49-F238E27FC236}">
                <a16:creationId xmlns:a16="http://schemas.microsoft.com/office/drawing/2014/main" id="{8F4D098C-954C-9498-4B2C-30F37D1BC070}"/>
              </a:ext>
            </a:extLst>
          </p:cNvPr>
          <p:cNvSpPr/>
          <p:nvPr/>
        </p:nvSpPr>
        <p:spPr bwMode="auto">
          <a:xfrm>
            <a:off x="9817760" y="3264172"/>
            <a:ext cx="654884" cy="552001"/>
          </a:xfrm>
          <a:prstGeom prst="flowChartDocument">
            <a:avLst/>
          </a:prstGeom>
          <a:solidFill>
            <a:srgbClr val="FFFF00"/>
          </a:solidFill>
          <a:ln w="9525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65" name="Textfeld 64">
            <a:extLst>
              <a:ext uri="{FF2B5EF4-FFF2-40B4-BE49-F238E27FC236}">
                <a16:creationId xmlns:a16="http://schemas.microsoft.com/office/drawing/2014/main" id="{24FE9295-EC94-0E75-D879-4A9D85DFF0D3}"/>
              </a:ext>
            </a:extLst>
          </p:cNvPr>
          <p:cNvSpPr txBox="1"/>
          <p:nvPr/>
        </p:nvSpPr>
        <p:spPr bwMode="auto">
          <a:xfrm>
            <a:off x="8578550" y="3788445"/>
            <a:ext cx="239356" cy="309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8000" tIns="46800" rIns="18000" bIns="46800" rtlCol="0">
            <a:spAutoFit/>
          </a:bodyPr>
          <a:lstStyle/>
          <a:p>
            <a:r>
              <a:rPr lang="de-DE" sz="1400" dirty="0">
                <a:latin typeface="Calibri" pitchFamily="34" charset="0"/>
              </a:rPr>
              <a:t>JTs</a:t>
            </a:r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EA0EC937-A164-B564-3AEC-C356E500AE43}"/>
              </a:ext>
            </a:extLst>
          </p:cNvPr>
          <p:cNvSpPr txBox="1"/>
          <p:nvPr/>
        </p:nvSpPr>
        <p:spPr bwMode="auto">
          <a:xfrm>
            <a:off x="8801545" y="2860945"/>
            <a:ext cx="918003" cy="309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8000" tIns="46800" rIns="18000" bIns="46800" rtlCol="0">
            <a:spAutoFit/>
          </a:bodyPr>
          <a:lstStyle/>
          <a:p>
            <a:r>
              <a:rPr lang="fr-FR" sz="1400" dirty="0" err="1"/>
              <a:t>Linked</a:t>
            </a:r>
            <a:r>
              <a:rPr lang="fr-FR" sz="1400" dirty="0"/>
              <a:t> Parts</a:t>
            </a:r>
            <a:endParaRPr lang="de-DE" sz="1400" dirty="0">
              <a:latin typeface="Calibri" pitchFamily="34" charset="0"/>
            </a:endParaRPr>
          </a:p>
        </p:txBody>
      </p:sp>
      <p:sp>
        <p:nvSpPr>
          <p:cNvPr id="67" name="Textfeld 66">
            <a:extLst>
              <a:ext uri="{FF2B5EF4-FFF2-40B4-BE49-F238E27FC236}">
                <a16:creationId xmlns:a16="http://schemas.microsoft.com/office/drawing/2014/main" id="{67F9FD2C-E306-31CD-F354-F201E3900A8E}"/>
              </a:ext>
            </a:extLst>
          </p:cNvPr>
          <p:cNvSpPr txBox="1"/>
          <p:nvPr/>
        </p:nvSpPr>
        <p:spPr bwMode="auto">
          <a:xfrm>
            <a:off x="6633794" y="2704683"/>
            <a:ext cx="321686" cy="3407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8000" tIns="46800" rIns="18000" bIns="46800" rtlCol="0">
            <a:spAutoFit/>
          </a:bodyPr>
          <a:lstStyle/>
          <a:p>
            <a:pPr algn="r"/>
            <a:r>
              <a:rPr lang="fr-FR" sz="800" dirty="0"/>
              <a:t>Carrier</a:t>
            </a:r>
            <a:br>
              <a:rPr lang="fr-FR" sz="800" dirty="0"/>
            </a:br>
            <a:r>
              <a:rPr lang="fr-FR" sz="800" dirty="0" err="1"/>
              <a:t>Sheet</a:t>
            </a:r>
            <a:endParaRPr lang="de-DE" sz="800" dirty="0">
              <a:latin typeface="Calibri" pitchFamily="34" charset="0"/>
            </a:endParaRPr>
          </a:p>
        </p:txBody>
      </p:sp>
      <p:sp>
        <p:nvSpPr>
          <p:cNvPr id="68" name="Textfeld 67">
            <a:extLst>
              <a:ext uri="{FF2B5EF4-FFF2-40B4-BE49-F238E27FC236}">
                <a16:creationId xmlns:a16="http://schemas.microsoft.com/office/drawing/2014/main" id="{D2AC38AA-108D-7837-E1EE-1DCE1FF7839D}"/>
              </a:ext>
            </a:extLst>
          </p:cNvPr>
          <p:cNvSpPr txBox="1"/>
          <p:nvPr/>
        </p:nvSpPr>
        <p:spPr bwMode="auto">
          <a:xfrm>
            <a:off x="7837594" y="2689297"/>
            <a:ext cx="321686" cy="3407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8000" tIns="46800" rIns="18000" bIns="46800" rtlCol="0">
            <a:spAutoFit/>
          </a:bodyPr>
          <a:lstStyle/>
          <a:p>
            <a:pPr algn="r"/>
            <a:r>
              <a:rPr lang="fr-FR" sz="800" dirty="0"/>
              <a:t>Carrier</a:t>
            </a:r>
            <a:br>
              <a:rPr lang="fr-FR" sz="800" dirty="0"/>
            </a:br>
            <a:r>
              <a:rPr lang="fr-FR" sz="800" dirty="0" err="1"/>
              <a:t>Sheet</a:t>
            </a:r>
            <a:endParaRPr lang="de-DE" sz="800" dirty="0">
              <a:latin typeface="Calibri" pitchFamily="34" charset="0"/>
            </a:endParaRPr>
          </a:p>
        </p:txBody>
      </p:sp>
      <p:sp>
        <p:nvSpPr>
          <p:cNvPr id="69" name="Textfeld 68">
            <a:extLst>
              <a:ext uri="{FF2B5EF4-FFF2-40B4-BE49-F238E27FC236}">
                <a16:creationId xmlns:a16="http://schemas.microsoft.com/office/drawing/2014/main" id="{A74BDAA8-D2E8-A681-09DB-CB5265C37415}"/>
              </a:ext>
            </a:extLst>
          </p:cNvPr>
          <p:cNvSpPr txBox="1"/>
          <p:nvPr/>
        </p:nvSpPr>
        <p:spPr bwMode="auto">
          <a:xfrm>
            <a:off x="9445297" y="2704682"/>
            <a:ext cx="321686" cy="3407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8000" tIns="46800" rIns="18000" bIns="46800" rtlCol="0">
            <a:spAutoFit/>
          </a:bodyPr>
          <a:lstStyle/>
          <a:p>
            <a:pPr algn="r"/>
            <a:r>
              <a:rPr lang="fr-FR" sz="800" dirty="0"/>
              <a:t>Carrier</a:t>
            </a:r>
            <a:br>
              <a:rPr lang="fr-FR" sz="800" dirty="0"/>
            </a:br>
            <a:r>
              <a:rPr lang="fr-FR" sz="800" dirty="0" err="1"/>
              <a:t>Sheet</a:t>
            </a:r>
            <a:endParaRPr lang="de-DE" sz="800" dirty="0">
              <a:latin typeface="Calibri" pitchFamily="34" charset="0"/>
            </a:endParaRPr>
          </a:p>
        </p:txBody>
      </p:sp>
      <p:sp>
        <p:nvSpPr>
          <p:cNvPr id="70" name="Ellipse 69">
            <a:extLst>
              <a:ext uri="{FF2B5EF4-FFF2-40B4-BE49-F238E27FC236}">
                <a16:creationId xmlns:a16="http://schemas.microsoft.com/office/drawing/2014/main" id="{D16BADB2-A483-228F-B07D-8F9C8BBEF7F0}"/>
              </a:ext>
            </a:extLst>
          </p:cNvPr>
          <p:cNvSpPr/>
          <p:nvPr/>
        </p:nvSpPr>
        <p:spPr bwMode="auto">
          <a:xfrm>
            <a:off x="2315472" y="2529876"/>
            <a:ext cx="107815" cy="136003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T</a:t>
            </a:r>
          </a:p>
        </p:txBody>
      </p:sp>
      <p:sp>
        <p:nvSpPr>
          <p:cNvPr id="71" name="Ellipse 70">
            <a:extLst>
              <a:ext uri="{FF2B5EF4-FFF2-40B4-BE49-F238E27FC236}">
                <a16:creationId xmlns:a16="http://schemas.microsoft.com/office/drawing/2014/main" id="{E21537EB-9F72-D9F1-564E-DF79A17A56FC}"/>
              </a:ext>
            </a:extLst>
          </p:cNvPr>
          <p:cNvSpPr/>
          <p:nvPr/>
        </p:nvSpPr>
        <p:spPr bwMode="auto">
          <a:xfrm>
            <a:off x="2773337" y="2514540"/>
            <a:ext cx="107815" cy="136003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T</a:t>
            </a:r>
          </a:p>
        </p:txBody>
      </p:sp>
      <p:sp>
        <p:nvSpPr>
          <p:cNvPr id="72" name="Ellipse 71">
            <a:extLst>
              <a:ext uri="{FF2B5EF4-FFF2-40B4-BE49-F238E27FC236}">
                <a16:creationId xmlns:a16="http://schemas.microsoft.com/office/drawing/2014/main" id="{7DB7C350-15EB-1C62-77F1-E4AF9915223F}"/>
              </a:ext>
            </a:extLst>
          </p:cNvPr>
          <p:cNvSpPr/>
          <p:nvPr/>
        </p:nvSpPr>
        <p:spPr bwMode="auto">
          <a:xfrm>
            <a:off x="3527991" y="2507641"/>
            <a:ext cx="107815" cy="136003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T</a:t>
            </a:r>
          </a:p>
        </p:txBody>
      </p:sp>
      <p:sp>
        <p:nvSpPr>
          <p:cNvPr id="73" name="Ellipse 72">
            <a:extLst>
              <a:ext uri="{FF2B5EF4-FFF2-40B4-BE49-F238E27FC236}">
                <a16:creationId xmlns:a16="http://schemas.microsoft.com/office/drawing/2014/main" id="{5E340DB1-CD1B-37ED-3AC7-FBE42C426AA1}"/>
              </a:ext>
            </a:extLst>
          </p:cNvPr>
          <p:cNvSpPr/>
          <p:nvPr/>
        </p:nvSpPr>
        <p:spPr bwMode="auto">
          <a:xfrm>
            <a:off x="3985856" y="2492305"/>
            <a:ext cx="107815" cy="136003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T</a:t>
            </a:r>
          </a:p>
        </p:txBody>
      </p:sp>
      <p:sp>
        <p:nvSpPr>
          <p:cNvPr id="74" name="Ellipse 73">
            <a:extLst>
              <a:ext uri="{FF2B5EF4-FFF2-40B4-BE49-F238E27FC236}">
                <a16:creationId xmlns:a16="http://schemas.microsoft.com/office/drawing/2014/main" id="{39B13B9B-4C7F-859A-D284-954A29F1D2DA}"/>
              </a:ext>
            </a:extLst>
          </p:cNvPr>
          <p:cNvSpPr/>
          <p:nvPr/>
        </p:nvSpPr>
        <p:spPr bwMode="auto">
          <a:xfrm>
            <a:off x="5127623" y="2522011"/>
            <a:ext cx="107815" cy="136003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T</a:t>
            </a:r>
          </a:p>
        </p:txBody>
      </p:sp>
      <p:sp>
        <p:nvSpPr>
          <p:cNvPr id="75" name="Ellipse 74">
            <a:extLst>
              <a:ext uri="{FF2B5EF4-FFF2-40B4-BE49-F238E27FC236}">
                <a16:creationId xmlns:a16="http://schemas.microsoft.com/office/drawing/2014/main" id="{C758A9DA-6AAC-1BAD-7342-AB1C7A80E524}"/>
              </a:ext>
            </a:extLst>
          </p:cNvPr>
          <p:cNvSpPr/>
          <p:nvPr/>
        </p:nvSpPr>
        <p:spPr bwMode="auto">
          <a:xfrm>
            <a:off x="5585488" y="2506675"/>
            <a:ext cx="107815" cy="136003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T</a:t>
            </a:r>
          </a:p>
        </p:txBody>
      </p:sp>
      <p:sp>
        <p:nvSpPr>
          <p:cNvPr id="76" name="Ellipse 75">
            <a:extLst>
              <a:ext uri="{FF2B5EF4-FFF2-40B4-BE49-F238E27FC236}">
                <a16:creationId xmlns:a16="http://schemas.microsoft.com/office/drawing/2014/main" id="{0F5E0EC7-895A-73B8-396C-0205C0424120}"/>
              </a:ext>
            </a:extLst>
          </p:cNvPr>
          <p:cNvSpPr/>
          <p:nvPr/>
        </p:nvSpPr>
        <p:spPr bwMode="auto">
          <a:xfrm>
            <a:off x="7305054" y="2529876"/>
            <a:ext cx="107815" cy="136003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T</a:t>
            </a:r>
          </a:p>
        </p:txBody>
      </p:sp>
      <p:sp>
        <p:nvSpPr>
          <p:cNvPr id="77" name="Textfeld 76">
            <a:extLst>
              <a:ext uri="{FF2B5EF4-FFF2-40B4-BE49-F238E27FC236}">
                <a16:creationId xmlns:a16="http://schemas.microsoft.com/office/drawing/2014/main" id="{693D3560-51E2-E31E-EB17-7CD039037786}"/>
              </a:ext>
            </a:extLst>
          </p:cNvPr>
          <p:cNvSpPr txBox="1"/>
          <p:nvPr/>
        </p:nvSpPr>
        <p:spPr bwMode="auto">
          <a:xfrm>
            <a:off x="374316" y="2177954"/>
            <a:ext cx="1079324" cy="906286"/>
          </a:xfrm>
          <a:prstGeom prst="rect">
            <a:avLst/>
          </a:prstGeom>
          <a:solidFill>
            <a:srgbClr val="FFF9C7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marR="0" indent="0" algn="ctr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600" b="1" i="0" u="none" strike="noStrike" cap="none" normalizeH="0" baseline="0">
                <a:ln>
                  <a:noFill/>
                </a:ln>
                <a:effectLst/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e-DE" sz="1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Computing </a:t>
            </a:r>
            <a:r>
              <a:rPr lang="de-DE" sz="14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DE" sz="1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4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Bounding</a:t>
            </a:r>
            <a:r>
              <a:rPr lang="de-DE" sz="1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Box </a:t>
            </a:r>
            <a:r>
              <a:rPr lang="de-DE" sz="14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according</a:t>
            </a:r>
            <a:r>
              <a:rPr lang="de-DE" sz="1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4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DE" sz="1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4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s</a:t>
            </a:r>
          </a:p>
        </p:txBody>
      </p:sp>
      <p:sp>
        <p:nvSpPr>
          <p:cNvPr id="78" name="Textfeld 77">
            <a:extLst>
              <a:ext uri="{FF2B5EF4-FFF2-40B4-BE49-F238E27FC236}">
                <a16:creationId xmlns:a16="http://schemas.microsoft.com/office/drawing/2014/main" id="{5C6C717C-8AA1-BD02-507F-0C84FF63597B}"/>
              </a:ext>
            </a:extLst>
          </p:cNvPr>
          <p:cNvSpPr txBox="1"/>
          <p:nvPr/>
        </p:nvSpPr>
        <p:spPr bwMode="auto">
          <a:xfrm>
            <a:off x="135643" y="3439138"/>
            <a:ext cx="1678589" cy="525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8000" tIns="46800" rIns="18000" bIns="46800" rtlCol="0">
            <a:spAutoFit/>
          </a:bodyPr>
          <a:lstStyle/>
          <a:p>
            <a:r>
              <a:rPr lang="de-DE" sz="1400" dirty="0" err="1">
                <a:latin typeface="Calibri" pitchFamily="34" charset="0"/>
              </a:rPr>
              <a:t>Extraction</a:t>
            </a:r>
            <a:r>
              <a:rPr lang="de-DE" sz="1400" dirty="0">
                <a:latin typeface="Calibri" pitchFamily="34" charset="0"/>
              </a:rPr>
              <a:t> </a:t>
            </a:r>
            <a:r>
              <a:rPr lang="de-DE" sz="1400" dirty="0" err="1">
                <a:latin typeface="Calibri" pitchFamily="34" charset="0"/>
              </a:rPr>
              <a:t>of</a:t>
            </a:r>
            <a:r>
              <a:rPr lang="de-DE" sz="1400" dirty="0">
                <a:latin typeface="Calibri" pitchFamily="34" charset="0"/>
              </a:rPr>
              <a:t> </a:t>
            </a:r>
            <a:r>
              <a:rPr lang="de-DE" sz="1400" dirty="0" err="1">
                <a:latin typeface="Calibri" pitchFamily="34" charset="0"/>
              </a:rPr>
              <a:t>the</a:t>
            </a:r>
            <a:r>
              <a:rPr lang="de-DE" sz="1400" dirty="0">
                <a:latin typeface="Calibri" pitchFamily="34" charset="0"/>
              </a:rPr>
              <a:t> Parts and </a:t>
            </a:r>
            <a:r>
              <a:rPr lang="de-DE" sz="1400" dirty="0" err="1">
                <a:latin typeface="Calibri" pitchFamily="34" charset="0"/>
              </a:rPr>
              <a:t>Joining</a:t>
            </a:r>
            <a:r>
              <a:rPr lang="de-DE" sz="1400" dirty="0">
                <a:latin typeface="Calibri" pitchFamily="34" charset="0"/>
              </a:rPr>
              <a:t> Elements</a:t>
            </a:r>
          </a:p>
        </p:txBody>
      </p:sp>
      <p:sp>
        <p:nvSpPr>
          <p:cNvPr id="79" name="Textfeld 78">
            <a:extLst>
              <a:ext uri="{FF2B5EF4-FFF2-40B4-BE49-F238E27FC236}">
                <a16:creationId xmlns:a16="http://schemas.microsoft.com/office/drawing/2014/main" id="{313A51CB-73BE-756B-C59D-14271450B9F1}"/>
              </a:ext>
            </a:extLst>
          </p:cNvPr>
          <p:cNvSpPr txBox="1"/>
          <p:nvPr/>
        </p:nvSpPr>
        <p:spPr bwMode="auto">
          <a:xfrm>
            <a:off x="154958" y="4319437"/>
            <a:ext cx="1678589" cy="20027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8000" tIns="46800" rIns="18000" bIns="46800" rtlCol="0">
            <a:spAutoFit/>
          </a:bodyPr>
          <a:lstStyle/>
          <a:p>
            <a:r>
              <a:rPr lang="de-DE" sz="1400" dirty="0" err="1">
                <a:latin typeface="Calibri" pitchFamily="34" charset="0"/>
              </a:rPr>
              <a:t>Merging</a:t>
            </a:r>
            <a:r>
              <a:rPr lang="de-DE" sz="1400" dirty="0">
                <a:latin typeface="Calibri" pitchFamily="34" charset="0"/>
              </a:rPr>
              <a:t> VIP </a:t>
            </a:r>
            <a:r>
              <a:rPr lang="de-DE" sz="1400" dirty="0" err="1">
                <a:latin typeface="Calibri" pitchFamily="34" charset="0"/>
              </a:rPr>
              <a:t>results</a:t>
            </a:r>
            <a:r>
              <a:rPr lang="de-DE" sz="1400" dirty="0">
                <a:latin typeface="Calibri" pitchFamily="34" charset="0"/>
              </a:rPr>
              <a:t> </a:t>
            </a:r>
            <a:r>
              <a:rPr lang="de-DE" sz="1400" dirty="0" err="1">
                <a:latin typeface="Calibri" pitchFamily="34" charset="0"/>
              </a:rPr>
              <a:t>into</a:t>
            </a:r>
            <a:r>
              <a:rPr lang="de-DE" sz="1400" dirty="0">
                <a:latin typeface="Calibri" pitchFamily="34" charset="0"/>
              </a:rPr>
              <a:t> Product </a:t>
            </a:r>
            <a:r>
              <a:rPr lang="de-DE" sz="1400" dirty="0" err="1">
                <a:latin typeface="Calibri" pitchFamily="34" charset="0"/>
              </a:rPr>
              <a:t>Structure</a:t>
            </a:r>
            <a:endParaRPr lang="de-DE" sz="1400" dirty="0">
              <a:latin typeface="Calibri" pitchFamily="34" charset="0"/>
            </a:endParaRPr>
          </a:p>
          <a:p>
            <a:pPr marL="171450" indent="-171450">
              <a:buFontTx/>
              <a:buChar char="-"/>
            </a:pPr>
            <a:r>
              <a:rPr lang="de-DE" sz="1200" dirty="0" err="1">
                <a:latin typeface="Calibri" pitchFamily="34" charset="0"/>
              </a:rPr>
              <a:t>minimum</a:t>
            </a:r>
            <a:r>
              <a:rPr lang="de-DE" sz="1200" dirty="0">
                <a:latin typeface="Calibri" pitchFamily="34" charset="0"/>
              </a:rPr>
              <a:t> </a:t>
            </a:r>
            <a:r>
              <a:rPr lang="de-DE" sz="1200" dirty="0" err="1">
                <a:latin typeface="Calibri" pitchFamily="34" charset="0"/>
              </a:rPr>
              <a:t>use</a:t>
            </a:r>
            <a:r>
              <a:rPr lang="de-DE" sz="1200" dirty="0">
                <a:latin typeface="Calibri" pitchFamily="34" charset="0"/>
              </a:rPr>
              <a:t> </a:t>
            </a:r>
            <a:r>
              <a:rPr lang="de-DE" sz="1200" dirty="0" err="1">
                <a:latin typeface="Calibri" pitchFamily="34" charset="0"/>
              </a:rPr>
              <a:t>of</a:t>
            </a:r>
            <a:r>
              <a:rPr lang="de-DE" sz="1200" dirty="0">
                <a:latin typeface="Calibri" pitchFamily="34" charset="0"/>
              </a:rPr>
              <a:t> </a:t>
            </a:r>
            <a:r>
              <a:rPr lang="el-GR" sz="1200" dirty="0">
                <a:latin typeface="Calibri" pitchFamily="34" charset="0"/>
              </a:rPr>
              <a:t>χ</a:t>
            </a:r>
            <a:r>
              <a:rPr lang="de-DE" sz="1200" dirty="0" err="1">
                <a:latin typeface="Calibri" pitchFamily="34" charset="0"/>
              </a:rPr>
              <a:t>mcf</a:t>
            </a:r>
            <a:r>
              <a:rPr lang="de-DE" sz="1200" dirty="0">
                <a:latin typeface="Calibri" pitchFamily="34" charset="0"/>
              </a:rPr>
              <a:t> </a:t>
            </a:r>
            <a:r>
              <a:rPr lang="de-DE" sz="1200" dirty="0" err="1">
                <a:latin typeface="Calibri" pitchFamily="34" charset="0"/>
              </a:rPr>
              <a:t>custom_attributes</a:t>
            </a:r>
            <a:endParaRPr lang="de-DE" sz="1200" dirty="0">
              <a:latin typeface="Calibri" pitchFamily="34" charset="0"/>
            </a:endParaRPr>
          </a:p>
          <a:p>
            <a:pPr marL="171450" indent="-171450">
              <a:buFontTx/>
              <a:buChar char="-"/>
            </a:pPr>
            <a:r>
              <a:rPr lang="de-DE" sz="1200" dirty="0">
                <a:latin typeface="Calibri" pitchFamily="34" charset="0"/>
              </a:rPr>
              <a:t>maximum </a:t>
            </a:r>
            <a:r>
              <a:rPr lang="de-DE" sz="1200" dirty="0" err="1">
                <a:latin typeface="Calibri" pitchFamily="34" charset="0"/>
              </a:rPr>
              <a:t>use</a:t>
            </a:r>
            <a:r>
              <a:rPr lang="de-DE" sz="1200" dirty="0">
                <a:latin typeface="Calibri" pitchFamily="34" charset="0"/>
              </a:rPr>
              <a:t> </a:t>
            </a:r>
            <a:r>
              <a:rPr lang="de-DE" sz="1200" dirty="0" err="1">
                <a:latin typeface="Calibri" pitchFamily="34" charset="0"/>
              </a:rPr>
              <a:t>of</a:t>
            </a:r>
            <a:r>
              <a:rPr lang="de-DE" sz="1200" dirty="0">
                <a:latin typeface="Calibri" pitchFamily="34" charset="0"/>
              </a:rPr>
              <a:t> AP242 </a:t>
            </a:r>
            <a:r>
              <a:rPr lang="de-DE" sz="1200" dirty="0" err="1">
                <a:latin typeface="Calibri" pitchFamily="34" charset="0"/>
              </a:rPr>
              <a:t>attributes</a:t>
            </a:r>
            <a:endParaRPr lang="de-DE" sz="1200" dirty="0">
              <a:latin typeface="Calibri" pitchFamily="34" charset="0"/>
            </a:endParaRPr>
          </a:p>
          <a:p>
            <a:pPr marL="171450" indent="-171450">
              <a:buFontTx/>
              <a:buChar char="-"/>
            </a:pPr>
            <a:r>
              <a:rPr lang="de-DE" sz="1200" dirty="0" err="1">
                <a:latin typeface="Calibri" pitchFamily="34" charset="0"/>
              </a:rPr>
              <a:t>identical</a:t>
            </a:r>
            <a:r>
              <a:rPr lang="de-DE" sz="1200" dirty="0">
                <a:latin typeface="Calibri" pitchFamily="34" charset="0"/>
              </a:rPr>
              <a:t> </a:t>
            </a:r>
            <a:r>
              <a:rPr lang="de-DE" sz="1200" dirty="0" err="1">
                <a:latin typeface="Calibri" pitchFamily="34" charset="0"/>
              </a:rPr>
              <a:t>key</a:t>
            </a:r>
            <a:r>
              <a:rPr lang="de-DE" sz="1200" dirty="0">
                <a:latin typeface="Calibri" pitchFamily="34" charset="0"/>
              </a:rPr>
              <a:t> </a:t>
            </a:r>
            <a:r>
              <a:rPr lang="de-DE" sz="1200" dirty="0" err="1">
                <a:latin typeface="Calibri" pitchFamily="34" charset="0"/>
              </a:rPr>
              <a:t>attributes</a:t>
            </a:r>
            <a:r>
              <a:rPr lang="de-DE" sz="1200" dirty="0">
                <a:latin typeface="Calibri" pitchFamily="34" charset="0"/>
              </a:rPr>
              <a:t> (</a:t>
            </a:r>
            <a:r>
              <a:rPr lang="de-DE" sz="1200" dirty="0" err="1">
                <a:latin typeface="Calibri" pitchFamily="34" charset="0"/>
              </a:rPr>
              <a:t>label</a:t>
            </a:r>
            <a:r>
              <a:rPr lang="de-DE" sz="1200" dirty="0">
                <a:latin typeface="Calibri" pitchFamily="34" charset="0"/>
              </a:rPr>
              <a:t> +  </a:t>
            </a:r>
            <a:r>
              <a:rPr lang="de-DE" sz="1200" dirty="0" err="1">
                <a:latin typeface="Calibri" pitchFamily="34" charset="0"/>
              </a:rPr>
              <a:t>instance</a:t>
            </a:r>
            <a:r>
              <a:rPr lang="de-DE" sz="1200" dirty="0">
                <a:latin typeface="Calibri" pitchFamily="34" charset="0"/>
              </a:rPr>
              <a:t> </a:t>
            </a:r>
            <a:r>
              <a:rPr lang="de-DE" sz="1200" dirty="0" err="1">
                <a:latin typeface="Calibri" pitchFamily="34" charset="0"/>
              </a:rPr>
              <a:t>of</a:t>
            </a:r>
            <a:r>
              <a:rPr lang="de-DE" sz="1200" dirty="0">
                <a:latin typeface="Calibri" pitchFamily="34" charset="0"/>
              </a:rPr>
              <a:t> </a:t>
            </a:r>
            <a:r>
              <a:rPr lang="de-DE" sz="1200" dirty="0" err="1">
                <a:latin typeface="Calibri" pitchFamily="34" charset="0"/>
              </a:rPr>
              <a:t>the</a:t>
            </a:r>
            <a:r>
              <a:rPr lang="de-DE" sz="1200" dirty="0">
                <a:latin typeface="Calibri" pitchFamily="34" charset="0"/>
              </a:rPr>
              <a:t> </a:t>
            </a:r>
            <a:r>
              <a:rPr lang="de-DE" sz="1200" dirty="0" err="1">
                <a:latin typeface="Calibri" pitchFamily="34" charset="0"/>
              </a:rPr>
              <a:t>parts</a:t>
            </a:r>
            <a:r>
              <a:rPr lang="de-DE" sz="1200" dirty="0">
                <a:latin typeface="Calibri" pitchFamily="34" charset="0"/>
              </a:rPr>
              <a:t>/</a:t>
            </a:r>
            <a:r>
              <a:rPr lang="de-DE" sz="1200" dirty="0" err="1">
                <a:latin typeface="Calibri" pitchFamily="34" charset="0"/>
              </a:rPr>
              <a:t>joining</a:t>
            </a:r>
            <a:r>
              <a:rPr lang="de-DE" sz="1200" dirty="0">
                <a:latin typeface="Calibri" pitchFamily="34" charset="0"/>
              </a:rPr>
              <a:t> </a:t>
            </a:r>
            <a:r>
              <a:rPr lang="de-DE" sz="1200" dirty="0" err="1">
                <a:latin typeface="Calibri" pitchFamily="34" charset="0"/>
              </a:rPr>
              <a:t>elements</a:t>
            </a:r>
            <a:r>
              <a:rPr lang="de-DE" sz="1200" dirty="0">
                <a:latin typeface="Calibri" pitchFamily="34" charset="0"/>
              </a:rPr>
              <a:t>) in </a:t>
            </a:r>
            <a:r>
              <a:rPr lang="de-DE" sz="1200" dirty="0" err="1">
                <a:latin typeface="Calibri" pitchFamily="34" charset="0"/>
              </a:rPr>
              <a:t>both</a:t>
            </a:r>
            <a:r>
              <a:rPr lang="de-DE" sz="1200" dirty="0">
                <a:latin typeface="Calibri" pitchFamily="34" charset="0"/>
              </a:rPr>
              <a:t> </a:t>
            </a:r>
            <a:r>
              <a:rPr lang="de-DE" sz="1200" dirty="0" err="1">
                <a:latin typeface="Calibri" pitchFamily="34" charset="0"/>
              </a:rPr>
              <a:t>files</a:t>
            </a:r>
            <a:endParaRPr lang="de-DE" sz="1200" dirty="0">
              <a:latin typeface="Calibri" pitchFamily="34" charset="0"/>
            </a:endParaRPr>
          </a:p>
        </p:txBody>
      </p:sp>
      <p:sp>
        <p:nvSpPr>
          <p:cNvPr id="80" name="Ellipse 79">
            <a:extLst>
              <a:ext uri="{FF2B5EF4-FFF2-40B4-BE49-F238E27FC236}">
                <a16:creationId xmlns:a16="http://schemas.microsoft.com/office/drawing/2014/main" id="{2DDA3A3D-0D1D-3312-56AF-AC681667657A}"/>
              </a:ext>
            </a:extLst>
          </p:cNvPr>
          <p:cNvSpPr/>
          <p:nvPr/>
        </p:nvSpPr>
        <p:spPr bwMode="auto">
          <a:xfrm>
            <a:off x="8500501" y="2507270"/>
            <a:ext cx="107815" cy="136003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T</a:t>
            </a:r>
          </a:p>
        </p:txBody>
      </p:sp>
      <p:sp>
        <p:nvSpPr>
          <p:cNvPr id="81" name="Ellipse 80">
            <a:extLst>
              <a:ext uri="{FF2B5EF4-FFF2-40B4-BE49-F238E27FC236}">
                <a16:creationId xmlns:a16="http://schemas.microsoft.com/office/drawing/2014/main" id="{1B3D132A-FBF2-F148-6704-87E547AF4E52}"/>
              </a:ext>
            </a:extLst>
          </p:cNvPr>
          <p:cNvSpPr/>
          <p:nvPr/>
        </p:nvSpPr>
        <p:spPr bwMode="auto">
          <a:xfrm>
            <a:off x="10098745" y="2529876"/>
            <a:ext cx="107815" cy="136003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T</a:t>
            </a:r>
          </a:p>
        </p:txBody>
      </p:sp>
      <p:sp>
        <p:nvSpPr>
          <p:cNvPr id="82" name="Flussdiagramm: Dokument 81">
            <a:extLst>
              <a:ext uri="{FF2B5EF4-FFF2-40B4-BE49-F238E27FC236}">
                <a16:creationId xmlns:a16="http://schemas.microsoft.com/office/drawing/2014/main" id="{002CE01F-0D04-EDAE-59E0-24FA67548926}"/>
              </a:ext>
            </a:extLst>
          </p:cNvPr>
          <p:cNvSpPr/>
          <p:nvPr/>
        </p:nvSpPr>
        <p:spPr bwMode="auto">
          <a:xfrm>
            <a:off x="7502325" y="4271170"/>
            <a:ext cx="2653324" cy="1567894"/>
          </a:xfrm>
          <a:prstGeom prst="flowChartDocument">
            <a:avLst/>
          </a:prstGeom>
          <a:solidFill>
            <a:srgbClr val="CCFFFF"/>
          </a:solidFill>
          <a:ln w="19050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de-DE" sz="1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3" name="Flussdiagramm: Dokument 82">
            <a:extLst>
              <a:ext uri="{FF2B5EF4-FFF2-40B4-BE49-F238E27FC236}">
                <a16:creationId xmlns:a16="http://schemas.microsoft.com/office/drawing/2014/main" id="{BB01569B-8BF8-D120-4A85-227294CBF37A}"/>
              </a:ext>
            </a:extLst>
          </p:cNvPr>
          <p:cNvSpPr/>
          <p:nvPr/>
        </p:nvSpPr>
        <p:spPr bwMode="auto">
          <a:xfrm>
            <a:off x="2269955" y="4271170"/>
            <a:ext cx="3849106" cy="1912814"/>
          </a:xfrm>
          <a:prstGeom prst="flowChartDocument">
            <a:avLst/>
          </a:prstGeom>
          <a:solidFill>
            <a:srgbClr val="CCFFFF"/>
          </a:solidFill>
          <a:ln w="19050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de-DE" sz="1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4" name="Textfeld 83">
            <a:extLst>
              <a:ext uri="{FF2B5EF4-FFF2-40B4-BE49-F238E27FC236}">
                <a16:creationId xmlns:a16="http://schemas.microsoft.com/office/drawing/2014/main" id="{32FF6041-7278-01C8-6780-9D21776A70A6}"/>
              </a:ext>
            </a:extLst>
          </p:cNvPr>
          <p:cNvSpPr txBox="1"/>
          <p:nvPr/>
        </p:nvSpPr>
        <p:spPr bwMode="auto">
          <a:xfrm>
            <a:off x="3554090" y="4270943"/>
            <a:ext cx="1137615" cy="309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8000" tIns="46800" rIns="18000" bIns="46800" rtlCol="0">
            <a:spAutoFit/>
          </a:bodyPr>
          <a:lstStyle/>
          <a:p>
            <a:r>
              <a:rPr lang="de-DE" sz="1400" dirty="0">
                <a:latin typeface="Calibri" pitchFamily="34" charset="0"/>
              </a:rPr>
              <a:t>AP242 XML </a:t>
            </a:r>
            <a:r>
              <a:rPr lang="de-DE" sz="1400" dirty="0" err="1">
                <a:latin typeface="Calibri" pitchFamily="34" charset="0"/>
              </a:rPr>
              <a:t>file</a:t>
            </a:r>
            <a:endParaRPr lang="de-DE" sz="1400" dirty="0">
              <a:latin typeface="Calibri" pitchFamily="34" charset="0"/>
            </a:endParaRPr>
          </a:p>
        </p:txBody>
      </p:sp>
      <p:cxnSp>
        <p:nvCxnSpPr>
          <p:cNvPr id="85" name="AutoShape 35">
            <a:extLst>
              <a:ext uri="{FF2B5EF4-FFF2-40B4-BE49-F238E27FC236}">
                <a16:creationId xmlns:a16="http://schemas.microsoft.com/office/drawing/2014/main" id="{A3172C76-6235-2523-9418-73EBEF5AF560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563843" y="4782690"/>
            <a:ext cx="207102" cy="345512"/>
          </a:xfrm>
          <a:prstGeom prst="straightConnector1">
            <a:avLst/>
          </a:prstGeom>
          <a:solidFill>
            <a:srgbClr val="92D050"/>
          </a:solidFill>
          <a:ln w="12700">
            <a:solidFill>
              <a:srgbClr val="000000"/>
            </a:solidFill>
            <a:round/>
            <a:headEnd/>
            <a:tailEnd/>
          </a:ln>
          <a:effectLst/>
        </p:spPr>
      </p:cxnSp>
      <p:cxnSp>
        <p:nvCxnSpPr>
          <p:cNvPr id="86" name="AutoShape 36">
            <a:extLst>
              <a:ext uri="{FF2B5EF4-FFF2-40B4-BE49-F238E27FC236}">
                <a16:creationId xmlns:a16="http://schemas.microsoft.com/office/drawing/2014/main" id="{15F474E8-ADC7-0C26-0740-1415202144A8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3952875" y="4748599"/>
            <a:ext cx="158191" cy="413693"/>
          </a:xfrm>
          <a:prstGeom prst="straightConnector1">
            <a:avLst/>
          </a:prstGeom>
          <a:solidFill>
            <a:srgbClr val="92D050"/>
          </a:solidFill>
          <a:ln w="12700">
            <a:solidFill>
              <a:srgbClr val="000000"/>
            </a:solidFill>
            <a:round/>
            <a:headEnd/>
            <a:tailEnd/>
          </a:ln>
          <a:effectLst/>
        </p:spPr>
      </p:cxnSp>
      <p:sp>
        <p:nvSpPr>
          <p:cNvPr id="87" name="Würfel 131">
            <a:extLst>
              <a:ext uri="{FF2B5EF4-FFF2-40B4-BE49-F238E27FC236}">
                <a16:creationId xmlns:a16="http://schemas.microsoft.com/office/drawing/2014/main" id="{9E7958D1-DE8D-8A7F-0AB2-873BA1727908}"/>
              </a:ext>
            </a:extLst>
          </p:cNvPr>
          <p:cNvSpPr/>
          <p:nvPr/>
        </p:nvSpPr>
        <p:spPr bwMode="auto">
          <a:xfrm>
            <a:off x="3665639" y="4580724"/>
            <a:ext cx="349823" cy="266753"/>
          </a:xfrm>
          <a:prstGeom prst="cube">
            <a:avLst/>
          </a:prstGeom>
          <a:solidFill>
            <a:schemeClr val="tx2"/>
          </a:solidFill>
          <a:ln w="635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192069" indent="-192069" defTabSz="903198" hangingPunct="0">
              <a:tabLst>
                <a:tab pos="530172" algn="ctr"/>
              </a:tabLst>
              <a:defRPr/>
            </a:pPr>
            <a:endParaRPr lang="en-US" kern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  <a:sym typeface="ITC Officina Sans Book"/>
            </a:endParaRPr>
          </a:p>
        </p:txBody>
      </p:sp>
      <p:sp>
        <p:nvSpPr>
          <p:cNvPr id="88" name="Würfel 132">
            <a:extLst>
              <a:ext uri="{FF2B5EF4-FFF2-40B4-BE49-F238E27FC236}">
                <a16:creationId xmlns:a16="http://schemas.microsoft.com/office/drawing/2014/main" id="{36D65D51-6E92-5C75-2AC0-A2EA34E89DD0}"/>
              </a:ext>
            </a:extLst>
          </p:cNvPr>
          <p:cNvSpPr/>
          <p:nvPr/>
        </p:nvSpPr>
        <p:spPr bwMode="auto">
          <a:xfrm>
            <a:off x="3424763" y="5019712"/>
            <a:ext cx="349823" cy="266753"/>
          </a:xfrm>
          <a:prstGeom prst="cube">
            <a:avLst/>
          </a:prstGeom>
          <a:solidFill>
            <a:srgbClr val="92D050"/>
          </a:solidFill>
          <a:ln w="635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192069" indent="-192069" defTabSz="903198" hangingPunct="0">
              <a:tabLst>
                <a:tab pos="530172" algn="ctr"/>
              </a:tabLst>
              <a:defRPr/>
            </a:pPr>
            <a:r>
              <a:rPr lang="en-US" sz="1200" kern="0" dirty="0" err="1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  <a:sym typeface="ITC Officina Sans Book"/>
              </a:rPr>
              <a:t>Pn</a:t>
            </a:r>
            <a:endParaRPr lang="en-US" sz="1200" kern="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  <a:sym typeface="ITC Officina Sans Book"/>
            </a:endParaRPr>
          </a:p>
        </p:txBody>
      </p:sp>
      <p:sp>
        <p:nvSpPr>
          <p:cNvPr id="89" name="Würfel 133">
            <a:extLst>
              <a:ext uri="{FF2B5EF4-FFF2-40B4-BE49-F238E27FC236}">
                <a16:creationId xmlns:a16="http://schemas.microsoft.com/office/drawing/2014/main" id="{29FC9A8B-3CCE-7AEE-6D58-8F755026373A}"/>
              </a:ext>
            </a:extLst>
          </p:cNvPr>
          <p:cNvSpPr/>
          <p:nvPr/>
        </p:nvSpPr>
        <p:spPr bwMode="auto">
          <a:xfrm>
            <a:off x="3968184" y="4959205"/>
            <a:ext cx="349823" cy="266753"/>
          </a:xfrm>
          <a:prstGeom prst="cube">
            <a:avLst/>
          </a:prstGeom>
          <a:solidFill>
            <a:srgbClr val="92D050"/>
          </a:solidFill>
          <a:ln w="635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192069" indent="-192069" defTabSz="903198" hangingPunct="0">
              <a:tabLst>
                <a:tab pos="530172" algn="ctr"/>
              </a:tabLst>
              <a:defRPr/>
            </a:pPr>
            <a:r>
              <a:rPr lang="en-US" sz="1200" kern="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  <a:sym typeface="ITC Officina Sans Book"/>
              </a:rPr>
              <a:t>Pm</a:t>
            </a:r>
          </a:p>
        </p:txBody>
      </p:sp>
      <p:sp>
        <p:nvSpPr>
          <p:cNvPr id="90" name="Flussdiagramm: Mehrere Dokumente 136">
            <a:extLst>
              <a:ext uri="{FF2B5EF4-FFF2-40B4-BE49-F238E27FC236}">
                <a16:creationId xmlns:a16="http://schemas.microsoft.com/office/drawing/2014/main" id="{EEDD37AD-5407-D18F-15FD-1B922F3DCB81}"/>
              </a:ext>
            </a:extLst>
          </p:cNvPr>
          <p:cNvSpPr/>
          <p:nvPr/>
        </p:nvSpPr>
        <p:spPr bwMode="auto">
          <a:xfrm>
            <a:off x="3439922" y="6197127"/>
            <a:ext cx="743457" cy="603603"/>
          </a:xfrm>
          <a:prstGeom prst="flowChartMultidocument">
            <a:avLst/>
          </a:prstGeom>
          <a:solidFill>
            <a:srgbClr val="FFFF00"/>
          </a:solidFill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220641" indent="-220641" defTabSz="914309">
              <a:lnSpc>
                <a:spcPct val="90000"/>
              </a:lnSpc>
              <a:spcBef>
                <a:spcPct val="50000"/>
              </a:spcBef>
              <a:buClr>
                <a:srgbClr val="12253F"/>
              </a:buClr>
              <a:buSzPct val="75000"/>
              <a:defRPr/>
            </a:pPr>
            <a:endParaRPr lang="en-US" kern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ITC Officina Sans Book"/>
            </a:endParaRPr>
          </a:p>
        </p:txBody>
      </p:sp>
      <p:cxnSp>
        <p:nvCxnSpPr>
          <p:cNvPr id="91" name="Straight Arrow Connector 2">
            <a:extLst>
              <a:ext uri="{FF2B5EF4-FFF2-40B4-BE49-F238E27FC236}">
                <a16:creationId xmlns:a16="http://schemas.microsoft.com/office/drawing/2014/main" id="{A200C7F5-F3AA-A0D5-705F-FFECA8287FB6}"/>
              </a:ext>
            </a:extLst>
          </p:cNvPr>
          <p:cNvCxnSpPr>
            <a:cxnSpLocks/>
            <a:stCxn id="88" idx="3"/>
          </p:cNvCxnSpPr>
          <p:nvPr/>
        </p:nvCxnSpPr>
        <p:spPr>
          <a:xfrm>
            <a:off x="3566330" y="5286465"/>
            <a:ext cx="43055" cy="1035701"/>
          </a:xfrm>
          <a:prstGeom prst="straightConnector1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92" name="Straight Arrow Connector 41">
            <a:extLst>
              <a:ext uri="{FF2B5EF4-FFF2-40B4-BE49-F238E27FC236}">
                <a16:creationId xmlns:a16="http://schemas.microsoft.com/office/drawing/2014/main" id="{A541A46B-D055-293E-CA80-8203C5B29038}"/>
              </a:ext>
            </a:extLst>
          </p:cNvPr>
          <p:cNvCxnSpPr>
            <a:cxnSpLocks/>
            <a:stCxn id="89" idx="3"/>
          </p:cNvCxnSpPr>
          <p:nvPr/>
        </p:nvCxnSpPr>
        <p:spPr>
          <a:xfrm flipH="1">
            <a:off x="3988439" y="5225958"/>
            <a:ext cx="121312" cy="958026"/>
          </a:xfrm>
          <a:prstGeom prst="straightConnector1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93" name="Ellipse 92">
            <a:extLst>
              <a:ext uri="{FF2B5EF4-FFF2-40B4-BE49-F238E27FC236}">
                <a16:creationId xmlns:a16="http://schemas.microsoft.com/office/drawing/2014/main" id="{3F4B899E-C617-7238-6821-C43371D12DFA}"/>
              </a:ext>
            </a:extLst>
          </p:cNvPr>
          <p:cNvSpPr/>
          <p:nvPr/>
        </p:nvSpPr>
        <p:spPr bwMode="auto">
          <a:xfrm>
            <a:off x="3547206" y="4853358"/>
            <a:ext cx="107815" cy="136003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T</a:t>
            </a:r>
          </a:p>
        </p:txBody>
      </p:sp>
      <p:sp>
        <p:nvSpPr>
          <p:cNvPr id="94" name="Ellipse 93">
            <a:extLst>
              <a:ext uri="{FF2B5EF4-FFF2-40B4-BE49-F238E27FC236}">
                <a16:creationId xmlns:a16="http://schemas.microsoft.com/office/drawing/2014/main" id="{D2A9385F-00F2-D063-3D18-004217B4EB8F}"/>
              </a:ext>
            </a:extLst>
          </p:cNvPr>
          <p:cNvSpPr/>
          <p:nvPr/>
        </p:nvSpPr>
        <p:spPr bwMode="auto">
          <a:xfrm>
            <a:off x="4005071" y="4838022"/>
            <a:ext cx="107815" cy="136003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T</a:t>
            </a:r>
          </a:p>
        </p:txBody>
      </p:sp>
      <p:sp>
        <p:nvSpPr>
          <p:cNvPr id="95" name="Würfel 131">
            <a:extLst>
              <a:ext uri="{FF2B5EF4-FFF2-40B4-BE49-F238E27FC236}">
                <a16:creationId xmlns:a16="http://schemas.microsoft.com/office/drawing/2014/main" id="{598A042F-C26E-CEB9-7078-226A89EB1372}"/>
              </a:ext>
            </a:extLst>
          </p:cNvPr>
          <p:cNvSpPr/>
          <p:nvPr/>
        </p:nvSpPr>
        <p:spPr bwMode="auto">
          <a:xfrm>
            <a:off x="4569713" y="4957757"/>
            <a:ext cx="349823" cy="266753"/>
          </a:xfrm>
          <a:prstGeom prst="cube">
            <a:avLst/>
          </a:prstGeom>
          <a:solidFill>
            <a:srgbClr val="99CCFF"/>
          </a:solidFill>
          <a:ln w="635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192069" indent="-192069" defTabSz="903198" hangingPunct="0">
              <a:tabLst>
                <a:tab pos="530172" algn="ctr"/>
              </a:tabLst>
              <a:defRPr/>
            </a:pPr>
            <a:r>
              <a:rPr lang="en-US" sz="1200" kern="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  <a:sym typeface="ITC Officina Sans Book"/>
              </a:rPr>
              <a:t>F1</a:t>
            </a:r>
          </a:p>
        </p:txBody>
      </p:sp>
      <p:cxnSp>
        <p:nvCxnSpPr>
          <p:cNvPr id="96" name="Straight Arrow Connector 2">
            <a:extLst>
              <a:ext uri="{FF2B5EF4-FFF2-40B4-BE49-F238E27FC236}">
                <a16:creationId xmlns:a16="http://schemas.microsoft.com/office/drawing/2014/main" id="{5C28EB12-B89A-3EB5-C3D1-4E09C4FDDA20}"/>
              </a:ext>
            </a:extLst>
          </p:cNvPr>
          <p:cNvCxnSpPr>
            <a:cxnSpLocks/>
            <a:stCxn id="95" idx="3"/>
            <a:endCxn id="97" idx="0"/>
          </p:cNvCxnSpPr>
          <p:nvPr/>
        </p:nvCxnSpPr>
        <p:spPr>
          <a:xfrm>
            <a:off x="4711280" y="5224510"/>
            <a:ext cx="33344" cy="979719"/>
          </a:xfrm>
          <a:prstGeom prst="straightConnector1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97" name="Flussdiagramm: Dokument 96">
            <a:extLst>
              <a:ext uri="{FF2B5EF4-FFF2-40B4-BE49-F238E27FC236}">
                <a16:creationId xmlns:a16="http://schemas.microsoft.com/office/drawing/2014/main" id="{37F359C8-9233-0530-68C6-4FA1D45C71A9}"/>
              </a:ext>
            </a:extLst>
          </p:cNvPr>
          <p:cNvSpPr/>
          <p:nvPr/>
        </p:nvSpPr>
        <p:spPr bwMode="auto">
          <a:xfrm>
            <a:off x="4417182" y="6204229"/>
            <a:ext cx="654884" cy="552001"/>
          </a:xfrm>
          <a:prstGeom prst="flowChartDocument">
            <a:avLst/>
          </a:prstGeom>
          <a:solidFill>
            <a:srgbClr val="FFFF00"/>
          </a:solidFill>
          <a:ln w="9525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98" name="Ellipse 97">
            <a:extLst>
              <a:ext uri="{FF2B5EF4-FFF2-40B4-BE49-F238E27FC236}">
                <a16:creationId xmlns:a16="http://schemas.microsoft.com/office/drawing/2014/main" id="{A8BBFDB4-DC97-E136-78B4-8B98062A0DF5}"/>
              </a:ext>
            </a:extLst>
          </p:cNvPr>
          <p:cNvSpPr/>
          <p:nvPr/>
        </p:nvSpPr>
        <p:spPr bwMode="auto">
          <a:xfrm>
            <a:off x="4478301" y="4824424"/>
            <a:ext cx="107815" cy="136003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T</a:t>
            </a:r>
          </a:p>
        </p:txBody>
      </p:sp>
      <p:sp>
        <p:nvSpPr>
          <p:cNvPr id="99" name="Würfel 131">
            <a:extLst>
              <a:ext uri="{FF2B5EF4-FFF2-40B4-BE49-F238E27FC236}">
                <a16:creationId xmlns:a16="http://schemas.microsoft.com/office/drawing/2014/main" id="{A8DA6851-F9E3-BEA8-32BA-8559EEFAB201}"/>
              </a:ext>
            </a:extLst>
          </p:cNvPr>
          <p:cNvSpPr/>
          <p:nvPr/>
        </p:nvSpPr>
        <p:spPr bwMode="auto">
          <a:xfrm>
            <a:off x="5442545" y="4952190"/>
            <a:ext cx="349823" cy="266753"/>
          </a:xfrm>
          <a:prstGeom prst="cube">
            <a:avLst/>
          </a:prstGeom>
          <a:solidFill>
            <a:srgbClr val="99CCFF"/>
          </a:solidFill>
          <a:ln w="635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192069" indent="-192069" defTabSz="903198" hangingPunct="0">
              <a:tabLst>
                <a:tab pos="530172" algn="ctr"/>
              </a:tabLst>
              <a:defRPr/>
            </a:pPr>
            <a:r>
              <a:rPr lang="en-US" sz="1200" kern="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  <a:sym typeface="ITC Officina Sans Book"/>
              </a:rPr>
              <a:t>F3</a:t>
            </a:r>
          </a:p>
        </p:txBody>
      </p:sp>
      <p:cxnSp>
        <p:nvCxnSpPr>
          <p:cNvPr id="100" name="Straight Arrow Connector 2">
            <a:extLst>
              <a:ext uri="{FF2B5EF4-FFF2-40B4-BE49-F238E27FC236}">
                <a16:creationId xmlns:a16="http://schemas.microsoft.com/office/drawing/2014/main" id="{D56C7064-4BA3-4758-26E5-537D2AF60EB5}"/>
              </a:ext>
            </a:extLst>
          </p:cNvPr>
          <p:cNvCxnSpPr>
            <a:cxnSpLocks/>
            <a:stCxn id="99" idx="3"/>
            <a:endCxn id="101" idx="0"/>
          </p:cNvCxnSpPr>
          <p:nvPr/>
        </p:nvCxnSpPr>
        <p:spPr>
          <a:xfrm>
            <a:off x="5584112" y="5218943"/>
            <a:ext cx="33344" cy="979719"/>
          </a:xfrm>
          <a:prstGeom prst="straightConnector1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01" name="Flussdiagramm: Dokument 100">
            <a:extLst>
              <a:ext uri="{FF2B5EF4-FFF2-40B4-BE49-F238E27FC236}">
                <a16:creationId xmlns:a16="http://schemas.microsoft.com/office/drawing/2014/main" id="{AFADDAC0-1809-ABF9-B40F-070B6F83FEB7}"/>
              </a:ext>
            </a:extLst>
          </p:cNvPr>
          <p:cNvSpPr/>
          <p:nvPr/>
        </p:nvSpPr>
        <p:spPr bwMode="auto">
          <a:xfrm>
            <a:off x="5290014" y="6198662"/>
            <a:ext cx="654884" cy="552001"/>
          </a:xfrm>
          <a:prstGeom prst="flowChartDocument">
            <a:avLst/>
          </a:prstGeom>
          <a:solidFill>
            <a:srgbClr val="FFFF00"/>
          </a:solidFill>
          <a:ln w="9525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2" name="Ellipse 101">
            <a:extLst>
              <a:ext uri="{FF2B5EF4-FFF2-40B4-BE49-F238E27FC236}">
                <a16:creationId xmlns:a16="http://schemas.microsoft.com/office/drawing/2014/main" id="{685FE8B4-E09F-9F97-CC91-54B0F001386A}"/>
              </a:ext>
            </a:extLst>
          </p:cNvPr>
          <p:cNvSpPr/>
          <p:nvPr/>
        </p:nvSpPr>
        <p:spPr bwMode="auto">
          <a:xfrm>
            <a:off x="5351133" y="4818857"/>
            <a:ext cx="107815" cy="136003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T</a:t>
            </a:r>
          </a:p>
        </p:txBody>
      </p:sp>
      <p:cxnSp>
        <p:nvCxnSpPr>
          <p:cNvPr id="103" name="AutoShape 35">
            <a:extLst>
              <a:ext uri="{FF2B5EF4-FFF2-40B4-BE49-F238E27FC236}">
                <a16:creationId xmlns:a16="http://schemas.microsoft.com/office/drawing/2014/main" id="{840DD3B3-F1A1-61D9-5C22-3C9404D14C79}"/>
              </a:ext>
            </a:extLst>
          </p:cNvPr>
          <p:cNvCxnSpPr>
            <a:cxnSpLocks noChangeShapeType="1"/>
            <a:endCxn id="87" idx="2"/>
          </p:cNvCxnSpPr>
          <p:nvPr/>
        </p:nvCxnSpPr>
        <p:spPr bwMode="auto">
          <a:xfrm flipV="1">
            <a:off x="2481241" y="4747445"/>
            <a:ext cx="1184398" cy="407786"/>
          </a:xfrm>
          <a:prstGeom prst="straightConnector1">
            <a:avLst/>
          </a:prstGeom>
          <a:solidFill>
            <a:srgbClr val="92D050"/>
          </a:solidFill>
          <a:ln w="12700">
            <a:solidFill>
              <a:srgbClr val="000000"/>
            </a:solidFill>
            <a:round/>
            <a:headEnd/>
            <a:tailEnd/>
          </a:ln>
          <a:effectLst/>
        </p:spPr>
      </p:cxnSp>
      <p:cxnSp>
        <p:nvCxnSpPr>
          <p:cNvPr id="104" name="AutoShape 36">
            <a:extLst>
              <a:ext uri="{FF2B5EF4-FFF2-40B4-BE49-F238E27FC236}">
                <a16:creationId xmlns:a16="http://schemas.microsoft.com/office/drawing/2014/main" id="{F8B9E219-31C9-3563-BEC6-A89184D7B27B}"/>
              </a:ext>
            </a:extLst>
          </p:cNvPr>
          <p:cNvCxnSpPr>
            <a:cxnSpLocks noChangeShapeType="1"/>
            <a:endCxn id="87" idx="2"/>
          </p:cNvCxnSpPr>
          <p:nvPr/>
        </p:nvCxnSpPr>
        <p:spPr bwMode="auto">
          <a:xfrm flipV="1">
            <a:off x="3028464" y="4747445"/>
            <a:ext cx="637175" cy="441876"/>
          </a:xfrm>
          <a:prstGeom prst="straightConnector1">
            <a:avLst/>
          </a:prstGeom>
          <a:solidFill>
            <a:srgbClr val="92D050"/>
          </a:solidFill>
          <a:ln w="12700">
            <a:solidFill>
              <a:srgbClr val="000000"/>
            </a:solidFill>
            <a:round/>
            <a:headEnd/>
            <a:tailEnd/>
          </a:ln>
          <a:effectLst/>
        </p:spPr>
      </p:cxnSp>
      <p:sp>
        <p:nvSpPr>
          <p:cNvPr id="105" name="Würfel 132">
            <a:extLst>
              <a:ext uri="{FF2B5EF4-FFF2-40B4-BE49-F238E27FC236}">
                <a16:creationId xmlns:a16="http://schemas.microsoft.com/office/drawing/2014/main" id="{B3F935E9-5A2C-5D37-3FF1-97D1FAC4B2AA}"/>
              </a:ext>
            </a:extLst>
          </p:cNvPr>
          <p:cNvSpPr/>
          <p:nvPr/>
        </p:nvSpPr>
        <p:spPr bwMode="auto">
          <a:xfrm>
            <a:off x="2342161" y="5046741"/>
            <a:ext cx="349823" cy="266753"/>
          </a:xfrm>
          <a:prstGeom prst="cube">
            <a:avLst/>
          </a:prstGeom>
          <a:solidFill>
            <a:srgbClr val="92D050"/>
          </a:solidFill>
          <a:ln w="635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192069" indent="-192069" defTabSz="903198" hangingPunct="0">
              <a:tabLst>
                <a:tab pos="530172" algn="ctr"/>
              </a:tabLst>
              <a:defRPr/>
            </a:pPr>
            <a:r>
              <a:rPr lang="en-US" sz="1200" kern="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  <a:sym typeface="ITC Officina Sans Book"/>
              </a:rPr>
              <a:t>P1</a:t>
            </a:r>
          </a:p>
        </p:txBody>
      </p:sp>
      <p:sp>
        <p:nvSpPr>
          <p:cNvPr id="106" name="Würfel 133">
            <a:extLst>
              <a:ext uri="{FF2B5EF4-FFF2-40B4-BE49-F238E27FC236}">
                <a16:creationId xmlns:a16="http://schemas.microsoft.com/office/drawing/2014/main" id="{77364EDD-7C01-913F-4DB0-2CE7CD22E52D}"/>
              </a:ext>
            </a:extLst>
          </p:cNvPr>
          <p:cNvSpPr/>
          <p:nvPr/>
        </p:nvSpPr>
        <p:spPr bwMode="auto">
          <a:xfrm>
            <a:off x="2885582" y="4986234"/>
            <a:ext cx="349823" cy="266753"/>
          </a:xfrm>
          <a:prstGeom prst="cube">
            <a:avLst/>
          </a:prstGeom>
          <a:solidFill>
            <a:srgbClr val="92D050"/>
          </a:solidFill>
          <a:ln w="635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192069" indent="-192069" defTabSz="903198" hangingPunct="0">
              <a:tabLst>
                <a:tab pos="530172" algn="ctr"/>
              </a:tabLst>
              <a:defRPr/>
            </a:pPr>
            <a:r>
              <a:rPr lang="en-US" sz="1200" kern="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  <a:sym typeface="ITC Officina Sans Book"/>
              </a:rPr>
              <a:t>P3</a:t>
            </a:r>
          </a:p>
        </p:txBody>
      </p:sp>
      <p:sp>
        <p:nvSpPr>
          <p:cNvPr id="107" name="Flussdiagramm: Mehrere Dokumente 136">
            <a:extLst>
              <a:ext uri="{FF2B5EF4-FFF2-40B4-BE49-F238E27FC236}">
                <a16:creationId xmlns:a16="http://schemas.microsoft.com/office/drawing/2014/main" id="{79724AF4-A807-1E17-B3E3-E1F1B06D9844}"/>
              </a:ext>
            </a:extLst>
          </p:cNvPr>
          <p:cNvSpPr/>
          <p:nvPr/>
        </p:nvSpPr>
        <p:spPr bwMode="auto">
          <a:xfrm>
            <a:off x="2357320" y="6224156"/>
            <a:ext cx="743457" cy="603603"/>
          </a:xfrm>
          <a:prstGeom prst="flowChartMultidocument">
            <a:avLst/>
          </a:prstGeom>
          <a:solidFill>
            <a:srgbClr val="FFFF00"/>
          </a:solidFill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220641" indent="-220641" defTabSz="914309">
              <a:lnSpc>
                <a:spcPct val="90000"/>
              </a:lnSpc>
              <a:spcBef>
                <a:spcPct val="50000"/>
              </a:spcBef>
              <a:buClr>
                <a:srgbClr val="12253F"/>
              </a:buClr>
              <a:buSzPct val="75000"/>
              <a:defRPr/>
            </a:pPr>
            <a:endParaRPr lang="en-US" kern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ITC Officina Sans Book"/>
            </a:endParaRPr>
          </a:p>
        </p:txBody>
      </p:sp>
      <p:cxnSp>
        <p:nvCxnSpPr>
          <p:cNvPr id="108" name="Straight Arrow Connector 2">
            <a:extLst>
              <a:ext uri="{FF2B5EF4-FFF2-40B4-BE49-F238E27FC236}">
                <a16:creationId xmlns:a16="http://schemas.microsoft.com/office/drawing/2014/main" id="{8129B23A-FE51-3335-61B0-17DD4D829314}"/>
              </a:ext>
            </a:extLst>
          </p:cNvPr>
          <p:cNvCxnSpPr>
            <a:cxnSpLocks/>
            <a:stCxn id="105" idx="3"/>
          </p:cNvCxnSpPr>
          <p:nvPr/>
        </p:nvCxnSpPr>
        <p:spPr>
          <a:xfrm>
            <a:off x="2483728" y="5313494"/>
            <a:ext cx="52088" cy="1008672"/>
          </a:xfrm>
          <a:prstGeom prst="straightConnector1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9" name="Straight Arrow Connector 41">
            <a:extLst>
              <a:ext uri="{FF2B5EF4-FFF2-40B4-BE49-F238E27FC236}">
                <a16:creationId xmlns:a16="http://schemas.microsoft.com/office/drawing/2014/main" id="{43F8D07F-7B74-6CD7-1457-AC5DFD330647}"/>
              </a:ext>
            </a:extLst>
          </p:cNvPr>
          <p:cNvCxnSpPr>
            <a:cxnSpLocks/>
            <a:stCxn id="106" idx="3"/>
          </p:cNvCxnSpPr>
          <p:nvPr/>
        </p:nvCxnSpPr>
        <p:spPr>
          <a:xfrm flipH="1">
            <a:off x="2933430" y="5252987"/>
            <a:ext cx="93719" cy="944140"/>
          </a:xfrm>
          <a:prstGeom prst="straightConnector1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10" name="Ellipse 109">
            <a:extLst>
              <a:ext uri="{FF2B5EF4-FFF2-40B4-BE49-F238E27FC236}">
                <a16:creationId xmlns:a16="http://schemas.microsoft.com/office/drawing/2014/main" id="{AF1C9331-9B15-DF26-EF36-7D52342C09E5}"/>
              </a:ext>
            </a:extLst>
          </p:cNvPr>
          <p:cNvSpPr/>
          <p:nvPr/>
        </p:nvSpPr>
        <p:spPr bwMode="auto">
          <a:xfrm>
            <a:off x="2876084" y="4880387"/>
            <a:ext cx="107815" cy="136003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T</a:t>
            </a:r>
          </a:p>
        </p:txBody>
      </p:sp>
      <p:sp>
        <p:nvSpPr>
          <p:cNvPr id="111" name="Ellipse 110">
            <a:extLst>
              <a:ext uri="{FF2B5EF4-FFF2-40B4-BE49-F238E27FC236}">
                <a16:creationId xmlns:a16="http://schemas.microsoft.com/office/drawing/2014/main" id="{5EEF883E-6C6B-B95C-773C-12B13FF2CFF1}"/>
              </a:ext>
            </a:extLst>
          </p:cNvPr>
          <p:cNvSpPr/>
          <p:nvPr/>
        </p:nvSpPr>
        <p:spPr bwMode="auto">
          <a:xfrm>
            <a:off x="3333949" y="4865051"/>
            <a:ext cx="107815" cy="136003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T</a:t>
            </a:r>
          </a:p>
        </p:txBody>
      </p:sp>
      <p:cxnSp>
        <p:nvCxnSpPr>
          <p:cNvPr id="112" name="AutoShape 36">
            <a:extLst>
              <a:ext uri="{FF2B5EF4-FFF2-40B4-BE49-F238E27FC236}">
                <a16:creationId xmlns:a16="http://schemas.microsoft.com/office/drawing/2014/main" id="{79A702AD-6130-B076-27AD-F4764ED5521C}"/>
              </a:ext>
            </a:extLst>
          </p:cNvPr>
          <p:cNvCxnSpPr>
            <a:cxnSpLocks noChangeShapeType="1"/>
            <a:stCxn id="95" idx="0"/>
            <a:endCxn id="87" idx="5"/>
          </p:cNvCxnSpPr>
          <p:nvPr/>
        </p:nvCxnSpPr>
        <p:spPr bwMode="auto">
          <a:xfrm flipH="1" flipV="1">
            <a:off x="4015462" y="4680756"/>
            <a:ext cx="762507" cy="277001"/>
          </a:xfrm>
          <a:prstGeom prst="straightConnector1">
            <a:avLst/>
          </a:prstGeom>
          <a:solidFill>
            <a:srgbClr val="EDA95A"/>
          </a:solidFill>
          <a:ln w="12700">
            <a:solidFill>
              <a:srgbClr val="000000"/>
            </a:solidFill>
            <a:round/>
            <a:headEnd/>
            <a:tailEnd/>
          </a:ln>
          <a:effectLst/>
        </p:spPr>
      </p:cxnSp>
      <p:cxnSp>
        <p:nvCxnSpPr>
          <p:cNvPr id="113" name="AutoShape 36">
            <a:extLst>
              <a:ext uri="{FF2B5EF4-FFF2-40B4-BE49-F238E27FC236}">
                <a16:creationId xmlns:a16="http://schemas.microsoft.com/office/drawing/2014/main" id="{718B8BDE-7BD6-D2AF-178D-9D7C0DD0CC55}"/>
              </a:ext>
            </a:extLst>
          </p:cNvPr>
          <p:cNvCxnSpPr>
            <a:cxnSpLocks noChangeShapeType="1"/>
            <a:stCxn id="99" idx="0"/>
          </p:cNvCxnSpPr>
          <p:nvPr/>
        </p:nvCxnSpPr>
        <p:spPr bwMode="auto">
          <a:xfrm flipH="1" flipV="1">
            <a:off x="4123779" y="4692629"/>
            <a:ext cx="1527022" cy="259561"/>
          </a:xfrm>
          <a:prstGeom prst="straightConnector1">
            <a:avLst/>
          </a:prstGeom>
          <a:solidFill>
            <a:srgbClr val="EDA95A"/>
          </a:solidFill>
          <a:ln w="12700">
            <a:solidFill>
              <a:srgbClr val="000000"/>
            </a:solidFill>
            <a:round/>
            <a:headEnd/>
            <a:tailEnd/>
          </a:ln>
          <a:effectLst/>
        </p:spPr>
      </p:cxnSp>
      <p:sp>
        <p:nvSpPr>
          <p:cNvPr id="114" name="Ellipse 113">
            <a:extLst>
              <a:ext uri="{FF2B5EF4-FFF2-40B4-BE49-F238E27FC236}">
                <a16:creationId xmlns:a16="http://schemas.microsoft.com/office/drawing/2014/main" id="{136634EF-A824-7440-A60A-078E91CC8291}"/>
              </a:ext>
            </a:extLst>
          </p:cNvPr>
          <p:cNvSpPr/>
          <p:nvPr/>
        </p:nvSpPr>
        <p:spPr bwMode="auto">
          <a:xfrm>
            <a:off x="961444" y="2891750"/>
            <a:ext cx="107815" cy="136003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T</a:t>
            </a:r>
          </a:p>
        </p:txBody>
      </p:sp>
      <p:sp>
        <p:nvSpPr>
          <p:cNvPr id="115" name="Pfeil: nach unten 114">
            <a:extLst>
              <a:ext uri="{FF2B5EF4-FFF2-40B4-BE49-F238E27FC236}">
                <a16:creationId xmlns:a16="http://schemas.microsoft.com/office/drawing/2014/main" id="{7FFA9298-98ED-B32F-9861-1F57BD62892F}"/>
              </a:ext>
            </a:extLst>
          </p:cNvPr>
          <p:cNvSpPr/>
          <p:nvPr/>
        </p:nvSpPr>
        <p:spPr bwMode="auto">
          <a:xfrm>
            <a:off x="838331" y="3134242"/>
            <a:ext cx="238535" cy="383547"/>
          </a:xfrm>
          <a:prstGeom prst="downArrow">
            <a:avLst/>
          </a:prstGeom>
          <a:solidFill>
            <a:schemeClr val="bg1"/>
          </a:solidFill>
          <a:ln w="19050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16" name="Pfeil: nach unten 115">
            <a:extLst>
              <a:ext uri="{FF2B5EF4-FFF2-40B4-BE49-F238E27FC236}">
                <a16:creationId xmlns:a16="http://schemas.microsoft.com/office/drawing/2014/main" id="{1C62E4E5-0D45-C164-66D5-261986C2CDA4}"/>
              </a:ext>
            </a:extLst>
          </p:cNvPr>
          <p:cNvSpPr/>
          <p:nvPr/>
        </p:nvSpPr>
        <p:spPr bwMode="auto">
          <a:xfrm>
            <a:off x="838331" y="3933501"/>
            <a:ext cx="238535" cy="383547"/>
          </a:xfrm>
          <a:prstGeom prst="downArrow">
            <a:avLst/>
          </a:prstGeom>
          <a:solidFill>
            <a:schemeClr val="bg1"/>
          </a:solidFill>
          <a:ln w="19050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17" name="Pfeil: nach unten 116">
            <a:extLst>
              <a:ext uri="{FF2B5EF4-FFF2-40B4-BE49-F238E27FC236}">
                <a16:creationId xmlns:a16="http://schemas.microsoft.com/office/drawing/2014/main" id="{F98E28A3-CA18-CE78-54A2-A0C2A74D39F6}"/>
              </a:ext>
            </a:extLst>
          </p:cNvPr>
          <p:cNvSpPr/>
          <p:nvPr/>
        </p:nvSpPr>
        <p:spPr bwMode="auto">
          <a:xfrm>
            <a:off x="2901767" y="4018930"/>
            <a:ext cx="238535" cy="383547"/>
          </a:xfrm>
          <a:prstGeom prst="downArrow">
            <a:avLst/>
          </a:prstGeom>
          <a:solidFill>
            <a:schemeClr val="bg1"/>
          </a:solidFill>
          <a:ln w="19050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18" name="Pfeil: nach unten 117">
            <a:extLst>
              <a:ext uri="{FF2B5EF4-FFF2-40B4-BE49-F238E27FC236}">
                <a16:creationId xmlns:a16="http://schemas.microsoft.com/office/drawing/2014/main" id="{3528F999-73DE-CFF8-1512-3D275112937C}"/>
              </a:ext>
            </a:extLst>
          </p:cNvPr>
          <p:cNvSpPr/>
          <p:nvPr/>
        </p:nvSpPr>
        <p:spPr bwMode="auto">
          <a:xfrm rot="3298304">
            <a:off x="6381120" y="3681722"/>
            <a:ext cx="238535" cy="764148"/>
          </a:xfrm>
          <a:prstGeom prst="downArrow">
            <a:avLst/>
          </a:prstGeom>
          <a:solidFill>
            <a:schemeClr val="bg1"/>
          </a:solidFill>
          <a:ln w="19050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19" name="AutoShape 35">
            <a:extLst>
              <a:ext uri="{FF2B5EF4-FFF2-40B4-BE49-F238E27FC236}">
                <a16:creationId xmlns:a16="http://schemas.microsoft.com/office/drawing/2014/main" id="{E2F87D1B-3206-1CFF-F094-6D9533262EFD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9328859" y="4915704"/>
            <a:ext cx="207102" cy="345512"/>
          </a:xfrm>
          <a:prstGeom prst="straightConnector1">
            <a:avLst/>
          </a:prstGeom>
          <a:solidFill>
            <a:srgbClr val="EDA95A"/>
          </a:solidFill>
          <a:ln w="12700">
            <a:solidFill>
              <a:srgbClr val="000000"/>
            </a:solidFill>
            <a:prstDash val="dash"/>
            <a:round/>
            <a:headEnd/>
            <a:tailEnd/>
          </a:ln>
          <a:effectLst/>
        </p:spPr>
      </p:cxnSp>
      <p:cxnSp>
        <p:nvCxnSpPr>
          <p:cNvPr id="120" name="AutoShape 36">
            <a:extLst>
              <a:ext uri="{FF2B5EF4-FFF2-40B4-BE49-F238E27FC236}">
                <a16:creationId xmlns:a16="http://schemas.microsoft.com/office/drawing/2014/main" id="{83EB8212-DF48-8099-ABBF-3E8077BBFCE9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9717891" y="4881613"/>
            <a:ext cx="158191" cy="413693"/>
          </a:xfrm>
          <a:prstGeom prst="straightConnector1">
            <a:avLst/>
          </a:prstGeom>
          <a:solidFill>
            <a:srgbClr val="EDA95A"/>
          </a:solidFill>
          <a:ln w="12700">
            <a:solidFill>
              <a:srgbClr val="000000"/>
            </a:solidFill>
            <a:prstDash val="dash"/>
            <a:round/>
            <a:headEnd/>
            <a:tailEnd/>
          </a:ln>
          <a:effectLst/>
        </p:spPr>
      </p:cxnSp>
      <p:sp>
        <p:nvSpPr>
          <p:cNvPr id="121" name="Würfel 131">
            <a:extLst>
              <a:ext uri="{FF2B5EF4-FFF2-40B4-BE49-F238E27FC236}">
                <a16:creationId xmlns:a16="http://schemas.microsoft.com/office/drawing/2014/main" id="{95007A26-4480-499C-3A88-7A4E40130C92}"/>
              </a:ext>
            </a:extLst>
          </p:cNvPr>
          <p:cNvSpPr/>
          <p:nvPr/>
        </p:nvSpPr>
        <p:spPr bwMode="auto">
          <a:xfrm>
            <a:off x="9430655" y="4713738"/>
            <a:ext cx="349823" cy="266753"/>
          </a:xfrm>
          <a:prstGeom prst="cube">
            <a:avLst/>
          </a:prstGeom>
          <a:solidFill>
            <a:srgbClr val="99CCFF"/>
          </a:solidFill>
          <a:ln w="635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192069" indent="-192069" defTabSz="903198" hangingPunct="0">
              <a:tabLst>
                <a:tab pos="530172" algn="ctr"/>
              </a:tabLst>
              <a:defRPr/>
            </a:pPr>
            <a:r>
              <a:rPr lang="en-US" sz="1200" kern="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  <a:sym typeface="ITC Officina Sans Book"/>
              </a:rPr>
              <a:t>F3</a:t>
            </a:r>
          </a:p>
        </p:txBody>
      </p:sp>
      <p:sp>
        <p:nvSpPr>
          <p:cNvPr id="122" name="Würfel 132">
            <a:extLst>
              <a:ext uri="{FF2B5EF4-FFF2-40B4-BE49-F238E27FC236}">
                <a16:creationId xmlns:a16="http://schemas.microsoft.com/office/drawing/2014/main" id="{D024C176-8211-767F-2569-B1E33B4E5728}"/>
              </a:ext>
            </a:extLst>
          </p:cNvPr>
          <p:cNvSpPr/>
          <p:nvPr/>
        </p:nvSpPr>
        <p:spPr bwMode="auto">
          <a:xfrm>
            <a:off x="9189779" y="5152726"/>
            <a:ext cx="349823" cy="266753"/>
          </a:xfrm>
          <a:prstGeom prst="cube">
            <a:avLst/>
          </a:prstGeom>
          <a:gradFill flip="none" rotWithShape="1">
            <a:gsLst>
              <a:gs pos="0">
                <a:srgbClr val="92D050">
                  <a:tint val="66000"/>
                  <a:satMod val="160000"/>
                </a:srgbClr>
              </a:gs>
              <a:gs pos="50000">
                <a:srgbClr val="92D050">
                  <a:tint val="44500"/>
                  <a:satMod val="160000"/>
                </a:srgbClr>
              </a:gs>
              <a:gs pos="100000">
                <a:srgbClr val="92D05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635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192069" indent="-192069" defTabSz="903198" hangingPunct="0">
              <a:tabLst>
                <a:tab pos="530172" algn="ctr"/>
              </a:tabLst>
              <a:defRPr/>
            </a:pPr>
            <a:r>
              <a:rPr lang="en-US" sz="1200" kern="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  <a:sym typeface="ITC Officina Sans Book"/>
              </a:rPr>
              <a:t>P1</a:t>
            </a:r>
          </a:p>
        </p:txBody>
      </p:sp>
      <p:sp>
        <p:nvSpPr>
          <p:cNvPr id="123" name="Würfel 133">
            <a:extLst>
              <a:ext uri="{FF2B5EF4-FFF2-40B4-BE49-F238E27FC236}">
                <a16:creationId xmlns:a16="http://schemas.microsoft.com/office/drawing/2014/main" id="{B91F4FDA-8B63-FBF8-BD25-4DB6542A3871}"/>
              </a:ext>
            </a:extLst>
          </p:cNvPr>
          <p:cNvSpPr/>
          <p:nvPr/>
        </p:nvSpPr>
        <p:spPr bwMode="auto">
          <a:xfrm>
            <a:off x="9733200" y="5092219"/>
            <a:ext cx="349823" cy="266753"/>
          </a:xfrm>
          <a:prstGeom prst="cube">
            <a:avLst/>
          </a:prstGeom>
          <a:gradFill flip="none" rotWithShape="1">
            <a:gsLst>
              <a:gs pos="0">
                <a:srgbClr val="92D050">
                  <a:tint val="66000"/>
                  <a:satMod val="160000"/>
                </a:srgbClr>
              </a:gs>
              <a:gs pos="50000">
                <a:srgbClr val="92D050">
                  <a:tint val="44500"/>
                  <a:satMod val="160000"/>
                </a:srgbClr>
              </a:gs>
              <a:gs pos="100000">
                <a:srgbClr val="92D05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635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192069" indent="-192069" defTabSz="903198" hangingPunct="0">
              <a:tabLst>
                <a:tab pos="530172" algn="ctr"/>
              </a:tabLst>
              <a:defRPr/>
            </a:pPr>
            <a:r>
              <a:rPr lang="en-US" sz="1200" kern="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  <a:sym typeface="ITC Officina Sans Book"/>
              </a:rPr>
              <a:t>Pm</a:t>
            </a:r>
          </a:p>
        </p:txBody>
      </p:sp>
      <p:cxnSp>
        <p:nvCxnSpPr>
          <p:cNvPr id="124" name="AutoShape 35">
            <a:extLst>
              <a:ext uri="{FF2B5EF4-FFF2-40B4-BE49-F238E27FC236}">
                <a16:creationId xmlns:a16="http://schemas.microsoft.com/office/drawing/2014/main" id="{85DDD968-4781-1AA4-4A92-7D30DC873F2B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690343" y="4921271"/>
            <a:ext cx="207102" cy="345512"/>
          </a:xfrm>
          <a:prstGeom prst="straightConnector1">
            <a:avLst/>
          </a:prstGeom>
          <a:solidFill>
            <a:srgbClr val="EDA95A"/>
          </a:solidFill>
          <a:ln w="12700">
            <a:solidFill>
              <a:srgbClr val="000000"/>
            </a:solidFill>
            <a:prstDash val="dash"/>
            <a:round/>
            <a:headEnd/>
            <a:tailEnd/>
          </a:ln>
          <a:effectLst/>
        </p:spPr>
      </p:cxnSp>
      <p:cxnSp>
        <p:nvCxnSpPr>
          <p:cNvPr id="125" name="AutoShape 36">
            <a:extLst>
              <a:ext uri="{FF2B5EF4-FFF2-40B4-BE49-F238E27FC236}">
                <a16:creationId xmlns:a16="http://schemas.microsoft.com/office/drawing/2014/main" id="{CC45355C-464A-0CB0-A2DB-8B14838D940D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8079375" y="4887180"/>
            <a:ext cx="158191" cy="413693"/>
          </a:xfrm>
          <a:prstGeom prst="straightConnector1">
            <a:avLst/>
          </a:prstGeom>
          <a:solidFill>
            <a:srgbClr val="EDA95A"/>
          </a:solidFill>
          <a:ln w="12700">
            <a:solidFill>
              <a:srgbClr val="000000"/>
            </a:solidFill>
            <a:prstDash val="dash"/>
            <a:round/>
            <a:headEnd/>
            <a:tailEnd/>
          </a:ln>
          <a:effectLst/>
        </p:spPr>
      </p:cxnSp>
      <p:sp>
        <p:nvSpPr>
          <p:cNvPr id="126" name="Würfel 131">
            <a:extLst>
              <a:ext uri="{FF2B5EF4-FFF2-40B4-BE49-F238E27FC236}">
                <a16:creationId xmlns:a16="http://schemas.microsoft.com/office/drawing/2014/main" id="{073B1FF6-A031-10D8-CE71-1653E645F972}"/>
              </a:ext>
            </a:extLst>
          </p:cNvPr>
          <p:cNvSpPr/>
          <p:nvPr/>
        </p:nvSpPr>
        <p:spPr bwMode="auto">
          <a:xfrm>
            <a:off x="7792139" y="4719305"/>
            <a:ext cx="349823" cy="266753"/>
          </a:xfrm>
          <a:prstGeom prst="cube">
            <a:avLst/>
          </a:prstGeom>
          <a:solidFill>
            <a:srgbClr val="99CCFF"/>
          </a:solidFill>
          <a:ln w="635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192069" indent="-192069" defTabSz="903198" hangingPunct="0">
              <a:tabLst>
                <a:tab pos="530172" algn="ctr"/>
              </a:tabLst>
              <a:defRPr/>
            </a:pPr>
            <a:r>
              <a:rPr lang="en-US" sz="1200" kern="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  <a:sym typeface="ITC Officina Sans Book"/>
              </a:rPr>
              <a:t>F1</a:t>
            </a:r>
          </a:p>
        </p:txBody>
      </p:sp>
      <p:sp>
        <p:nvSpPr>
          <p:cNvPr id="127" name="Würfel 132">
            <a:extLst>
              <a:ext uri="{FF2B5EF4-FFF2-40B4-BE49-F238E27FC236}">
                <a16:creationId xmlns:a16="http://schemas.microsoft.com/office/drawing/2014/main" id="{966FD96A-D01C-9F82-FC6C-2210D058D8F4}"/>
              </a:ext>
            </a:extLst>
          </p:cNvPr>
          <p:cNvSpPr/>
          <p:nvPr/>
        </p:nvSpPr>
        <p:spPr bwMode="auto">
          <a:xfrm>
            <a:off x="7551263" y="5158293"/>
            <a:ext cx="349823" cy="266753"/>
          </a:xfrm>
          <a:prstGeom prst="cube">
            <a:avLst/>
          </a:prstGeom>
          <a:gradFill flip="none" rotWithShape="1">
            <a:gsLst>
              <a:gs pos="0">
                <a:srgbClr val="92D050">
                  <a:tint val="66000"/>
                  <a:satMod val="160000"/>
                </a:srgbClr>
              </a:gs>
              <a:gs pos="50000">
                <a:srgbClr val="92D050">
                  <a:tint val="44500"/>
                  <a:satMod val="160000"/>
                </a:srgbClr>
              </a:gs>
              <a:gs pos="100000">
                <a:srgbClr val="92D05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635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192069" indent="-192069" defTabSz="903198" hangingPunct="0">
              <a:tabLst>
                <a:tab pos="530172" algn="ctr"/>
              </a:tabLst>
              <a:defRPr/>
            </a:pPr>
            <a:r>
              <a:rPr lang="en-US" sz="1200" kern="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  <a:sym typeface="ITC Officina Sans Book"/>
              </a:rPr>
              <a:t>P3</a:t>
            </a:r>
          </a:p>
        </p:txBody>
      </p:sp>
      <p:sp>
        <p:nvSpPr>
          <p:cNvPr id="128" name="Würfel 133">
            <a:extLst>
              <a:ext uri="{FF2B5EF4-FFF2-40B4-BE49-F238E27FC236}">
                <a16:creationId xmlns:a16="http://schemas.microsoft.com/office/drawing/2014/main" id="{A8577D36-1CF8-7153-1993-35869BE77AEB}"/>
              </a:ext>
            </a:extLst>
          </p:cNvPr>
          <p:cNvSpPr/>
          <p:nvPr/>
        </p:nvSpPr>
        <p:spPr bwMode="auto">
          <a:xfrm>
            <a:off x="8094684" y="5097786"/>
            <a:ext cx="349823" cy="266753"/>
          </a:xfrm>
          <a:prstGeom prst="cube">
            <a:avLst/>
          </a:prstGeom>
          <a:gradFill flip="none" rotWithShape="1">
            <a:gsLst>
              <a:gs pos="0">
                <a:srgbClr val="92D050">
                  <a:tint val="66000"/>
                  <a:satMod val="160000"/>
                </a:srgbClr>
              </a:gs>
              <a:gs pos="50000">
                <a:srgbClr val="92D050">
                  <a:tint val="44500"/>
                  <a:satMod val="160000"/>
                </a:srgbClr>
              </a:gs>
              <a:gs pos="100000">
                <a:srgbClr val="92D05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635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192069" indent="-192069" defTabSz="903198" hangingPunct="0">
              <a:tabLst>
                <a:tab pos="530172" algn="ctr"/>
              </a:tabLst>
              <a:defRPr/>
            </a:pPr>
            <a:r>
              <a:rPr lang="en-US" sz="1200" kern="0" dirty="0" err="1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  <a:sym typeface="ITC Officina Sans Book"/>
              </a:rPr>
              <a:t>Pn</a:t>
            </a:r>
            <a:endParaRPr lang="en-US" sz="1200" kern="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  <a:sym typeface="ITC Officina Sans Book"/>
            </a:endParaRPr>
          </a:p>
        </p:txBody>
      </p:sp>
      <p:sp>
        <p:nvSpPr>
          <p:cNvPr id="129" name="Ellipse 128">
            <a:extLst>
              <a:ext uri="{FF2B5EF4-FFF2-40B4-BE49-F238E27FC236}">
                <a16:creationId xmlns:a16="http://schemas.microsoft.com/office/drawing/2014/main" id="{47BBBCBF-1FE3-E5BC-A5F5-25CB07089D8D}"/>
              </a:ext>
            </a:extLst>
          </p:cNvPr>
          <p:cNvSpPr/>
          <p:nvPr/>
        </p:nvSpPr>
        <p:spPr bwMode="auto">
          <a:xfrm>
            <a:off x="7922274" y="4991939"/>
            <a:ext cx="107815" cy="136003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T</a:t>
            </a:r>
          </a:p>
        </p:txBody>
      </p:sp>
      <p:sp>
        <p:nvSpPr>
          <p:cNvPr id="130" name="Ellipse 129">
            <a:extLst>
              <a:ext uri="{FF2B5EF4-FFF2-40B4-BE49-F238E27FC236}">
                <a16:creationId xmlns:a16="http://schemas.microsoft.com/office/drawing/2014/main" id="{C7CFCEC9-2E79-EC83-6590-A0375CF0896A}"/>
              </a:ext>
            </a:extLst>
          </p:cNvPr>
          <p:cNvSpPr/>
          <p:nvPr/>
        </p:nvSpPr>
        <p:spPr bwMode="auto">
          <a:xfrm>
            <a:off x="9542485" y="4991939"/>
            <a:ext cx="107815" cy="136003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T</a:t>
            </a:r>
          </a:p>
        </p:txBody>
      </p:sp>
      <p:sp>
        <p:nvSpPr>
          <p:cNvPr id="131" name="Pfeil: nach unten 130">
            <a:extLst>
              <a:ext uri="{FF2B5EF4-FFF2-40B4-BE49-F238E27FC236}">
                <a16:creationId xmlns:a16="http://schemas.microsoft.com/office/drawing/2014/main" id="{2CE6798C-6984-49DA-8A15-5E4807F570F4}"/>
              </a:ext>
            </a:extLst>
          </p:cNvPr>
          <p:cNvSpPr/>
          <p:nvPr/>
        </p:nvSpPr>
        <p:spPr bwMode="auto">
          <a:xfrm>
            <a:off x="9328859" y="4027218"/>
            <a:ext cx="238535" cy="383547"/>
          </a:xfrm>
          <a:prstGeom prst="downArrow">
            <a:avLst/>
          </a:prstGeom>
          <a:solidFill>
            <a:schemeClr val="bg1"/>
          </a:solidFill>
          <a:ln w="19050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32" name="Textfeld 131">
            <a:extLst>
              <a:ext uri="{FF2B5EF4-FFF2-40B4-BE49-F238E27FC236}">
                <a16:creationId xmlns:a16="http://schemas.microsoft.com/office/drawing/2014/main" id="{CC345EAB-1FAD-AF3B-567C-CB948B7D579E}"/>
              </a:ext>
            </a:extLst>
          </p:cNvPr>
          <p:cNvSpPr txBox="1"/>
          <p:nvPr/>
        </p:nvSpPr>
        <p:spPr bwMode="auto">
          <a:xfrm>
            <a:off x="8518372" y="4241729"/>
            <a:ext cx="653508" cy="309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8000" tIns="46800" rIns="18000" bIns="46800" rtlCol="0">
            <a:spAutoFit/>
          </a:bodyPr>
          <a:lstStyle/>
          <a:p>
            <a:r>
              <a:rPr lang="el-GR" sz="1400" dirty="0">
                <a:latin typeface="Calibri" pitchFamily="34" charset="0"/>
              </a:rPr>
              <a:t>χ</a:t>
            </a:r>
            <a:r>
              <a:rPr lang="de-DE" sz="1400" dirty="0" err="1">
                <a:latin typeface="Calibri" pitchFamily="34" charset="0"/>
              </a:rPr>
              <a:t>mcf</a:t>
            </a:r>
            <a:r>
              <a:rPr lang="de-DE" sz="1400" dirty="0">
                <a:latin typeface="Calibri" pitchFamily="34" charset="0"/>
              </a:rPr>
              <a:t> </a:t>
            </a:r>
            <a:r>
              <a:rPr lang="de-DE" sz="1400" dirty="0" err="1">
                <a:latin typeface="Calibri" pitchFamily="34" charset="0"/>
              </a:rPr>
              <a:t>file</a:t>
            </a:r>
            <a:endParaRPr lang="de-DE" sz="1400" dirty="0">
              <a:latin typeface="Calibri" pitchFamily="34" charset="0"/>
            </a:endParaRPr>
          </a:p>
        </p:txBody>
      </p:sp>
      <p:cxnSp>
        <p:nvCxnSpPr>
          <p:cNvPr id="133" name="AutoShape 36">
            <a:extLst>
              <a:ext uri="{FF2B5EF4-FFF2-40B4-BE49-F238E27FC236}">
                <a16:creationId xmlns:a16="http://schemas.microsoft.com/office/drawing/2014/main" id="{24B3A686-347A-4073-68A3-3B1AEEA826E5}"/>
              </a:ext>
            </a:extLst>
          </p:cNvPr>
          <p:cNvCxnSpPr>
            <a:cxnSpLocks noChangeShapeType="1"/>
            <a:endCxn id="87" idx="5"/>
          </p:cNvCxnSpPr>
          <p:nvPr/>
        </p:nvCxnSpPr>
        <p:spPr bwMode="auto">
          <a:xfrm flipH="1" flipV="1">
            <a:off x="4015462" y="4680756"/>
            <a:ext cx="3497110" cy="7161"/>
          </a:xfrm>
          <a:prstGeom prst="straightConnector1">
            <a:avLst/>
          </a:prstGeom>
          <a:solidFill>
            <a:srgbClr val="EDA95A"/>
          </a:solidFill>
          <a:ln w="12700">
            <a:solidFill>
              <a:srgbClr val="000000"/>
            </a:solidFill>
            <a:prstDash val="dash"/>
            <a:round/>
            <a:headEnd type="triangle" w="med" len="med"/>
            <a:tailEnd type="none" w="med" len="med"/>
          </a:ln>
          <a:effectLst/>
        </p:spPr>
      </p:cxnSp>
      <p:sp>
        <p:nvSpPr>
          <p:cNvPr id="134" name="Textfeld 133">
            <a:extLst>
              <a:ext uri="{FF2B5EF4-FFF2-40B4-BE49-F238E27FC236}">
                <a16:creationId xmlns:a16="http://schemas.microsoft.com/office/drawing/2014/main" id="{B76BC610-AC2D-EA9A-B212-9D484DAA0ABC}"/>
              </a:ext>
            </a:extLst>
          </p:cNvPr>
          <p:cNvSpPr txBox="1"/>
          <p:nvPr/>
        </p:nvSpPr>
        <p:spPr bwMode="auto">
          <a:xfrm>
            <a:off x="2355802" y="4493958"/>
            <a:ext cx="1325359" cy="279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8000" tIns="46800" rIns="18000" bIns="46800" rtlCol="0">
            <a:spAutoFit/>
          </a:bodyPr>
          <a:lstStyle/>
          <a:p>
            <a:r>
              <a:rPr lang="de-DE" sz="1200" dirty="0">
                <a:latin typeface="Calibri" pitchFamily="34" charset="0"/>
              </a:rPr>
              <a:t>Ad hoc flat </a:t>
            </a:r>
            <a:r>
              <a:rPr lang="de-DE" sz="1200" dirty="0" err="1">
                <a:latin typeface="Calibri" pitchFamily="34" charset="0"/>
              </a:rPr>
              <a:t>assembly</a:t>
            </a:r>
            <a:endParaRPr lang="de-DE" sz="1200" dirty="0">
              <a:latin typeface="Calibri" pitchFamily="34" charset="0"/>
            </a:endParaRPr>
          </a:p>
        </p:txBody>
      </p:sp>
      <p:cxnSp>
        <p:nvCxnSpPr>
          <p:cNvPr id="135" name="Verbinder: gewinkelt 134">
            <a:extLst>
              <a:ext uri="{FF2B5EF4-FFF2-40B4-BE49-F238E27FC236}">
                <a16:creationId xmlns:a16="http://schemas.microsoft.com/office/drawing/2014/main" id="{46BAE649-4F50-5F45-9A83-8348362D29E1}"/>
              </a:ext>
            </a:extLst>
          </p:cNvPr>
          <p:cNvCxnSpPr>
            <a:cxnSpLocks/>
          </p:cNvCxnSpPr>
          <p:nvPr/>
        </p:nvCxnSpPr>
        <p:spPr bwMode="auto">
          <a:xfrm rot="10800000" flipV="1">
            <a:off x="3064857" y="5124477"/>
            <a:ext cx="1542564" cy="128509"/>
          </a:xfrm>
          <a:prstGeom prst="bentConnector4">
            <a:avLst>
              <a:gd name="adj1" fmla="val 10861"/>
              <a:gd name="adj2" fmla="val 277886"/>
            </a:avLst>
          </a:prstGeom>
          <a:solidFill>
            <a:schemeClr val="accent1"/>
          </a:solidFill>
          <a:ln w="19050" cap="flat" cmpd="sng" algn="ctr">
            <a:solidFill>
              <a:schemeClr val="hlink"/>
            </a:solidFill>
            <a:prstDash val="dash"/>
            <a:round/>
            <a:headEnd type="none" w="med" len="med"/>
            <a:tailEnd type="triangle"/>
          </a:ln>
          <a:effectLst/>
        </p:spPr>
      </p:cxnSp>
      <p:cxnSp>
        <p:nvCxnSpPr>
          <p:cNvPr id="136" name="Verbinder: gewinkelt 135">
            <a:extLst>
              <a:ext uri="{FF2B5EF4-FFF2-40B4-BE49-F238E27FC236}">
                <a16:creationId xmlns:a16="http://schemas.microsoft.com/office/drawing/2014/main" id="{007531D7-46FA-1135-6416-3EC8F928B11D}"/>
              </a:ext>
            </a:extLst>
          </p:cNvPr>
          <p:cNvCxnSpPr>
            <a:cxnSpLocks/>
          </p:cNvCxnSpPr>
          <p:nvPr/>
        </p:nvCxnSpPr>
        <p:spPr bwMode="auto">
          <a:xfrm rot="10800000" flipV="1">
            <a:off x="3613466" y="5124477"/>
            <a:ext cx="1003383" cy="161987"/>
          </a:xfrm>
          <a:prstGeom prst="bentConnector4">
            <a:avLst>
              <a:gd name="adj1" fmla="val 25529"/>
              <a:gd name="adj2" fmla="val 177107"/>
            </a:avLst>
          </a:prstGeom>
          <a:solidFill>
            <a:schemeClr val="accent1"/>
          </a:solidFill>
          <a:ln w="19050" cap="flat" cmpd="sng" algn="ctr">
            <a:solidFill>
              <a:schemeClr val="hlink"/>
            </a:solidFill>
            <a:prstDash val="dash"/>
            <a:round/>
            <a:headEnd type="none" w="med" len="med"/>
            <a:tailEnd type="triangle"/>
          </a:ln>
          <a:effectLst/>
        </p:spPr>
      </p:cxnSp>
      <p:cxnSp>
        <p:nvCxnSpPr>
          <p:cNvPr id="137" name="Verbinder: gewinkelt 136">
            <a:extLst>
              <a:ext uri="{FF2B5EF4-FFF2-40B4-BE49-F238E27FC236}">
                <a16:creationId xmlns:a16="http://schemas.microsoft.com/office/drawing/2014/main" id="{6E1318A9-E707-3953-72EE-07CFC5E76506}"/>
              </a:ext>
            </a:extLst>
          </p:cNvPr>
          <p:cNvCxnSpPr>
            <a:cxnSpLocks/>
          </p:cNvCxnSpPr>
          <p:nvPr/>
        </p:nvCxnSpPr>
        <p:spPr bwMode="auto">
          <a:xfrm rot="10800000" flipV="1">
            <a:off x="2549718" y="5118910"/>
            <a:ext cx="2958817" cy="194583"/>
          </a:xfrm>
          <a:prstGeom prst="bentConnector4">
            <a:avLst>
              <a:gd name="adj1" fmla="val 6656"/>
              <a:gd name="adj2" fmla="val 270772"/>
            </a:avLst>
          </a:prstGeom>
          <a:solidFill>
            <a:schemeClr val="accent1"/>
          </a:solidFill>
          <a:ln w="19050" cap="flat" cmpd="sng" algn="ctr">
            <a:solidFill>
              <a:schemeClr val="hlink"/>
            </a:solidFill>
            <a:prstDash val="dash"/>
            <a:round/>
            <a:headEnd type="none" w="med" len="med"/>
            <a:tailEnd type="triangle"/>
          </a:ln>
          <a:effectLst/>
        </p:spPr>
      </p:cxnSp>
      <p:cxnSp>
        <p:nvCxnSpPr>
          <p:cNvPr id="138" name="Verbinder: gewinkelt 137">
            <a:extLst>
              <a:ext uri="{FF2B5EF4-FFF2-40B4-BE49-F238E27FC236}">
                <a16:creationId xmlns:a16="http://schemas.microsoft.com/office/drawing/2014/main" id="{AB8E79A0-FFD6-5B3F-DB4B-097C78F6C30C}"/>
              </a:ext>
            </a:extLst>
          </p:cNvPr>
          <p:cNvCxnSpPr>
            <a:cxnSpLocks/>
          </p:cNvCxnSpPr>
          <p:nvPr/>
        </p:nvCxnSpPr>
        <p:spPr bwMode="auto">
          <a:xfrm rot="10800000" flipV="1">
            <a:off x="4156886" y="5118910"/>
            <a:ext cx="1332794" cy="107047"/>
          </a:xfrm>
          <a:prstGeom prst="bentConnector4">
            <a:avLst>
              <a:gd name="adj1" fmla="val 31578"/>
              <a:gd name="adj2" fmla="val 190264"/>
            </a:avLst>
          </a:prstGeom>
          <a:solidFill>
            <a:schemeClr val="accent1"/>
          </a:solidFill>
          <a:ln w="19050" cap="flat" cmpd="sng" algn="ctr">
            <a:solidFill>
              <a:schemeClr val="hlink"/>
            </a:solidFill>
            <a:prstDash val="dash"/>
            <a:round/>
            <a:headEnd type="none" w="med" len="med"/>
            <a:tailEnd type="triangle"/>
          </a:ln>
          <a:effectLst/>
        </p:spPr>
      </p:cxnSp>
      <p:sp>
        <p:nvSpPr>
          <p:cNvPr id="139" name="Textfeld 138">
            <a:extLst>
              <a:ext uri="{FF2B5EF4-FFF2-40B4-BE49-F238E27FC236}">
                <a16:creationId xmlns:a16="http://schemas.microsoft.com/office/drawing/2014/main" id="{2DBA517C-9177-B898-19B2-FD15836569C9}"/>
              </a:ext>
            </a:extLst>
          </p:cNvPr>
          <p:cNvSpPr txBox="1"/>
          <p:nvPr/>
        </p:nvSpPr>
        <p:spPr bwMode="auto">
          <a:xfrm>
            <a:off x="7391865" y="5798201"/>
            <a:ext cx="3040477" cy="309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8000" tIns="46800" rIns="18000" bIns="46800" rtlCol="0">
            <a:spAutoFit/>
          </a:bodyPr>
          <a:lstStyle/>
          <a:p>
            <a:r>
              <a:rPr lang="de-DE" sz="1400" dirty="0">
                <a:latin typeface="Calibri" pitchFamily="34" charset="0"/>
              </a:rPr>
              <a:t>Stacking + </a:t>
            </a:r>
            <a:r>
              <a:rPr lang="de-DE" sz="1400" dirty="0" err="1">
                <a:latin typeface="Calibri" pitchFamily="34" charset="0"/>
              </a:rPr>
              <a:t>reduced</a:t>
            </a:r>
            <a:r>
              <a:rPr lang="de-DE" sz="1400" dirty="0">
                <a:latin typeface="Calibri" pitchFamily="34" charset="0"/>
              </a:rPr>
              <a:t> </a:t>
            </a:r>
            <a:r>
              <a:rPr lang="de-DE" sz="1400" dirty="0" err="1">
                <a:latin typeface="Calibri" pitchFamily="34" charset="0"/>
              </a:rPr>
              <a:t>custom_attribute</a:t>
            </a:r>
            <a:r>
              <a:rPr lang="de-DE" sz="1400" dirty="0">
                <a:latin typeface="Calibri" pitchFamily="34" charset="0"/>
              </a:rPr>
              <a:t> list</a:t>
            </a:r>
          </a:p>
        </p:txBody>
      </p:sp>
      <p:sp>
        <p:nvSpPr>
          <p:cNvPr id="140" name="Textfeld 139">
            <a:extLst>
              <a:ext uri="{FF2B5EF4-FFF2-40B4-BE49-F238E27FC236}">
                <a16:creationId xmlns:a16="http://schemas.microsoft.com/office/drawing/2014/main" id="{038CCE79-071D-EE74-5E99-EA50533F86BE}"/>
              </a:ext>
            </a:extLst>
          </p:cNvPr>
          <p:cNvSpPr txBox="1"/>
          <p:nvPr/>
        </p:nvSpPr>
        <p:spPr bwMode="auto">
          <a:xfrm>
            <a:off x="5659524" y="5233621"/>
            <a:ext cx="991857" cy="525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8000" tIns="46800" rIns="18000" bIns="46800" rtlCol="0">
            <a:spAutoFit/>
          </a:bodyPr>
          <a:lstStyle/>
          <a:p>
            <a:r>
              <a:rPr lang="de-DE" sz="1400" dirty="0">
                <a:latin typeface="Calibri" pitchFamily="34" charset="0"/>
              </a:rPr>
              <a:t>Stacking + </a:t>
            </a:r>
            <a:r>
              <a:rPr lang="de-DE" sz="1400" dirty="0" err="1">
                <a:latin typeface="Calibri" pitchFamily="34" charset="0"/>
              </a:rPr>
              <a:t>mating</a:t>
            </a:r>
            <a:r>
              <a:rPr lang="de-DE" sz="1400" dirty="0">
                <a:latin typeface="Calibri" pitchFamily="34" charset="0"/>
              </a:rPr>
              <a:t> type</a:t>
            </a:r>
          </a:p>
        </p:txBody>
      </p:sp>
    </p:spTree>
    <p:extLst>
      <p:ext uri="{BB962C8B-B14F-4D97-AF65-F5344CB8AC3E}">
        <p14:creationId xmlns:p14="http://schemas.microsoft.com/office/powerpoint/2010/main" val="8050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81B368-364A-1694-CB03-F283BCE65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 with </a:t>
            </a:r>
            <a:r>
              <a:rPr lang="en-US" dirty="0" err="1"/>
              <a:t>DomainModel</a:t>
            </a:r>
            <a:endParaRPr lang="en-US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D432918-A44C-C8E4-2501-1528FC294E4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 err="1"/>
              <a:t>MBx</a:t>
            </a:r>
            <a:r>
              <a:rPr lang="en-US" noProof="0" dirty="0"/>
              <a:t>-IF Leadership Meeting 17.02.25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51D5C07-9BEA-A5D8-96EE-851B126F35C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0FD2C4-56EC-4F07-B0B8-CEAC86EF6E31}" type="slidenum">
              <a:rPr lang="en-US" noProof="0" smtClean="0"/>
              <a:pPr/>
              <a:t>7</a:t>
            </a:fld>
            <a:endParaRPr lang="en-US" noProof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C926C57-F8AC-3910-99B9-66ABDD9CC04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Fasteners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0417D4F-1621-8DCF-0A2B-3552292BC6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382912"/>
            <a:ext cx="3618901" cy="4725971"/>
          </a:xfrm>
        </p:spPr>
        <p:txBody>
          <a:bodyPr vert="horz" lIns="0" tIns="0" rIns="0" bIns="0" rtlCol="0" anchor="t">
            <a:normAutofit/>
          </a:bodyPr>
          <a:lstStyle/>
          <a:p>
            <a:pPr marL="229870" indent="-229870"/>
            <a:r>
              <a:rPr lang="en-US" dirty="0"/>
              <a:t>Edition 3 used for the PoC with some impediments:</a:t>
            </a:r>
          </a:p>
          <a:p>
            <a:r>
              <a:rPr lang="en-US" sz="1400" dirty="0"/>
              <a:t>On 3 attributes of the Domain Model, the XSD and </a:t>
            </a:r>
            <a:r>
              <a:rPr lang="en-US" sz="1400" dirty="0" err="1"/>
              <a:t>schematron</a:t>
            </a:r>
            <a:r>
              <a:rPr lang="en-US" sz="1400" dirty="0"/>
              <a:t> rules will be violated:</a:t>
            </a:r>
          </a:p>
          <a:p>
            <a:pPr lvl="1"/>
            <a:r>
              <a:rPr lang="en-US" sz="1200" dirty="0" err="1"/>
              <a:t>MatedPartAssociation.MatingType</a:t>
            </a:r>
            <a:r>
              <a:rPr lang="en-US" sz="1200" dirty="0"/>
              <a:t> will not be used, but is mandatory</a:t>
            </a:r>
          </a:p>
          <a:p>
            <a:pPr lvl="1"/>
            <a:r>
              <a:rPr lang="en-US" sz="1200" dirty="0" err="1"/>
              <a:t>ViewOccurrenceRelationship.Relatand</a:t>
            </a:r>
            <a:r>
              <a:rPr lang="en-US" sz="1200" dirty="0"/>
              <a:t> </a:t>
            </a:r>
            <a:r>
              <a:rPr lang="en-US" sz="1200" dirty="0" err="1"/>
              <a:t>MatedPartAssociation.Related</a:t>
            </a:r>
            <a:r>
              <a:rPr lang="en-US" sz="1200" dirty="0"/>
              <a:t> do not support </a:t>
            </a:r>
            <a:r>
              <a:rPr lang="en-US" sz="1200" dirty="0" err="1"/>
              <a:t>SpecifiedOccurrence</a:t>
            </a:r>
            <a:r>
              <a:rPr lang="en-US" sz="1200" dirty="0"/>
              <a:t> (only relevant for DA)</a:t>
            </a:r>
          </a:p>
          <a:p>
            <a:r>
              <a:rPr lang="en-US" sz="1400" dirty="0"/>
              <a:t>Not even a change of the XSD is necessary, since it can be instantiated</a:t>
            </a:r>
          </a:p>
          <a:p>
            <a:r>
              <a:rPr lang="en-US" sz="1400" dirty="0"/>
              <a:t>Since the </a:t>
            </a:r>
            <a:r>
              <a:rPr lang="en-US" sz="1400" dirty="0" err="1"/>
              <a:t>MatingType</a:t>
            </a:r>
            <a:r>
              <a:rPr lang="en-US" sz="1400" dirty="0"/>
              <a:t> is mapped to </a:t>
            </a:r>
            <a:r>
              <a:rPr lang="en-US" sz="1400" dirty="0" err="1"/>
              <a:t>ClassifiedAs</a:t>
            </a:r>
            <a:r>
              <a:rPr lang="en-US" sz="1400" dirty="0"/>
              <a:t>, any value is supported (not only the ones defined in </a:t>
            </a:r>
            <a:r>
              <a:rPr lang="en-US" sz="1400" dirty="0" err="1"/>
              <a:t>MatingTypeEnum</a:t>
            </a:r>
            <a:r>
              <a:rPr lang="en-US" sz="1400" dirty="0"/>
              <a:t>, too restricted)</a:t>
            </a:r>
          </a:p>
          <a:p>
            <a:r>
              <a:rPr lang="en-US" sz="1400" dirty="0"/>
              <a:t>The experience gained by the PDM-IF implementations will contribute to Ed5</a:t>
            </a:r>
            <a:endParaRPr lang="en-US" sz="1200" dirty="0">
              <a:cs typeface="Segoe UI"/>
            </a:endParaRPr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4A011C7F-B37D-7AE8-825F-D21DFF107667}"/>
              </a:ext>
            </a:extLst>
          </p:cNvPr>
          <p:cNvGrpSpPr/>
          <p:nvPr/>
        </p:nvGrpSpPr>
        <p:grpSpPr>
          <a:xfrm>
            <a:off x="4285762" y="485131"/>
            <a:ext cx="7664938" cy="6078692"/>
            <a:chOff x="4044461" y="293767"/>
            <a:chExt cx="8147540" cy="6461420"/>
          </a:xfrm>
        </p:grpSpPr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510283F7-14E7-FE5D-7AA3-A274002D0B5F}"/>
                </a:ext>
              </a:extLst>
            </p:cNvPr>
            <p:cNvSpPr/>
            <p:nvPr/>
          </p:nvSpPr>
          <p:spPr bwMode="auto">
            <a:xfrm>
              <a:off x="4044462" y="785411"/>
              <a:ext cx="6949163" cy="3886025"/>
            </a:xfrm>
            <a:prstGeom prst="rect">
              <a:avLst/>
            </a:prstGeom>
            <a:solidFill>
              <a:srgbClr val="DAEFC3"/>
            </a:solidFill>
            <a:ln w="19050" cap="flat" cmpd="sng" algn="ctr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36000" tIns="45720" rIns="3600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itchFamily="34" charset="0"/>
              </a:endParaRPr>
            </a:p>
          </p:txBody>
        </p:sp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BB6E5BF1-C516-C677-8DF8-AAD782A3B108}"/>
                </a:ext>
              </a:extLst>
            </p:cNvPr>
            <p:cNvSpPr/>
            <p:nvPr/>
          </p:nvSpPr>
          <p:spPr bwMode="auto">
            <a:xfrm>
              <a:off x="5822990" y="4866605"/>
              <a:ext cx="3314808" cy="1880619"/>
            </a:xfrm>
            <a:prstGeom prst="rect">
              <a:avLst/>
            </a:prstGeom>
            <a:solidFill>
              <a:srgbClr val="DAEFC3"/>
            </a:solidFill>
            <a:ln w="19050" cap="flat" cmpd="sng" algn="ctr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36000" tIns="45720" rIns="3600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200" b="1">
                <a:latin typeface="Arial" panose="020B0604020202020204" pitchFamily="34" charset="0"/>
                <a:cs typeface="Arial" pitchFamily="34" charset="0"/>
              </a:endParaRPr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47D1C01C-BF82-47EF-D767-64350BC5046A}"/>
                </a:ext>
              </a:extLst>
            </p:cNvPr>
            <p:cNvSpPr/>
            <p:nvPr/>
          </p:nvSpPr>
          <p:spPr bwMode="auto">
            <a:xfrm>
              <a:off x="7288785" y="1681432"/>
              <a:ext cx="3601497" cy="2957092"/>
            </a:xfrm>
            <a:prstGeom prst="rect">
              <a:avLst/>
            </a:prstGeom>
            <a:solidFill>
              <a:srgbClr val="CCECFF"/>
            </a:solidFill>
            <a:ln w="19050" cap="flat" cmpd="sng" algn="ctr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36000" tIns="45720" rIns="3600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itchFamily="34" charset="0"/>
              </a:endParaRPr>
            </a:p>
          </p:txBody>
        </p:sp>
        <p:sp>
          <p:nvSpPr>
            <p:cNvPr id="11" name="Foliennummernplatzhalter 3">
              <a:extLst>
                <a:ext uri="{FF2B5EF4-FFF2-40B4-BE49-F238E27FC236}">
                  <a16:creationId xmlns:a16="http://schemas.microsoft.com/office/drawing/2014/main" id="{B55BE092-276F-C208-F3BF-78B6BD7C6D00}"/>
                </a:ext>
              </a:extLst>
            </p:cNvPr>
            <p:cNvSpPr txBox="1">
              <a:spLocks/>
            </p:cNvSpPr>
            <p:nvPr/>
          </p:nvSpPr>
          <p:spPr>
            <a:xfrm>
              <a:off x="11673733" y="293767"/>
              <a:ext cx="518268" cy="365125"/>
            </a:xfrm>
            <a:prstGeom prst="rect">
              <a:avLst/>
            </a:prstGeom>
          </p:spPr>
          <p:txBody>
            <a:bodyPr vert="horz" lIns="0" tIns="0" rIns="0" bIns="0" rtlCol="0" anchor="ctr"/>
            <a:lstStyle>
              <a:defPPr>
                <a:defRPr lang="fr-FR"/>
              </a:defPPr>
              <a:lvl1pPr marL="0" algn="r" defTabSz="457200" rtl="0" eaLnBrk="1" latinLnBrk="0" hangingPunct="1">
                <a:defRPr lang="en-US" sz="1600" kern="1200">
                  <a:solidFill>
                    <a:schemeClr val="bg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3991F511-AB0C-7546-88F9-3564C53DC199}" type="slidenum">
                <a:rPr lang="en-US" sz="1200" smtClean="0"/>
                <a:pPr/>
                <a:t>7</a:t>
              </a:fld>
              <a:endParaRPr lang="en-US" sz="1200"/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2D7C816C-E951-191D-37D3-FC2BB325A057}"/>
                </a:ext>
              </a:extLst>
            </p:cNvPr>
            <p:cNvSpPr/>
            <p:nvPr/>
          </p:nvSpPr>
          <p:spPr bwMode="auto">
            <a:xfrm>
              <a:off x="9421906" y="1717947"/>
              <a:ext cx="1281953" cy="726141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36000" tIns="45720" rIns="3600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itchFamily="34" charset="0"/>
                </a:rPr>
                <a:t>Mating</a:t>
              </a:r>
              <a:br>
                <a:rPr kumimoji="0" lang="en-US" sz="12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itchFamily="34" charset="0"/>
                </a:rPr>
              </a:br>
              <a:r>
                <a:rPr kumimoji="0" lang="en-US" sz="12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itchFamily="34" charset="0"/>
                </a:rPr>
                <a:t>Definition</a:t>
              </a:r>
            </a:p>
          </p:txBody>
        </p:sp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CF46B022-C37E-DD1C-C7BE-6D42A4EB043A}"/>
                </a:ext>
              </a:extLst>
            </p:cNvPr>
            <p:cNvSpPr/>
            <p:nvPr/>
          </p:nvSpPr>
          <p:spPr bwMode="auto">
            <a:xfrm>
              <a:off x="7674978" y="5982606"/>
              <a:ext cx="1281953" cy="726141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36000" tIns="45720" rIns="3600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1" i="0" u="none" strike="sng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highlight>
                    <a:srgbClr val="FFFF00"/>
                  </a:highlight>
                  <a:latin typeface="Arial" panose="020B0604020202020204" pitchFamily="34" charset="0"/>
                  <a:cs typeface="Arial" pitchFamily="34" charset="0"/>
                </a:rPr>
                <a:t>Definition</a:t>
              </a:r>
              <a:br>
                <a:rPr kumimoji="0" lang="en-US" sz="1200" b="1" i="0" u="none" strike="sng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highlight>
                    <a:srgbClr val="FFFF00"/>
                  </a:highlight>
                  <a:latin typeface="Arial" panose="020B0604020202020204" pitchFamily="34" charset="0"/>
                  <a:cs typeface="Arial" pitchFamily="34" charset="0"/>
                </a:rPr>
              </a:br>
              <a:r>
                <a:rPr kumimoji="0" lang="en-US" sz="1200" b="1" i="0" u="none" strike="sng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highlight>
                    <a:srgbClr val="FFFF00"/>
                  </a:highlight>
                  <a:latin typeface="Arial" panose="020B0604020202020204" pitchFamily="34" charset="0"/>
                  <a:cs typeface="Arial" pitchFamily="34" charset="0"/>
                </a:rPr>
                <a:t>Based </a:t>
              </a:r>
              <a:r>
                <a:rPr kumimoji="0" lang="en-US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itchFamily="34" charset="0"/>
                </a:rPr>
                <a:t>Occurrence</a:t>
              </a:r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074E90CF-75D3-611C-9829-92B70BF41FE1}"/>
                </a:ext>
              </a:extLst>
            </p:cNvPr>
            <p:cNvSpPr/>
            <p:nvPr/>
          </p:nvSpPr>
          <p:spPr bwMode="auto">
            <a:xfrm>
              <a:off x="7472054" y="3868473"/>
              <a:ext cx="1352790" cy="726141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36000" tIns="45720" rIns="3600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1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itchFamily="34" charset="0"/>
                </a:rPr>
                <a:t>MatedPart</a:t>
              </a:r>
              <a:br>
                <a:rPr kumimoji="0" lang="en-US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itchFamily="34" charset="0"/>
                </a:rPr>
              </a:br>
              <a:r>
                <a:rPr kumimoji="0" lang="en-US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itchFamily="34" charset="0"/>
                </a:rPr>
                <a:t>Relationship</a:t>
              </a:r>
            </a:p>
          </p:txBody>
        </p:sp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80A641DD-217D-0FFC-603C-0A3E29F26118}"/>
                </a:ext>
              </a:extLst>
            </p:cNvPr>
            <p:cNvSpPr txBox="1"/>
            <p:nvPr/>
          </p:nvSpPr>
          <p:spPr bwMode="auto">
            <a:xfrm>
              <a:off x="6581790" y="3954800"/>
              <a:ext cx="699766" cy="6893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18000" tIns="46800" rIns="18000" bIns="46800" rtlCol="0">
              <a:spAutoFit/>
            </a:bodyPr>
            <a:lstStyle/>
            <a:p>
              <a:r>
                <a:rPr lang="en-US" sz="1200" strike="sngStrike">
                  <a:highlight>
                    <a:srgbClr val="FFFF00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Mating</a:t>
              </a:r>
              <a:br>
                <a:rPr lang="en-US" sz="1200" strike="sngStrike">
                  <a:highlight>
                    <a:srgbClr val="FFFF00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1200" strike="sngStrike">
                  <a:highlight>
                    <a:srgbClr val="FFFF00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Materials</a:t>
              </a:r>
              <a:br>
                <a:rPr lang="en-US" sz="1200" strike="sngStrike">
                  <a:highlight>
                    <a:srgbClr val="FFFF00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1200" strike="sngStrike">
                  <a:highlight>
                    <a:srgbClr val="FFFF00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S[1:?]</a:t>
              </a:r>
            </a:p>
          </p:txBody>
        </p: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C0EB6EEA-00AF-FA03-7659-8165A5B80C11}"/>
                </a:ext>
              </a:extLst>
            </p:cNvPr>
            <p:cNvSpPr txBox="1"/>
            <p:nvPr/>
          </p:nvSpPr>
          <p:spPr bwMode="auto">
            <a:xfrm>
              <a:off x="6591565" y="3652927"/>
              <a:ext cx="881609" cy="2967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18000" tIns="46800" rIns="18000" bIns="46800" rtlCol="0">
              <a:spAutoFit/>
            </a:bodyPr>
            <a:lstStyle/>
            <a:p>
              <a:r>
                <a:rPr lang="en-US" sz="1200" strike="sngStrike" err="1">
                  <a:highlight>
                    <a:srgbClr val="FFFF00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MatingType</a:t>
              </a:r>
              <a:endParaRPr lang="en-US" sz="1200" strike="sngStrike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B9F3C3AF-E9B6-3344-BDC5-E169C6D296FC}"/>
                </a:ext>
              </a:extLst>
            </p:cNvPr>
            <p:cNvSpPr/>
            <p:nvPr/>
          </p:nvSpPr>
          <p:spPr bwMode="auto">
            <a:xfrm>
              <a:off x="7507472" y="2785707"/>
              <a:ext cx="1281953" cy="726141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36000" tIns="45720" rIns="3600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1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itchFamily="34" charset="0"/>
                </a:rPr>
                <a:t>MatedPartAssociation</a:t>
              </a:r>
              <a:endParaRPr kumimoji="0" 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itchFamily="34" charset="0"/>
              </a:endParaRPr>
            </a:p>
          </p:txBody>
        </p:sp>
        <p:cxnSp>
          <p:nvCxnSpPr>
            <p:cNvPr id="18" name="Gerade Verbindung mit Pfeil 17">
              <a:extLst>
                <a:ext uri="{FF2B5EF4-FFF2-40B4-BE49-F238E27FC236}">
                  <a16:creationId xmlns:a16="http://schemas.microsoft.com/office/drawing/2014/main" id="{D3A7CB63-4674-CAF2-3B46-49165D69107F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8289737" y="3511848"/>
              <a:ext cx="0" cy="37482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hlink"/>
              </a:solidFill>
              <a:prstDash val="solid"/>
              <a:round/>
              <a:headEnd type="none" w="med" len="med"/>
              <a:tailEnd type="oval"/>
            </a:ln>
            <a:effectLst/>
          </p:spPr>
        </p:cxnSp>
        <p:cxnSp>
          <p:nvCxnSpPr>
            <p:cNvPr id="19" name="Gerade Verbindung mit Pfeil 18">
              <a:extLst>
                <a:ext uri="{FF2B5EF4-FFF2-40B4-BE49-F238E27FC236}">
                  <a16:creationId xmlns:a16="http://schemas.microsoft.com/office/drawing/2014/main" id="{1ABB06A8-E06C-8142-1623-7A42A41474D3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8011314" y="3511848"/>
              <a:ext cx="0" cy="37482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hlink"/>
              </a:solidFill>
              <a:prstDash val="solid"/>
              <a:round/>
              <a:headEnd type="none" w="med" len="med"/>
              <a:tailEnd type="oval"/>
            </a:ln>
            <a:effectLst/>
          </p:spPr>
        </p:cxn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E700E2FE-7263-C5D4-D0D8-59803A176F02}"/>
                </a:ext>
              </a:extLst>
            </p:cNvPr>
            <p:cNvSpPr txBox="1"/>
            <p:nvPr/>
          </p:nvSpPr>
          <p:spPr bwMode="auto">
            <a:xfrm>
              <a:off x="7370640" y="3499340"/>
              <a:ext cx="635017" cy="2967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18000" tIns="46800" rIns="18000" bIns="46800" rtlCol="0">
              <a:spAutoFit/>
            </a:bodyPr>
            <a:lstStyle/>
            <a:p>
              <a:r>
                <a:rPr lang="en-US" sz="1200">
                  <a:latin typeface="Arial" panose="020B0604020202020204" pitchFamily="34" charset="0"/>
                  <a:cs typeface="Arial" panose="020B0604020202020204" pitchFamily="34" charset="0"/>
                </a:rPr>
                <a:t>Relating</a:t>
              </a:r>
            </a:p>
          </p:txBody>
        </p:sp>
        <p:sp>
          <p:nvSpPr>
            <p:cNvPr id="21" name="Textfeld 20">
              <a:extLst>
                <a:ext uri="{FF2B5EF4-FFF2-40B4-BE49-F238E27FC236}">
                  <a16:creationId xmlns:a16="http://schemas.microsoft.com/office/drawing/2014/main" id="{ECAE8854-DE32-03F8-4728-DD83B37A78DB}"/>
                </a:ext>
              </a:extLst>
            </p:cNvPr>
            <p:cNvSpPr txBox="1"/>
            <p:nvPr/>
          </p:nvSpPr>
          <p:spPr bwMode="auto">
            <a:xfrm>
              <a:off x="8289737" y="3515237"/>
              <a:ext cx="599234" cy="2967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18000" tIns="46800" rIns="18000" bIns="46800" rtlCol="0">
              <a:spAutoFit/>
            </a:bodyPr>
            <a:lstStyle/>
            <a:p>
              <a:r>
                <a:rPr lang="en-US" sz="1200">
                  <a:latin typeface="Arial" panose="020B0604020202020204" pitchFamily="34" charset="0"/>
                  <a:cs typeface="Arial" panose="020B0604020202020204" pitchFamily="34" charset="0"/>
                </a:rPr>
                <a:t>Related</a:t>
              </a:r>
            </a:p>
          </p:txBody>
        </p:sp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C9266A00-5276-FFE8-B51F-676722921EA7}"/>
                </a:ext>
              </a:extLst>
            </p:cNvPr>
            <p:cNvSpPr txBox="1"/>
            <p:nvPr/>
          </p:nvSpPr>
          <p:spPr bwMode="auto">
            <a:xfrm>
              <a:off x="8560108" y="2180825"/>
              <a:ext cx="635017" cy="2967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18000" tIns="46800" rIns="18000" bIns="46800" rtlCol="0">
              <a:spAutoFit/>
            </a:bodyPr>
            <a:lstStyle/>
            <a:p>
              <a:r>
                <a:rPr lang="en-US" sz="1200">
                  <a:latin typeface="Arial" panose="020B0604020202020204" pitchFamily="34" charset="0"/>
                  <a:cs typeface="Arial" panose="020B0604020202020204" pitchFamily="34" charset="0"/>
                </a:rPr>
                <a:t>Relating</a:t>
              </a:r>
            </a:p>
          </p:txBody>
        </p: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3041D0B8-4E2C-0AF8-0549-3E48A91B296E}"/>
                </a:ext>
              </a:extLst>
            </p:cNvPr>
            <p:cNvSpPr txBox="1"/>
            <p:nvPr/>
          </p:nvSpPr>
          <p:spPr bwMode="auto">
            <a:xfrm>
              <a:off x="6653441" y="2875260"/>
              <a:ext cx="599234" cy="2967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18000" tIns="46800" rIns="18000" bIns="46800" rtlCol="0">
              <a:spAutoFit/>
            </a:bodyPr>
            <a:lstStyle/>
            <a:p>
              <a:r>
                <a:rPr lang="en-US" sz="1200">
                  <a:latin typeface="Arial" panose="020B0604020202020204" pitchFamily="34" charset="0"/>
                  <a:cs typeface="Arial" panose="020B0604020202020204" pitchFamily="34" charset="0"/>
                </a:rPr>
                <a:t>Related</a:t>
              </a:r>
            </a:p>
          </p:txBody>
        </p:sp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4D2FC884-FF32-E4D2-4269-0C10648C3C19}"/>
                </a:ext>
              </a:extLst>
            </p:cNvPr>
            <p:cNvSpPr txBox="1"/>
            <p:nvPr/>
          </p:nvSpPr>
          <p:spPr bwMode="auto">
            <a:xfrm>
              <a:off x="10841088" y="1913701"/>
              <a:ext cx="1074655" cy="2944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sz="120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Bundle</a:t>
              </a:r>
            </a:p>
          </p:txBody>
        </p:sp>
        <p:sp>
          <p:nvSpPr>
            <p:cNvPr id="25" name="Textfeld 24">
              <a:extLst>
                <a:ext uri="{FF2B5EF4-FFF2-40B4-BE49-F238E27FC236}">
                  <a16:creationId xmlns:a16="http://schemas.microsoft.com/office/drawing/2014/main" id="{F529C4B3-5084-7248-BA39-A0F96EE722CE}"/>
                </a:ext>
              </a:extLst>
            </p:cNvPr>
            <p:cNvSpPr txBox="1"/>
            <p:nvPr/>
          </p:nvSpPr>
          <p:spPr bwMode="auto">
            <a:xfrm>
              <a:off x="7535406" y="2403360"/>
              <a:ext cx="1546574" cy="2944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sz="120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Linked Parts</a:t>
              </a:r>
            </a:p>
          </p:txBody>
        </p: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91F26692-C04B-EDC9-2915-851CE7341B0D}"/>
                </a:ext>
              </a:extLst>
            </p:cNvPr>
            <p:cNvSpPr txBox="1"/>
            <p:nvPr/>
          </p:nvSpPr>
          <p:spPr bwMode="auto">
            <a:xfrm>
              <a:off x="8448475" y="3778220"/>
              <a:ext cx="1102063" cy="2944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sz="120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Stacking</a:t>
              </a:r>
            </a:p>
          </p:txBody>
        </p:sp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96CF8D22-F9B2-DDB7-D38D-0EDF3303CB2B}"/>
                </a:ext>
              </a:extLst>
            </p:cNvPr>
            <p:cNvSpPr txBox="1"/>
            <p:nvPr/>
          </p:nvSpPr>
          <p:spPr bwMode="auto">
            <a:xfrm>
              <a:off x="10510629" y="1192546"/>
              <a:ext cx="1581596" cy="4930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18000" tIns="46800" rIns="18000" bIns="46800" rtlCol="0">
              <a:spAutoFit/>
            </a:bodyPr>
            <a:lstStyle/>
            <a:p>
              <a:r>
                <a:rPr lang="en-US" sz="1200" i="1">
                  <a:latin typeface="Arial" panose="020B0604020202020204" pitchFamily="34" charset="0"/>
                  <a:cs typeface="Arial" panose="020B0604020202020204" pitchFamily="34" charset="0"/>
                </a:rPr>
                <a:t>Subtype of </a:t>
              </a:r>
              <a:r>
                <a:rPr lang="en-US" sz="1200" i="1" err="1">
                  <a:latin typeface="Arial" panose="020B0604020202020204" pitchFamily="34" charset="0"/>
                  <a:cs typeface="Arial" panose="020B0604020202020204" pitchFamily="34" charset="0"/>
                </a:rPr>
                <a:t>PartView</a:t>
              </a:r>
              <a:br>
                <a:rPr lang="en-US" sz="1200" i="1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1200" i="1">
                  <a:latin typeface="Arial" panose="020B0604020202020204" pitchFamily="34" charset="0"/>
                  <a:cs typeface="Arial" panose="020B0604020202020204" pitchFamily="34" charset="0"/>
                </a:rPr>
                <a:t>=&gt; not reusable</a:t>
              </a:r>
            </a:p>
          </p:txBody>
        </p:sp>
        <p:sp>
          <p:nvSpPr>
            <p:cNvPr id="28" name="Rechteck 27">
              <a:extLst>
                <a:ext uri="{FF2B5EF4-FFF2-40B4-BE49-F238E27FC236}">
                  <a16:creationId xmlns:a16="http://schemas.microsoft.com/office/drawing/2014/main" id="{FD4E7FEF-F28A-FBED-6527-6E6DEBD48CB1}"/>
                </a:ext>
              </a:extLst>
            </p:cNvPr>
            <p:cNvSpPr/>
            <p:nvPr/>
          </p:nvSpPr>
          <p:spPr bwMode="auto">
            <a:xfrm>
              <a:off x="7682296" y="4921391"/>
              <a:ext cx="1281953" cy="726141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36000" tIns="45720" rIns="3600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1" i="0" u="none" cap="none" normalizeH="0" baseline="0" err="1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itchFamily="34" charset="0"/>
                </a:rPr>
                <a:t>PartView</a:t>
              </a:r>
              <a:r>
                <a:rPr kumimoji="0" lang="en-US" sz="1200" b="1" i="0" u="non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itchFamily="34" charset="0"/>
                </a:rPr>
                <a:t>/</a:t>
              </a:r>
              <a:r>
                <a:rPr kumimoji="0" lang="en-US" sz="1200" b="1" i="0" u="none" cap="none" normalizeH="0" baseline="0" err="1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itchFamily="34" charset="0"/>
                </a:rPr>
                <a:t>AssemblyDefinition</a:t>
              </a:r>
              <a:endParaRPr kumimoji="0" lang="en-US" sz="1200" b="1" i="0" u="non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itchFamily="34" charset="0"/>
              </a:endParaRPr>
            </a:p>
          </p:txBody>
        </p:sp>
        <p:cxnSp>
          <p:nvCxnSpPr>
            <p:cNvPr id="29" name="Gerade Verbindung mit Pfeil 28">
              <a:extLst>
                <a:ext uri="{FF2B5EF4-FFF2-40B4-BE49-F238E27FC236}">
                  <a16:creationId xmlns:a16="http://schemas.microsoft.com/office/drawing/2014/main" id="{8E43E8BC-276E-3695-1976-B39144EF3EE6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8335309" y="5675455"/>
              <a:ext cx="0" cy="283957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hlink"/>
              </a:solidFill>
              <a:prstDash val="solid"/>
              <a:round/>
              <a:headEnd type="none" w="med" len="med"/>
              <a:tailEnd type="oval"/>
            </a:ln>
            <a:effectLst/>
          </p:spPr>
        </p:cxnSp>
        <p:sp>
          <p:nvSpPr>
            <p:cNvPr id="30" name="Textfeld 29">
              <a:extLst>
                <a:ext uri="{FF2B5EF4-FFF2-40B4-BE49-F238E27FC236}">
                  <a16:creationId xmlns:a16="http://schemas.microsoft.com/office/drawing/2014/main" id="{108DB5AE-F16B-3D14-F01A-8EC73BC664EC}"/>
                </a:ext>
              </a:extLst>
            </p:cNvPr>
            <p:cNvSpPr txBox="1"/>
            <p:nvPr/>
          </p:nvSpPr>
          <p:spPr bwMode="auto">
            <a:xfrm>
              <a:off x="8384362" y="5641656"/>
              <a:ext cx="716805" cy="2967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18000" tIns="46800" rIns="18000" bIns="46800" rtlCol="0">
              <a:spAutoFit/>
            </a:bodyPr>
            <a:lstStyle/>
            <a:p>
              <a:r>
                <a:rPr lang="en-US" sz="1200">
                  <a:latin typeface="Arial" panose="020B0604020202020204" pitchFamily="34" charset="0"/>
                  <a:cs typeface="Arial" panose="020B0604020202020204" pitchFamily="34" charset="0"/>
                </a:rPr>
                <a:t>Definition</a:t>
              </a:r>
            </a:p>
          </p:txBody>
        </p:sp>
        <p:sp>
          <p:nvSpPr>
            <p:cNvPr id="31" name="Rechteck 30">
              <a:extLst>
                <a:ext uri="{FF2B5EF4-FFF2-40B4-BE49-F238E27FC236}">
                  <a16:creationId xmlns:a16="http://schemas.microsoft.com/office/drawing/2014/main" id="{5371B62C-916C-0F39-7D80-1DC67031AAE9}"/>
                </a:ext>
              </a:extLst>
            </p:cNvPr>
            <p:cNvSpPr/>
            <p:nvPr/>
          </p:nvSpPr>
          <p:spPr bwMode="auto">
            <a:xfrm>
              <a:off x="4125222" y="4874568"/>
              <a:ext cx="1605605" cy="1880619"/>
            </a:xfrm>
            <a:prstGeom prst="rect">
              <a:avLst/>
            </a:prstGeom>
            <a:solidFill>
              <a:srgbClr val="DAEFC3"/>
            </a:solidFill>
            <a:ln w="19050" cap="flat" cmpd="sng" algn="ctr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36000" tIns="45720" rIns="3600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200" b="1">
                <a:latin typeface="Arial" panose="020B0604020202020204" pitchFamily="34" charset="0"/>
                <a:cs typeface="Arial" pitchFamily="34" charset="0"/>
              </a:endParaRPr>
            </a:p>
          </p:txBody>
        </p:sp>
        <p:sp>
          <p:nvSpPr>
            <p:cNvPr id="32" name="Rechteck 31">
              <a:extLst>
                <a:ext uri="{FF2B5EF4-FFF2-40B4-BE49-F238E27FC236}">
                  <a16:creationId xmlns:a16="http://schemas.microsoft.com/office/drawing/2014/main" id="{BD56E438-8B60-7872-ED0C-11130D5B0517}"/>
                </a:ext>
              </a:extLst>
            </p:cNvPr>
            <p:cNvSpPr/>
            <p:nvPr/>
          </p:nvSpPr>
          <p:spPr bwMode="auto">
            <a:xfrm>
              <a:off x="4268008" y="5990569"/>
              <a:ext cx="1281953" cy="726141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36000" tIns="45720" rIns="3600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1" i="0" u="none" strike="sng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highlight>
                    <a:srgbClr val="FFFF00"/>
                  </a:highlight>
                  <a:latin typeface="Arial" panose="020B0604020202020204" pitchFamily="34" charset="0"/>
                  <a:cs typeface="Arial" pitchFamily="34" charset="0"/>
                </a:rPr>
                <a:t>Definition</a:t>
              </a:r>
              <a:br>
                <a:rPr kumimoji="0" lang="en-US" sz="1200" b="1" i="0" u="none" strike="sng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highlight>
                    <a:srgbClr val="FFFF00"/>
                  </a:highlight>
                  <a:latin typeface="Arial" panose="020B0604020202020204" pitchFamily="34" charset="0"/>
                  <a:cs typeface="Arial" pitchFamily="34" charset="0"/>
                </a:rPr>
              </a:br>
              <a:r>
                <a:rPr kumimoji="0" lang="en-US" sz="1200" b="1" i="0" u="none" strike="sng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highlight>
                    <a:srgbClr val="FFFF00"/>
                  </a:highlight>
                  <a:latin typeface="Arial" panose="020B0604020202020204" pitchFamily="34" charset="0"/>
                  <a:cs typeface="Arial" pitchFamily="34" charset="0"/>
                </a:rPr>
                <a:t>Based</a:t>
              </a:r>
              <a:br>
                <a:rPr kumimoji="0" lang="en-US" sz="1200" b="1" i="0" u="none" strike="sng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itchFamily="34" charset="0"/>
                </a:rPr>
              </a:br>
              <a:r>
                <a:rPr kumimoji="0" lang="en-US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itchFamily="34" charset="0"/>
                </a:rPr>
                <a:t>Occurrence</a:t>
              </a:r>
            </a:p>
          </p:txBody>
        </p:sp>
        <p:sp>
          <p:nvSpPr>
            <p:cNvPr id="33" name="Rechteck 32">
              <a:extLst>
                <a:ext uri="{FF2B5EF4-FFF2-40B4-BE49-F238E27FC236}">
                  <a16:creationId xmlns:a16="http://schemas.microsoft.com/office/drawing/2014/main" id="{06AC021D-DAEE-636D-1294-0F96724909CB}"/>
                </a:ext>
              </a:extLst>
            </p:cNvPr>
            <p:cNvSpPr/>
            <p:nvPr/>
          </p:nvSpPr>
          <p:spPr bwMode="auto">
            <a:xfrm>
              <a:off x="4275326" y="4929354"/>
              <a:ext cx="1281953" cy="726141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36000" tIns="45720" rIns="3600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1" i="0" u="none" cap="none" normalizeH="0" baseline="0" err="1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itchFamily="34" charset="0"/>
                </a:rPr>
                <a:t>PartView</a:t>
              </a:r>
              <a:r>
                <a:rPr kumimoji="0" lang="en-US" sz="1200" b="1" i="0" u="non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itchFamily="34" charset="0"/>
                </a:rPr>
                <a:t>/</a:t>
              </a:r>
              <a:r>
                <a:rPr kumimoji="0" lang="en-US" sz="1200" b="1" i="0" u="none" cap="none" normalizeH="0" baseline="0" err="1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itchFamily="34" charset="0"/>
                </a:rPr>
                <a:t>AssemblyDefinition</a:t>
              </a:r>
              <a:endParaRPr kumimoji="0" lang="en-US" sz="1200" b="1" i="0" u="non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itchFamily="34" charset="0"/>
              </a:endParaRPr>
            </a:p>
          </p:txBody>
        </p:sp>
        <p:cxnSp>
          <p:nvCxnSpPr>
            <p:cNvPr id="34" name="Gerade Verbindung mit Pfeil 33">
              <a:extLst>
                <a:ext uri="{FF2B5EF4-FFF2-40B4-BE49-F238E27FC236}">
                  <a16:creationId xmlns:a16="http://schemas.microsoft.com/office/drawing/2014/main" id="{3BF16F64-DE0C-7D6A-908D-CC2CA8FDC6A1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928339" y="5683418"/>
              <a:ext cx="0" cy="283957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hlink"/>
              </a:solidFill>
              <a:prstDash val="solid"/>
              <a:round/>
              <a:headEnd type="none" w="med" len="med"/>
              <a:tailEnd type="oval"/>
            </a:ln>
            <a:effectLst/>
          </p:spPr>
        </p:cxnSp>
        <p:sp>
          <p:nvSpPr>
            <p:cNvPr id="35" name="Textfeld 34">
              <a:extLst>
                <a:ext uri="{FF2B5EF4-FFF2-40B4-BE49-F238E27FC236}">
                  <a16:creationId xmlns:a16="http://schemas.microsoft.com/office/drawing/2014/main" id="{FCB3A451-D8D5-A8B7-354F-F5DA8B17BB63}"/>
                </a:ext>
              </a:extLst>
            </p:cNvPr>
            <p:cNvSpPr txBox="1"/>
            <p:nvPr/>
          </p:nvSpPr>
          <p:spPr bwMode="auto">
            <a:xfrm>
              <a:off x="4977392" y="5649619"/>
              <a:ext cx="716805" cy="2967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18000" tIns="46800" rIns="18000" bIns="46800" rtlCol="0">
              <a:spAutoFit/>
            </a:bodyPr>
            <a:lstStyle/>
            <a:p>
              <a:r>
                <a:rPr lang="en-US" sz="1200">
                  <a:latin typeface="Arial" panose="020B0604020202020204" pitchFamily="34" charset="0"/>
                  <a:cs typeface="Arial" panose="020B0604020202020204" pitchFamily="34" charset="0"/>
                </a:rPr>
                <a:t>Definition</a:t>
              </a:r>
            </a:p>
          </p:txBody>
        </p:sp>
        <p:sp>
          <p:nvSpPr>
            <p:cNvPr id="36" name="Textfeld 35">
              <a:extLst>
                <a:ext uri="{FF2B5EF4-FFF2-40B4-BE49-F238E27FC236}">
                  <a16:creationId xmlns:a16="http://schemas.microsoft.com/office/drawing/2014/main" id="{D2432809-84BE-EB81-5CD0-B19D03D362B9}"/>
                </a:ext>
              </a:extLst>
            </p:cNvPr>
            <p:cNvSpPr txBox="1"/>
            <p:nvPr/>
          </p:nvSpPr>
          <p:spPr bwMode="auto">
            <a:xfrm>
              <a:off x="7419305" y="4577485"/>
              <a:ext cx="1858061" cy="2944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sz="120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Product Fastener</a:t>
              </a:r>
            </a:p>
          </p:txBody>
        </p:sp>
        <p:sp>
          <p:nvSpPr>
            <p:cNvPr id="37" name="Rechteck 36">
              <a:extLst>
                <a:ext uri="{FF2B5EF4-FFF2-40B4-BE49-F238E27FC236}">
                  <a16:creationId xmlns:a16="http://schemas.microsoft.com/office/drawing/2014/main" id="{AE10DAE7-6327-5A58-8586-FFE8D0C32CB5}"/>
                </a:ext>
              </a:extLst>
            </p:cNvPr>
            <p:cNvSpPr/>
            <p:nvPr/>
          </p:nvSpPr>
          <p:spPr bwMode="auto">
            <a:xfrm>
              <a:off x="4625725" y="1704658"/>
              <a:ext cx="1281953" cy="726141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36000" tIns="45720" rIns="3600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1" i="0" u="none" cap="none" normalizeH="0" baseline="0" err="1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itchFamily="34" charset="0"/>
                </a:rPr>
                <a:t>AssemblyDefinition</a:t>
              </a:r>
              <a:endParaRPr kumimoji="0" lang="en-US" sz="1200" b="1" i="0" u="non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itchFamily="34" charset="0"/>
              </a:endParaRPr>
            </a:p>
          </p:txBody>
        </p:sp>
        <p:sp>
          <p:nvSpPr>
            <p:cNvPr id="38" name="Rechteck 37">
              <a:extLst>
                <a:ext uri="{FF2B5EF4-FFF2-40B4-BE49-F238E27FC236}">
                  <a16:creationId xmlns:a16="http://schemas.microsoft.com/office/drawing/2014/main" id="{F71EFAE5-A01E-33C7-41F9-EBF06F018FEC}"/>
                </a:ext>
              </a:extLst>
            </p:cNvPr>
            <p:cNvSpPr/>
            <p:nvPr/>
          </p:nvSpPr>
          <p:spPr bwMode="auto">
            <a:xfrm>
              <a:off x="8612965" y="824984"/>
              <a:ext cx="1281953" cy="726141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36000" tIns="45720" rIns="3600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1" i="0" u="non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itchFamily="34" charset="0"/>
                </a:rPr>
                <a:t>Part + 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200" b="1" err="1">
                  <a:latin typeface="Arial" panose="020B0604020202020204" pitchFamily="34" charset="0"/>
                  <a:cs typeface="Arial" pitchFamily="34" charset="0"/>
                </a:rPr>
                <a:t>Part</a:t>
              </a:r>
              <a:r>
                <a:rPr kumimoji="0" lang="en-US" sz="1200" b="1" i="0" u="none" cap="none" normalizeH="0" baseline="0" err="1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itchFamily="34" charset="0"/>
                </a:rPr>
                <a:t>Version</a:t>
              </a:r>
              <a:endParaRPr kumimoji="0" lang="en-US" sz="1200" b="1" i="0" u="non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itchFamily="34" charset="0"/>
              </a:endParaRPr>
            </a:p>
          </p:txBody>
        </p:sp>
        <p:cxnSp>
          <p:nvCxnSpPr>
            <p:cNvPr id="39" name="Gerade Verbindung mit Pfeil 38">
              <a:extLst>
                <a:ext uri="{FF2B5EF4-FFF2-40B4-BE49-F238E27FC236}">
                  <a16:creationId xmlns:a16="http://schemas.microsoft.com/office/drawing/2014/main" id="{36F2A378-5CB5-8399-DF33-1CCAAB29059C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9627654" y="1566578"/>
              <a:ext cx="0" cy="151369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hlink"/>
              </a:solidFill>
              <a:prstDash val="solid"/>
              <a:round/>
              <a:headEnd type="none" w="med" len="med"/>
              <a:tailEnd type="oval"/>
            </a:ln>
            <a:effectLst/>
          </p:spPr>
        </p:cxnSp>
        <p:cxnSp>
          <p:nvCxnSpPr>
            <p:cNvPr id="40" name="Gerade Verbindung mit Pfeil 39">
              <a:extLst>
                <a:ext uri="{FF2B5EF4-FFF2-40B4-BE49-F238E27FC236}">
                  <a16:creationId xmlns:a16="http://schemas.microsoft.com/office/drawing/2014/main" id="{4BB682E6-07CE-8021-1616-79EE3B3072C6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5745515" y="1382285"/>
              <a:ext cx="2867450" cy="335662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hlink"/>
              </a:solidFill>
              <a:prstDash val="solid"/>
              <a:round/>
              <a:headEnd type="none" w="med" len="med"/>
              <a:tailEnd type="oval"/>
            </a:ln>
            <a:effectLst/>
          </p:spPr>
        </p:cxnSp>
        <p:sp>
          <p:nvSpPr>
            <p:cNvPr id="41" name="Textfeld 40">
              <a:extLst>
                <a:ext uri="{FF2B5EF4-FFF2-40B4-BE49-F238E27FC236}">
                  <a16:creationId xmlns:a16="http://schemas.microsoft.com/office/drawing/2014/main" id="{D8F13963-E05B-ED8C-60A0-F9A151266C2F}"/>
                </a:ext>
              </a:extLst>
            </p:cNvPr>
            <p:cNvSpPr txBox="1"/>
            <p:nvPr/>
          </p:nvSpPr>
          <p:spPr bwMode="auto">
            <a:xfrm>
              <a:off x="5925155" y="1366583"/>
              <a:ext cx="562224" cy="2967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18000" tIns="46800" rIns="18000" bIns="46800" rtlCol="0">
              <a:spAutoFit/>
            </a:bodyPr>
            <a:lstStyle/>
            <a:p>
              <a:r>
                <a:rPr lang="en-US" sz="1200" err="1">
                  <a:latin typeface="Arial" panose="020B0604020202020204" pitchFamily="34" charset="0"/>
                  <a:cs typeface="Arial" panose="020B0604020202020204" pitchFamily="34" charset="0"/>
                </a:rPr>
                <a:t>ViewOf</a:t>
              </a:r>
              <a:endParaRPr lang="en-US" sz="1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Textfeld 41">
              <a:extLst>
                <a:ext uri="{FF2B5EF4-FFF2-40B4-BE49-F238E27FC236}">
                  <a16:creationId xmlns:a16="http://schemas.microsoft.com/office/drawing/2014/main" id="{AEA10917-F4A8-3840-D0EB-7AD8F1E13665}"/>
                </a:ext>
              </a:extLst>
            </p:cNvPr>
            <p:cNvSpPr txBox="1"/>
            <p:nvPr/>
          </p:nvSpPr>
          <p:spPr bwMode="auto">
            <a:xfrm>
              <a:off x="9678104" y="1422409"/>
              <a:ext cx="562224" cy="2967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18000" tIns="46800" rIns="18000" bIns="46800" rtlCol="0">
              <a:spAutoFit/>
            </a:bodyPr>
            <a:lstStyle/>
            <a:p>
              <a:r>
                <a:rPr lang="en-US" sz="1200" err="1">
                  <a:latin typeface="Arial" panose="020B0604020202020204" pitchFamily="34" charset="0"/>
                  <a:cs typeface="Arial" panose="020B0604020202020204" pitchFamily="34" charset="0"/>
                </a:rPr>
                <a:t>ViewOf</a:t>
              </a:r>
              <a:endParaRPr lang="en-US" sz="1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3" name="Gerade Verbindung mit Pfeil 42">
              <a:extLst>
                <a:ext uri="{FF2B5EF4-FFF2-40B4-BE49-F238E27FC236}">
                  <a16:creationId xmlns:a16="http://schemas.microsoft.com/office/drawing/2014/main" id="{CCD316F5-C467-3241-1FDF-B88AF1597192}"/>
                </a:ext>
              </a:extLst>
            </p:cNvPr>
            <p:cNvCxnSpPr>
              <a:cxnSpLocks/>
              <a:stCxn id="17" idx="3"/>
              <a:endCxn id="12" idx="1"/>
            </p:cNvCxnSpPr>
            <p:nvPr/>
          </p:nvCxnSpPr>
          <p:spPr bwMode="auto">
            <a:xfrm flipV="1">
              <a:off x="8789425" y="2081018"/>
              <a:ext cx="632481" cy="106776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hlink"/>
              </a:solidFill>
              <a:prstDash val="solid"/>
              <a:round/>
              <a:headEnd type="none" w="med" len="med"/>
              <a:tailEnd type="oval"/>
            </a:ln>
            <a:effectLst/>
          </p:spPr>
        </p:cxnSp>
        <p:sp>
          <p:nvSpPr>
            <p:cNvPr id="44" name="Textfeld 43">
              <a:extLst>
                <a:ext uri="{FF2B5EF4-FFF2-40B4-BE49-F238E27FC236}">
                  <a16:creationId xmlns:a16="http://schemas.microsoft.com/office/drawing/2014/main" id="{1021F8BA-0A11-8F18-3055-02471D0AB7C8}"/>
                </a:ext>
              </a:extLst>
            </p:cNvPr>
            <p:cNvSpPr txBox="1"/>
            <p:nvPr/>
          </p:nvSpPr>
          <p:spPr bwMode="auto">
            <a:xfrm>
              <a:off x="6193248" y="866628"/>
              <a:ext cx="1281952" cy="2944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sz="120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Assembly</a:t>
              </a:r>
            </a:p>
          </p:txBody>
        </p:sp>
        <p:sp>
          <p:nvSpPr>
            <p:cNvPr id="45" name="Textfeld 44">
              <a:extLst>
                <a:ext uri="{FF2B5EF4-FFF2-40B4-BE49-F238E27FC236}">
                  <a16:creationId xmlns:a16="http://schemas.microsoft.com/office/drawing/2014/main" id="{CA1DCAFC-F0D0-7AEA-57CA-A2954CCE0565}"/>
                </a:ext>
              </a:extLst>
            </p:cNvPr>
            <p:cNvSpPr txBox="1"/>
            <p:nvPr/>
          </p:nvSpPr>
          <p:spPr bwMode="auto">
            <a:xfrm>
              <a:off x="4051964" y="4583682"/>
              <a:ext cx="1412551" cy="2944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sz="120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Linked Parts</a:t>
              </a:r>
            </a:p>
          </p:txBody>
        </p:sp>
        <p:sp>
          <p:nvSpPr>
            <p:cNvPr id="46" name="Rechteck 45">
              <a:extLst>
                <a:ext uri="{FF2B5EF4-FFF2-40B4-BE49-F238E27FC236}">
                  <a16:creationId xmlns:a16="http://schemas.microsoft.com/office/drawing/2014/main" id="{94048CAF-F6BA-8BE7-7170-B21C83FFA1AD}"/>
                </a:ext>
              </a:extLst>
            </p:cNvPr>
            <p:cNvSpPr/>
            <p:nvPr/>
          </p:nvSpPr>
          <p:spPr bwMode="auto">
            <a:xfrm>
              <a:off x="4153393" y="2613645"/>
              <a:ext cx="951876" cy="420737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36000" tIns="45720" rIns="3600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1" i="0" u="non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itchFamily="34" charset="0"/>
                </a:rPr>
                <a:t>NAOU#1</a:t>
              </a:r>
            </a:p>
          </p:txBody>
        </p:sp>
        <p:sp>
          <p:nvSpPr>
            <p:cNvPr id="47" name="Rechteck 46">
              <a:extLst>
                <a:ext uri="{FF2B5EF4-FFF2-40B4-BE49-F238E27FC236}">
                  <a16:creationId xmlns:a16="http://schemas.microsoft.com/office/drawing/2014/main" id="{675A6BA6-7BBF-8D12-38CA-7F233D0E2018}"/>
                </a:ext>
              </a:extLst>
            </p:cNvPr>
            <p:cNvSpPr/>
            <p:nvPr/>
          </p:nvSpPr>
          <p:spPr bwMode="auto">
            <a:xfrm>
              <a:off x="5362097" y="2616700"/>
              <a:ext cx="951876" cy="420737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36000" tIns="45720" rIns="3600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1" i="0" u="none" cap="none" normalizeH="0" baseline="0" err="1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itchFamily="34" charset="0"/>
                </a:rPr>
                <a:t>NAOU#n</a:t>
              </a:r>
              <a:endParaRPr kumimoji="0" lang="en-US" sz="1200" b="1" i="0" u="non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itchFamily="34" charset="0"/>
              </a:endParaRPr>
            </a:p>
          </p:txBody>
        </p:sp>
        <p:sp>
          <p:nvSpPr>
            <p:cNvPr id="48" name="Textfeld 47">
              <a:extLst>
                <a:ext uri="{FF2B5EF4-FFF2-40B4-BE49-F238E27FC236}">
                  <a16:creationId xmlns:a16="http://schemas.microsoft.com/office/drawing/2014/main" id="{34987B8A-8730-A518-F658-9106ABCC7967}"/>
                </a:ext>
              </a:extLst>
            </p:cNvPr>
            <p:cNvSpPr txBox="1"/>
            <p:nvPr/>
          </p:nvSpPr>
          <p:spPr bwMode="auto">
            <a:xfrm>
              <a:off x="5173264" y="2616229"/>
              <a:ext cx="202218" cy="2967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18000" tIns="46800" rIns="18000" bIns="46800" rtlCol="0">
              <a:spAutoFit/>
            </a:bodyPr>
            <a:lstStyle/>
            <a:p>
              <a:r>
                <a:rPr lang="en-US" sz="120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cxnSp>
          <p:nvCxnSpPr>
            <p:cNvPr id="49" name="Gerade Verbindung mit Pfeil 48">
              <a:extLst>
                <a:ext uri="{FF2B5EF4-FFF2-40B4-BE49-F238E27FC236}">
                  <a16:creationId xmlns:a16="http://schemas.microsoft.com/office/drawing/2014/main" id="{3986EA74-F7FB-39E2-233A-1864AF28310B}"/>
                </a:ext>
              </a:extLst>
            </p:cNvPr>
            <p:cNvCxnSpPr>
              <a:cxnSpLocks/>
              <a:stCxn id="46" idx="0"/>
            </p:cNvCxnSpPr>
            <p:nvPr/>
          </p:nvCxnSpPr>
          <p:spPr bwMode="auto">
            <a:xfrm flipV="1">
              <a:off x="4629331" y="2434725"/>
              <a:ext cx="613433" cy="17892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hlink"/>
              </a:solidFill>
              <a:prstDash val="solid"/>
              <a:round/>
              <a:headEnd type="none" w="med" len="med"/>
              <a:tailEnd type="oval"/>
            </a:ln>
            <a:effectLst/>
          </p:spPr>
        </p:cxnSp>
        <p:sp>
          <p:nvSpPr>
            <p:cNvPr id="50" name="Textfeld 49">
              <a:extLst>
                <a:ext uri="{FF2B5EF4-FFF2-40B4-BE49-F238E27FC236}">
                  <a16:creationId xmlns:a16="http://schemas.microsoft.com/office/drawing/2014/main" id="{C6D9BEDE-B040-16A2-5317-689167168785}"/>
                </a:ext>
              </a:extLst>
            </p:cNvPr>
            <p:cNvSpPr txBox="1"/>
            <p:nvPr/>
          </p:nvSpPr>
          <p:spPr bwMode="auto">
            <a:xfrm>
              <a:off x="5887686" y="2341325"/>
              <a:ext cx="629463" cy="2967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18000" tIns="46800" rIns="18000" bIns="46800" rtlCol="0">
              <a:spAutoFit/>
            </a:bodyPr>
            <a:lstStyle/>
            <a:p>
              <a:r>
                <a:rPr lang="en-US" sz="1200">
                  <a:latin typeface="Arial" panose="020B0604020202020204" pitchFamily="34" charset="0"/>
                  <a:cs typeface="Arial" panose="020B0604020202020204" pitchFamily="34" charset="0"/>
                </a:rPr>
                <a:t>Relating</a:t>
              </a:r>
            </a:p>
          </p:txBody>
        </p:sp>
        <p:sp>
          <p:nvSpPr>
            <p:cNvPr id="51" name="Textfeld 50">
              <a:extLst>
                <a:ext uri="{FF2B5EF4-FFF2-40B4-BE49-F238E27FC236}">
                  <a16:creationId xmlns:a16="http://schemas.microsoft.com/office/drawing/2014/main" id="{3B0654B4-BE7D-3AB0-F49B-8832FB3AAAB0}"/>
                </a:ext>
              </a:extLst>
            </p:cNvPr>
            <p:cNvSpPr txBox="1"/>
            <p:nvPr/>
          </p:nvSpPr>
          <p:spPr bwMode="auto">
            <a:xfrm>
              <a:off x="4101653" y="2329769"/>
              <a:ext cx="635017" cy="2967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18000" tIns="46800" rIns="18000" bIns="46800" rtlCol="0">
              <a:spAutoFit/>
            </a:bodyPr>
            <a:lstStyle/>
            <a:p>
              <a:r>
                <a:rPr lang="en-US" sz="1200">
                  <a:latin typeface="Arial" panose="020B0604020202020204" pitchFamily="34" charset="0"/>
                  <a:cs typeface="Arial" panose="020B0604020202020204" pitchFamily="34" charset="0"/>
                </a:rPr>
                <a:t>Relating</a:t>
              </a:r>
            </a:p>
          </p:txBody>
        </p:sp>
        <p:cxnSp>
          <p:nvCxnSpPr>
            <p:cNvPr id="52" name="Gerade Verbindung mit Pfeil 51">
              <a:extLst>
                <a:ext uri="{FF2B5EF4-FFF2-40B4-BE49-F238E27FC236}">
                  <a16:creationId xmlns:a16="http://schemas.microsoft.com/office/drawing/2014/main" id="{3BBFF273-5897-D7D6-C75A-78F5BA5EE7CB}"/>
                </a:ext>
              </a:extLst>
            </p:cNvPr>
            <p:cNvCxnSpPr>
              <a:cxnSpLocks/>
              <a:stCxn id="47" idx="0"/>
              <a:endCxn id="37" idx="2"/>
            </p:cNvCxnSpPr>
            <p:nvPr/>
          </p:nvCxnSpPr>
          <p:spPr bwMode="auto">
            <a:xfrm flipH="1" flipV="1">
              <a:off x="5266702" y="2430799"/>
              <a:ext cx="571333" cy="185901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hlink"/>
              </a:solidFill>
              <a:prstDash val="solid"/>
              <a:round/>
              <a:headEnd type="none" w="med" len="med"/>
              <a:tailEnd type="oval"/>
            </a:ln>
            <a:effectLst/>
          </p:spPr>
        </p:cxnSp>
        <p:cxnSp>
          <p:nvCxnSpPr>
            <p:cNvPr id="53" name="Verbinder: gewinkelt 52">
              <a:extLst>
                <a:ext uri="{FF2B5EF4-FFF2-40B4-BE49-F238E27FC236}">
                  <a16:creationId xmlns:a16="http://schemas.microsoft.com/office/drawing/2014/main" id="{BA4B8611-B1E5-809A-B1E9-AFD9B50A9C86}"/>
                </a:ext>
              </a:extLst>
            </p:cNvPr>
            <p:cNvCxnSpPr>
              <a:cxnSpLocks/>
              <a:stCxn id="17" idx="1"/>
              <a:endCxn id="32" idx="1"/>
            </p:cNvCxnSpPr>
            <p:nvPr/>
          </p:nvCxnSpPr>
          <p:spPr bwMode="auto">
            <a:xfrm rot="10800000" flipV="1">
              <a:off x="4268008" y="3148778"/>
              <a:ext cx="3239464" cy="3204862"/>
            </a:xfrm>
            <a:prstGeom prst="bentConnector3">
              <a:avLst>
                <a:gd name="adj1" fmla="val 107057"/>
              </a:avLst>
            </a:prstGeom>
            <a:solidFill>
              <a:schemeClr val="accent1"/>
            </a:solidFill>
            <a:ln w="19050" cap="flat" cmpd="sng" algn="ctr">
              <a:solidFill>
                <a:schemeClr val="hlink"/>
              </a:solidFill>
              <a:prstDash val="solid"/>
              <a:round/>
              <a:headEnd type="none" w="med" len="med"/>
              <a:tailEnd type="oval"/>
            </a:ln>
            <a:effectLst/>
          </p:spPr>
        </p:cxnSp>
        <p:cxnSp>
          <p:nvCxnSpPr>
            <p:cNvPr id="54" name="Verbinder: gewinkelt 53">
              <a:extLst>
                <a:ext uri="{FF2B5EF4-FFF2-40B4-BE49-F238E27FC236}">
                  <a16:creationId xmlns:a16="http://schemas.microsoft.com/office/drawing/2014/main" id="{25198634-4CEE-993F-5526-3D9932627895}"/>
                </a:ext>
              </a:extLst>
            </p:cNvPr>
            <p:cNvCxnSpPr>
              <a:cxnSpLocks/>
              <a:stCxn id="14" idx="1"/>
            </p:cNvCxnSpPr>
            <p:nvPr/>
          </p:nvCxnSpPr>
          <p:spPr bwMode="auto">
            <a:xfrm rot="10800000" flipH="1" flipV="1">
              <a:off x="7472053" y="4231544"/>
              <a:ext cx="450117" cy="1720070"/>
            </a:xfrm>
            <a:prstGeom prst="bentConnector4">
              <a:avLst>
                <a:gd name="adj1" fmla="val -50787"/>
                <a:gd name="adj2" fmla="val 89740"/>
              </a:avLst>
            </a:prstGeom>
            <a:solidFill>
              <a:schemeClr val="accent1"/>
            </a:solidFill>
            <a:ln w="19050" cap="flat" cmpd="sng" algn="ctr">
              <a:solidFill>
                <a:schemeClr val="hlink"/>
              </a:solidFill>
              <a:prstDash val="solid"/>
              <a:round/>
              <a:headEnd type="none" w="med" len="med"/>
              <a:tailEnd type="oval"/>
            </a:ln>
            <a:effectLst/>
          </p:spPr>
        </p:cxnSp>
        <p:cxnSp>
          <p:nvCxnSpPr>
            <p:cNvPr id="55" name="Gerade Verbindung mit Pfeil 54">
              <a:extLst>
                <a:ext uri="{FF2B5EF4-FFF2-40B4-BE49-F238E27FC236}">
                  <a16:creationId xmlns:a16="http://schemas.microsoft.com/office/drawing/2014/main" id="{92336E13-4170-BE57-4160-9414CD553B7B}"/>
                </a:ext>
              </a:extLst>
            </p:cNvPr>
            <p:cNvCxnSpPr>
              <a:cxnSpLocks/>
              <a:stCxn id="13" idx="0"/>
              <a:endCxn id="47" idx="2"/>
            </p:cNvCxnSpPr>
            <p:nvPr/>
          </p:nvCxnSpPr>
          <p:spPr bwMode="auto">
            <a:xfrm flipH="1" flipV="1">
              <a:off x="5838035" y="3037437"/>
              <a:ext cx="2477920" cy="2945169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hlink"/>
              </a:solidFill>
              <a:prstDash val="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56" name="Gerade Verbindung mit Pfeil 55">
              <a:extLst>
                <a:ext uri="{FF2B5EF4-FFF2-40B4-BE49-F238E27FC236}">
                  <a16:creationId xmlns:a16="http://schemas.microsoft.com/office/drawing/2014/main" id="{70F9C960-5DCE-1146-37DC-8A02FF8AEEAC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4296358" y="3034382"/>
              <a:ext cx="624815" cy="2965535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hlink"/>
              </a:solidFill>
              <a:prstDash val="dash"/>
              <a:round/>
              <a:headEnd type="none" w="med" len="med"/>
              <a:tailEnd type="none"/>
            </a:ln>
            <a:effectLst/>
          </p:spPr>
        </p:cxnSp>
        <p:sp>
          <p:nvSpPr>
            <p:cNvPr id="57" name="Textfeld 56">
              <a:extLst>
                <a:ext uri="{FF2B5EF4-FFF2-40B4-BE49-F238E27FC236}">
                  <a16:creationId xmlns:a16="http://schemas.microsoft.com/office/drawing/2014/main" id="{CF0EA52B-CA0C-E418-B7A1-87018F32DCD3}"/>
                </a:ext>
              </a:extLst>
            </p:cNvPr>
            <p:cNvSpPr txBox="1"/>
            <p:nvPr/>
          </p:nvSpPr>
          <p:spPr bwMode="auto">
            <a:xfrm>
              <a:off x="4044461" y="3242474"/>
              <a:ext cx="916642" cy="2967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18000" tIns="46800" rIns="18000" bIns="46800" rtlCol="0">
              <a:spAutoFit/>
            </a:bodyPr>
            <a:lstStyle/>
            <a:p>
              <a:r>
                <a:rPr lang="en-US" sz="120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Effectivity#1</a:t>
              </a:r>
            </a:p>
          </p:txBody>
        </p:sp>
        <p:sp>
          <p:nvSpPr>
            <p:cNvPr id="58" name="Textfeld 57">
              <a:extLst>
                <a:ext uri="{FF2B5EF4-FFF2-40B4-BE49-F238E27FC236}">
                  <a16:creationId xmlns:a16="http://schemas.microsoft.com/office/drawing/2014/main" id="{95BF306C-13C3-B69E-0997-D3D23683D8E7}"/>
                </a:ext>
              </a:extLst>
            </p:cNvPr>
            <p:cNvSpPr txBox="1"/>
            <p:nvPr/>
          </p:nvSpPr>
          <p:spPr bwMode="auto">
            <a:xfrm>
              <a:off x="5518480" y="3245528"/>
              <a:ext cx="916642" cy="2967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18000" tIns="46800" rIns="18000" bIns="46800" rtlCol="0">
              <a:spAutoFit/>
            </a:bodyPr>
            <a:lstStyle/>
            <a:p>
              <a:r>
                <a:rPr lang="en-US" sz="120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Effectivity#n</a:t>
              </a:r>
              <a:endParaRPr lang="en-US" sz="12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Textfeld 58">
              <a:extLst>
                <a:ext uri="{FF2B5EF4-FFF2-40B4-BE49-F238E27FC236}">
                  <a16:creationId xmlns:a16="http://schemas.microsoft.com/office/drawing/2014/main" id="{3E624D50-59E6-124C-8405-5D98391ED0B9}"/>
                </a:ext>
              </a:extLst>
            </p:cNvPr>
            <p:cNvSpPr txBox="1"/>
            <p:nvPr/>
          </p:nvSpPr>
          <p:spPr bwMode="auto">
            <a:xfrm>
              <a:off x="10015048" y="4610450"/>
              <a:ext cx="728733" cy="4930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18000" tIns="46800" rIns="18000" bIns="46800" rtlCol="0">
              <a:spAutoFit/>
            </a:bodyPr>
            <a:lstStyle/>
            <a:p>
              <a:r>
                <a:rPr lang="en-US" sz="120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Instance</a:t>
              </a:r>
              <a:br>
                <a:rPr lang="en-US" sz="120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120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Attributes</a:t>
              </a:r>
            </a:p>
          </p:txBody>
        </p:sp>
        <p:sp>
          <p:nvSpPr>
            <p:cNvPr id="60" name="Textfeld 59">
              <a:extLst>
                <a:ext uri="{FF2B5EF4-FFF2-40B4-BE49-F238E27FC236}">
                  <a16:creationId xmlns:a16="http://schemas.microsoft.com/office/drawing/2014/main" id="{6C3D78C7-9007-E2CD-A1B0-FDBAF4F39A63}"/>
                </a:ext>
              </a:extLst>
            </p:cNvPr>
            <p:cNvSpPr txBox="1"/>
            <p:nvPr/>
          </p:nvSpPr>
          <p:spPr bwMode="auto">
            <a:xfrm>
              <a:off x="6867981" y="5005974"/>
              <a:ext cx="790074" cy="4930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18000" tIns="46800" rIns="18000" bIns="46800" rtlCol="0">
              <a:spAutoFit/>
            </a:bodyPr>
            <a:lstStyle/>
            <a:p>
              <a:r>
                <a:rPr lang="en-US" sz="120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Reference</a:t>
              </a:r>
              <a:br>
                <a:rPr lang="en-US" sz="120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120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Attributes</a:t>
              </a:r>
            </a:p>
          </p:txBody>
        </p:sp>
        <p:sp>
          <p:nvSpPr>
            <p:cNvPr id="61" name="Textfeld 60">
              <a:extLst>
                <a:ext uri="{FF2B5EF4-FFF2-40B4-BE49-F238E27FC236}">
                  <a16:creationId xmlns:a16="http://schemas.microsoft.com/office/drawing/2014/main" id="{B3E59220-F668-0BC7-270B-B265F01B644B}"/>
                </a:ext>
              </a:extLst>
            </p:cNvPr>
            <p:cNvSpPr txBox="1"/>
            <p:nvPr/>
          </p:nvSpPr>
          <p:spPr bwMode="auto">
            <a:xfrm>
              <a:off x="10148558" y="2484748"/>
              <a:ext cx="635017" cy="2967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18000" tIns="46800" rIns="18000" bIns="46800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Relating</a:t>
              </a:r>
            </a:p>
          </p:txBody>
        </p:sp>
        <p:sp>
          <p:nvSpPr>
            <p:cNvPr id="62" name="Rechteck 61">
              <a:extLst>
                <a:ext uri="{FF2B5EF4-FFF2-40B4-BE49-F238E27FC236}">
                  <a16:creationId xmlns:a16="http://schemas.microsoft.com/office/drawing/2014/main" id="{189CA1C1-4517-1712-3B62-43EF6F1B0B30}"/>
                </a:ext>
              </a:extLst>
            </p:cNvPr>
            <p:cNvSpPr/>
            <p:nvPr/>
          </p:nvSpPr>
          <p:spPr bwMode="auto">
            <a:xfrm>
              <a:off x="9419718" y="3868473"/>
              <a:ext cx="1281953" cy="726141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36000" tIns="45720" rIns="3600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de-DE" sz="1200" b="1" dirty="0" err="1">
                  <a:latin typeface="Arial" panose="020B0604020202020204" pitchFamily="34" charset="0"/>
                  <a:cs typeface="Arial" pitchFamily="34" charset="0"/>
                </a:rPr>
                <a:t>ViewOccurrenceRelationship</a:t>
              </a:r>
              <a:endParaRPr lang="en-US" sz="1200" b="1" dirty="0">
                <a:latin typeface="Arial" panose="020B0604020202020204" pitchFamily="34" charset="0"/>
                <a:cs typeface="Arial" pitchFamily="34" charset="0"/>
              </a:endParaRPr>
            </a:p>
          </p:txBody>
        </p:sp>
        <p:sp>
          <p:nvSpPr>
            <p:cNvPr id="63" name="Textfeld 62">
              <a:extLst>
                <a:ext uri="{FF2B5EF4-FFF2-40B4-BE49-F238E27FC236}">
                  <a16:creationId xmlns:a16="http://schemas.microsoft.com/office/drawing/2014/main" id="{49FE3BEC-CEBE-B0CA-D889-B6FDC1E89D38}"/>
                </a:ext>
              </a:extLst>
            </p:cNvPr>
            <p:cNvSpPr txBox="1"/>
            <p:nvPr/>
          </p:nvSpPr>
          <p:spPr bwMode="auto">
            <a:xfrm>
              <a:off x="10784435" y="3732798"/>
              <a:ext cx="1281952" cy="4907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sz="120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Product</a:t>
              </a:r>
              <a:br>
                <a:rPr lang="en-US" sz="120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120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Fastener</a:t>
              </a:r>
            </a:p>
          </p:txBody>
        </p:sp>
        <p:cxnSp>
          <p:nvCxnSpPr>
            <p:cNvPr id="64" name="Gerade Verbindung mit Pfeil 63">
              <a:extLst>
                <a:ext uri="{FF2B5EF4-FFF2-40B4-BE49-F238E27FC236}">
                  <a16:creationId xmlns:a16="http://schemas.microsoft.com/office/drawing/2014/main" id="{46FFF54B-B43F-19AE-23C6-EF12BFF45F2B}"/>
                </a:ext>
              </a:extLst>
            </p:cNvPr>
            <p:cNvCxnSpPr>
              <a:cxnSpLocks/>
              <a:stCxn id="62" idx="2"/>
              <a:endCxn id="13" idx="3"/>
            </p:cNvCxnSpPr>
            <p:nvPr/>
          </p:nvCxnSpPr>
          <p:spPr bwMode="auto">
            <a:xfrm flipH="1">
              <a:off x="8956931" y="4594614"/>
              <a:ext cx="1103764" cy="1751063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hlink"/>
              </a:solidFill>
              <a:prstDash val="solid"/>
              <a:round/>
              <a:headEnd type="none" w="med" len="med"/>
              <a:tailEnd type="oval"/>
            </a:ln>
            <a:effectLst/>
          </p:spPr>
        </p:cxnSp>
        <p:sp>
          <p:nvSpPr>
            <p:cNvPr id="65" name="Textfeld 64">
              <a:extLst>
                <a:ext uri="{FF2B5EF4-FFF2-40B4-BE49-F238E27FC236}">
                  <a16:creationId xmlns:a16="http://schemas.microsoft.com/office/drawing/2014/main" id="{4B087FB8-D55C-4354-8E96-86EB7115006B}"/>
                </a:ext>
              </a:extLst>
            </p:cNvPr>
            <p:cNvSpPr txBox="1"/>
            <p:nvPr/>
          </p:nvSpPr>
          <p:spPr bwMode="auto">
            <a:xfrm>
              <a:off x="9293945" y="5544675"/>
              <a:ext cx="599234" cy="2967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18000" tIns="46800" rIns="18000" bIns="46800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Related</a:t>
              </a:r>
            </a:p>
          </p:txBody>
        </p:sp>
        <p:sp>
          <p:nvSpPr>
            <p:cNvPr id="67" name="Textfeld 66">
              <a:extLst>
                <a:ext uri="{FF2B5EF4-FFF2-40B4-BE49-F238E27FC236}">
                  <a16:creationId xmlns:a16="http://schemas.microsoft.com/office/drawing/2014/main" id="{EFD8373C-91B5-2E0E-B834-C713CA8DA351}"/>
                </a:ext>
              </a:extLst>
            </p:cNvPr>
            <p:cNvSpPr txBox="1"/>
            <p:nvPr/>
          </p:nvSpPr>
          <p:spPr bwMode="auto">
            <a:xfrm>
              <a:off x="10084506" y="3564204"/>
              <a:ext cx="881609" cy="2967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18000" tIns="46800" rIns="18000" bIns="46800" rtlCol="0">
              <a:spAutoFit/>
            </a:bodyPr>
            <a:lstStyle/>
            <a:p>
              <a:r>
                <a:rPr lang="en-US" sz="1200" dirty="0" err="1">
                  <a:highlight>
                    <a:srgbClr val="00FF00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MatingType</a:t>
              </a:r>
              <a:endParaRPr lang="en-US" sz="1200" dirty="0"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" name="Rechteck 67">
              <a:extLst>
                <a:ext uri="{FF2B5EF4-FFF2-40B4-BE49-F238E27FC236}">
                  <a16:creationId xmlns:a16="http://schemas.microsoft.com/office/drawing/2014/main" id="{E70A9469-F8FD-8B3C-0C85-C6581A4CE54D}"/>
                </a:ext>
              </a:extLst>
            </p:cNvPr>
            <p:cNvSpPr/>
            <p:nvPr/>
          </p:nvSpPr>
          <p:spPr bwMode="auto">
            <a:xfrm>
              <a:off x="6020500" y="5990925"/>
              <a:ext cx="1302692" cy="726141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36000" tIns="45720" rIns="3600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1" i="0" u="none" strike="noStrike" cap="none" normalizeH="0" baseline="0" err="1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itchFamily="34" charset="0"/>
                </a:rPr>
                <a:t>OccurrenceRelationship</a:t>
              </a:r>
              <a:endParaRPr kumimoji="0" 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itchFamily="34" charset="0"/>
              </a:endParaRPr>
            </a:p>
          </p:txBody>
        </p:sp>
        <p:cxnSp>
          <p:nvCxnSpPr>
            <p:cNvPr id="69" name="Gerade Verbindung mit Pfeil 68">
              <a:extLst>
                <a:ext uri="{FF2B5EF4-FFF2-40B4-BE49-F238E27FC236}">
                  <a16:creationId xmlns:a16="http://schemas.microsoft.com/office/drawing/2014/main" id="{C76EC52B-AF9E-16EF-5745-BA187E36B242}"/>
                </a:ext>
              </a:extLst>
            </p:cNvPr>
            <p:cNvCxnSpPr>
              <a:cxnSpLocks/>
              <a:endCxn id="13" idx="1"/>
            </p:cNvCxnSpPr>
            <p:nvPr/>
          </p:nvCxnSpPr>
          <p:spPr bwMode="auto">
            <a:xfrm flipV="1">
              <a:off x="7331580" y="6345677"/>
              <a:ext cx="343398" cy="6761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hlink"/>
              </a:solidFill>
              <a:prstDash val="solid"/>
              <a:round/>
              <a:headEnd type="none" w="med" len="med"/>
              <a:tailEnd type="oval"/>
            </a:ln>
            <a:effectLst/>
          </p:spPr>
        </p:cxnSp>
        <p:cxnSp>
          <p:nvCxnSpPr>
            <p:cNvPr id="70" name="Gerade Verbindung mit Pfeil 69">
              <a:extLst>
                <a:ext uri="{FF2B5EF4-FFF2-40B4-BE49-F238E27FC236}">
                  <a16:creationId xmlns:a16="http://schemas.microsoft.com/office/drawing/2014/main" id="{84B4265D-010D-A32F-C236-80DB0C34F1EA}"/>
                </a:ext>
              </a:extLst>
            </p:cNvPr>
            <p:cNvCxnSpPr>
              <a:cxnSpLocks/>
              <a:stCxn id="68" idx="1"/>
              <a:endCxn id="32" idx="3"/>
            </p:cNvCxnSpPr>
            <p:nvPr/>
          </p:nvCxnSpPr>
          <p:spPr bwMode="auto">
            <a:xfrm flipH="1" flipV="1">
              <a:off x="5549961" y="6353640"/>
              <a:ext cx="470539" cy="356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hlink"/>
              </a:solidFill>
              <a:prstDash val="solid"/>
              <a:round/>
              <a:headEnd type="none" w="med" len="med"/>
              <a:tailEnd type="oval"/>
            </a:ln>
            <a:effectLst/>
          </p:spPr>
        </p:cxnSp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6E95244F-5237-D3F3-1E9A-DAEBE4EA8E14}"/>
                </a:ext>
              </a:extLst>
            </p:cNvPr>
            <p:cNvSpPr txBox="1"/>
            <p:nvPr/>
          </p:nvSpPr>
          <p:spPr bwMode="auto">
            <a:xfrm>
              <a:off x="5505714" y="5945871"/>
              <a:ext cx="599234" cy="2967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18000" tIns="46800" rIns="18000" bIns="46800" rtlCol="0">
              <a:spAutoFit/>
            </a:bodyPr>
            <a:lstStyle/>
            <a:p>
              <a:r>
                <a:rPr lang="en-US" sz="1200">
                  <a:latin typeface="Arial" panose="020B0604020202020204" pitchFamily="34" charset="0"/>
                  <a:cs typeface="Arial" panose="020B0604020202020204" pitchFamily="34" charset="0"/>
                </a:rPr>
                <a:t>Related</a:t>
              </a:r>
            </a:p>
          </p:txBody>
        </p:sp>
        <p:sp>
          <p:nvSpPr>
            <p:cNvPr id="72" name="Textfeld 71">
              <a:extLst>
                <a:ext uri="{FF2B5EF4-FFF2-40B4-BE49-F238E27FC236}">
                  <a16:creationId xmlns:a16="http://schemas.microsoft.com/office/drawing/2014/main" id="{A4EBB41C-FEBF-60B6-96A9-BFF892DD3DF5}"/>
                </a:ext>
              </a:extLst>
            </p:cNvPr>
            <p:cNvSpPr txBox="1"/>
            <p:nvPr/>
          </p:nvSpPr>
          <p:spPr bwMode="auto">
            <a:xfrm>
              <a:off x="7184080" y="5935328"/>
              <a:ext cx="635017" cy="2967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18000" tIns="46800" rIns="18000" bIns="46800" rtlCol="0">
              <a:spAutoFit/>
            </a:bodyPr>
            <a:lstStyle/>
            <a:p>
              <a:r>
                <a:rPr lang="en-US" sz="1200">
                  <a:latin typeface="Arial" panose="020B0604020202020204" pitchFamily="34" charset="0"/>
                  <a:cs typeface="Arial" panose="020B0604020202020204" pitchFamily="34" charset="0"/>
                </a:rPr>
                <a:t>Relating</a:t>
              </a:r>
            </a:p>
          </p:txBody>
        </p:sp>
        <p:sp>
          <p:nvSpPr>
            <p:cNvPr id="73" name="Textfeld 72">
              <a:extLst>
                <a:ext uri="{FF2B5EF4-FFF2-40B4-BE49-F238E27FC236}">
                  <a16:creationId xmlns:a16="http://schemas.microsoft.com/office/drawing/2014/main" id="{E3C5E3CA-6093-3EB2-9AFC-2C7CF3CE064B}"/>
                </a:ext>
              </a:extLst>
            </p:cNvPr>
            <p:cNvSpPr txBox="1"/>
            <p:nvPr/>
          </p:nvSpPr>
          <p:spPr bwMode="auto">
            <a:xfrm>
              <a:off x="6082497" y="5504119"/>
              <a:ext cx="1514283" cy="4930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18000" tIns="46800" rIns="18000" bIns="46800" rtlCol="0">
              <a:spAutoFit/>
            </a:bodyPr>
            <a:lstStyle>
              <a:defPPr>
                <a:defRPr lang="fr-FR"/>
              </a:defPPr>
              <a:lvl1pPr>
                <a:defRPr sz="1400">
                  <a:solidFill>
                    <a:srgbClr val="FF0000"/>
                  </a:solidFill>
                  <a:latin typeface="Calibri" pitchFamily="34" charset="0"/>
                </a:defRPr>
              </a:lvl1pPr>
            </a:lstStyle>
            <a:p>
              <a:r>
                <a:rPr lang="en-US" sz="1200">
                  <a:latin typeface="Arial" panose="020B0604020202020204" pitchFamily="34" charset="0"/>
                  <a:cs typeface="Arial" panose="020B0604020202020204" pitchFamily="34" charset="0"/>
                </a:rPr>
                <a:t>Drill Diameter</a:t>
              </a:r>
            </a:p>
            <a:p>
              <a:r>
                <a:rPr lang="en-US" sz="1200">
                  <a:latin typeface="Arial" panose="020B0604020202020204" pitchFamily="34" charset="0"/>
                  <a:cs typeface="Arial" panose="020B0604020202020204" pitchFamily="34" charset="0"/>
                </a:rPr>
                <a:t>Drill Tolerance </a:t>
              </a:r>
            </a:p>
          </p:txBody>
        </p: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461963B2-408A-67FC-3A9D-32ED998F1FF2}"/>
              </a:ext>
            </a:extLst>
          </p:cNvPr>
          <p:cNvSpPr txBox="1"/>
          <p:nvPr/>
        </p:nvSpPr>
        <p:spPr>
          <a:xfrm>
            <a:off x="5497024" y="4010840"/>
            <a:ext cx="1113260" cy="492443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 sz="1600">
                <a:solidFill>
                  <a:srgbClr val="333333"/>
                </a:solidFill>
                <a:highlight>
                  <a:srgbClr val="FFFF00"/>
                </a:highlight>
                <a:cs typeface="Segoe UI"/>
              </a:rPr>
              <a:t>Optional</a:t>
            </a:r>
            <a:br>
              <a:rPr lang="en-US" sz="1600">
                <a:solidFill>
                  <a:srgbClr val="333333"/>
                </a:solidFill>
                <a:highlight>
                  <a:srgbClr val="FFFF00"/>
                </a:highlight>
                <a:cs typeface="Segoe UI"/>
              </a:rPr>
            </a:br>
            <a:r>
              <a:rPr lang="en-US" sz="1600">
                <a:solidFill>
                  <a:srgbClr val="333333"/>
                </a:solidFill>
                <a:highlight>
                  <a:srgbClr val="FFFF00"/>
                </a:highlight>
                <a:cs typeface="Segoe UI"/>
              </a:rPr>
              <a:t>=&gt; no Todo</a:t>
            </a:r>
          </a:p>
        </p:txBody>
      </p:sp>
      <p:pic>
        <p:nvPicPr>
          <p:cNvPr id="80" name="Picture 79" descr="A yellow and black rectangle with black text&#10;&#10;Description automatically generated">
            <a:extLst>
              <a:ext uri="{FF2B5EF4-FFF2-40B4-BE49-F238E27FC236}">
                <a16:creationId xmlns:a16="http://schemas.microsoft.com/office/drawing/2014/main" id="{F67E4FFF-8EAC-4102-2FFF-CBA64A506E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5958" y="1828128"/>
            <a:ext cx="1113872" cy="402349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75C22636-0492-48DC-D63D-9069F132BC78}"/>
              </a:ext>
            </a:extLst>
          </p:cNvPr>
          <p:cNvSpPr txBox="1"/>
          <p:nvPr/>
        </p:nvSpPr>
        <p:spPr>
          <a:xfrm>
            <a:off x="7132915" y="1825437"/>
            <a:ext cx="1113260" cy="492443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 sz="1600">
                <a:solidFill>
                  <a:srgbClr val="333333"/>
                </a:solidFill>
                <a:highlight>
                  <a:srgbClr val="FFFF00"/>
                </a:highlight>
                <a:cs typeface="Segoe UI"/>
              </a:rPr>
              <a:t>Optional</a:t>
            </a:r>
            <a:br>
              <a:rPr lang="en-US" sz="1600">
                <a:solidFill>
                  <a:srgbClr val="333333"/>
                </a:solidFill>
                <a:highlight>
                  <a:srgbClr val="FFFF00"/>
                </a:highlight>
                <a:cs typeface="Segoe UI"/>
              </a:rPr>
            </a:br>
            <a:r>
              <a:rPr lang="en-US" sz="1600">
                <a:solidFill>
                  <a:srgbClr val="333333"/>
                </a:solidFill>
                <a:highlight>
                  <a:srgbClr val="FFFF00"/>
                </a:highlight>
                <a:cs typeface="Segoe UI"/>
              </a:rPr>
              <a:t>=&gt; no Todo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A6AF4B3-2C57-5DFD-9500-536F47440DE7}"/>
              </a:ext>
            </a:extLst>
          </p:cNvPr>
          <p:cNvSpPr txBox="1"/>
          <p:nvPr/>
        </p:nvSpPr>
        <p:spPr>
          <a:xfrm>
            <a:off x="4990307" y="3657013"/>
            <a:ext cx="1633328" cy="246221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 sz="1600">
                <a:solidFill>
                  <a:srgbClr val="FF0000"/>
                </a:solidFill>
                <a:highlight>
                  <a:srgbClr val="FFFF00"/>
                </a:highlight>
                <a:cs typeface="Segoe UI"/>
              </a:rPr>
              <a:t>Mandatory =&gt; !?!</a:t>
            </a:r>
            <a:endParaRPr lang="en-US">
              <a:cs typeface="Segoe UI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44CC323-F3CC-B830-D004-5DB64C55DC71}"/>
              </a:ext>
            </a:extLst>
          </p:cNvPr>
          <p:cNvSpPr txBox="1"/>
          <p:nvPr/>
        </p:nvSpPr>
        <p:spPr>
          <a:xfrm>
            <a:off x="10047992" y="3303186"/>
            <a:ext cx="1102858" cy="246221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 sz="1600" err="1">
                <a:solidFill>
                  <a:srgbClr val="FF0000"/>
                </a:solidFill>
                <a:highlight>
                  <a:srgbClr val="FFFF00"/>
                </a:highlight>
                <a:cs typeface="Segoe UI"/>
              </a:rPr>
              <a:t>ClassifiedAs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6CC8A35-3721-7A61-4815-3C148B10D805}"/>
              </a:ext>
            </a:extLst>
          </p:cNvPr>
          <p:cNvSpPr txBox="1"/>
          <p:nvPr/>
        </p:nvSpPr>
        <p:spPr>
          <a:xfrm>
            <a:off x="9684962" y="493383"/>
            <a:ext cx="2132593" cy="861774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solidFill>
                  <a:srgbClr val="FF0000"/>
                </a:solidFill>
                <a:highlight>
                  <a:srgbClr val="FFFF00"/>
                </a:highlight>
                <a:cs typeface="Segoe UI"/>
              </a:rPr>
              <a:t>Multiple </a:t>
            </a:r>
            <a:r>
              <a:rPr lang="en-US" sz="1400" err="1">
                <a:solidFill>
                  <a:srgbClr val="FF0000"/>
                </a:solidFill>
                <a:highlight>
                  <a:srgbClr val="FFFF00"/>
                </a:highlight>
                <a:cs typeface="Segoe UI"/>
              </a:rPr>
              <a:t>MatingDefinitions</a:t>
            </a:r>
            <a:endParaRPr lang="en-US" sz="1400">
              <a:solidFill>
                <a:srgbClr val="FF0000"/>
              </a:solidFill>
              <a:highlight>
                <a:srgbClr val="FFFF00"/>
              </a:highlight>
              <a:cs typeface="Segoe UI"/>
            </a:endParaRPr>
          </a:p>
          <a:p>
            <a:pPr algn="ctr"/>
            <a:r>
              <a:rPr lang="en-US" sz="1400">
                <a:solidFill>
                  <a:srgbClr val="FF0000"/>
                </a:solidFill>
                <a:highlight>
                  <a:srgbClr val="FFFF00"/>
                </a:highlight>
                <a:cs typeface="Segoe UI"/>
              </a:rPr>
              <a:t>rather than multiple </a:t>
            </a:r>
            <a:r>
              <a:rPr lang="en-US" sz="1400" err="1">
                <a:solidFill>
                  <a:srgbClr val="FF0000"/>
                </a:solidFill>
                <a:highlight>
                  <a:srgbClr val="FFFF00"/>
                </a:highlight>
                <a:cs typeface="Segoe UI"/>
              </a:rPr>
              <a:t>MatedPartRelationship</a:t>
            </a:r>
            <a:r>
              <a:rPr lang="en-US" sz="1400">
                <a:solidFill>
                  <a:srgbClr val="FF0000"/>
                </a:solidFill>
                <a:highlight>
                  <a:srgbClr val="FFFF00"/>
                </a:highlight>
                <a:cs typeface="Segoe UI"/>
              </a:rPr>
              <a:t> chains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642600B-2146-8017-62EF-73A60F06BE1E}"/>
              </a:ext>
            </a:extLst>
          </p:cNvPr>
          <p:cNvSpPr txBox="1"/>
          <p:nvPr/>
        </p:nvSpPr>
        <p:spPr>
          <a:xfrm>
            <a:off x="9226771" y="5722303"/>
            <a:ext cx="2711489" cy="738664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dirty="0">
                <a:highlight>
                  <a:srgbClr val="FFFF00"/>
                </a:highlight>
                <a:cs typeface="Segoe UI"/>
              </a:rPr>
              <a:t>Does not support </a:t>
            </a:r>
            <a:r>
              <a:rPr lang="en-US" sz="1600" err="1">
                <a:highlight>
                  <a:srgbClr val="FFFF00"/>
                </a:highlight>
                <a:cs typeface="Segoe UI"/>
              </a:rPr>
              <a:t>SpecifiedOccurrence</a:t>
            </a:r>
            <a:br>
              <a:rPr lang="en-US" sz="1600" dirty="0">
                <a:highlight>
                  <a:srgbClr val="FFFF00"/>
                </a:highlight>
                <a:cs typeface="Segoe UI"/>
              </a:rPr>
            </a:br>
            <a:r>
              <a:rPr lang="en-US" sz="1600" dirty="0">
                <a:highlight>
                  <a:srgbClr val="FFFF00"/>
                </a:highlight>
                <a:cs typeface="Segoe UI"/>
              </a:rPr>
              <a:t>=&gt; use </a:t>
            </a:r>
            <a:r>
              <a:rPr lang="en-US" sz="1600" err="1">
                <a:highlight>
                  <a:srgbClr val="FFFF00"/>
                </a:highlight>
                <a:cs typeface="Segoe UI"/>
              </a:rPr>
              <a:t>MatedPartAssociation</a:t>
            </a:r>
            <a:endParaRPr lang="en-US" sz="1600">
              <a:highlight>
                <a:srgbClr val="FFFF00"/>
              </a:highlight>
              <a:cs typeface="Segoe UI"/>
            </a:endParaRPr>
          </a:p>
        </p:txBody>
      </p:sp>
      <p:cxnSp>
        <p:nvCxnSpPr>
          <p:cNvPr id="78" name="Gerade Verbindung mit Pfeil 77">
            <a:extLst>
              <a:ext uri="{FF2B5EF4-FFF2-40B4-BE49-F238E27FC236}">
                <a16:creationId xmlns:a16="http://schemas.microsoft.com/office/drawing/2014/main" id="{0671A0BD-D580-3EFF-8EAD-0AF7A3941B9F}"/>
              </a:ext>
            </a:extLst>
          </p:cNvPr>
          <p:cNvCxnSpPr>
            <a:cxnSpLocks/>
            <a:stCxn id="62" idx="0"/>
            <a:endCxn id="12" idx="2"/>
          </p:cNvCxnSpPr>
          <p:nvPr/>
        </p:nvCxnSpPr>
        <p:spPr bwMode="auto">
          <a:xfrm flipV="1">
            <a:off x="9945637" y="2508083"/>
            <a:ext cx="2059" cy="134001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hlink"/>
            </a:solidFill>
            <a:prstDash val="solid"/>
            <a:round/>
            <a:headEnd type="none" w="med" len="med"/>
            <a:tailEnd type="oval"/>
          </a:ln>
          <a:effectLst/>
        </p:spPr>
      </p:cxnSp>
    </p:spTree>
    <p:extLst>
      <p:ext uri="{BB962C8B-B14F-4D97-AF65-F5344CB8AC3E}">
        <p14:creationId xmlns:p14="http://schemas.microsoft.com/office/powerpoint/2010/main" val="828243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81B368-364A-1694-CB03-F283BCE65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DomainModel</a:t>
            </a:r>
            <a:r>
              <a:rPr lang="en-US" dirty="0"/>
              <a:t> Proposal for Edition 5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D432918-A44C-C8E4-2501-1528FC294E4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 err="1"/>
              <a:t>MBx</a:t>
            </a:r>
            <a:r>
              <a:rPr lang="en-US" noProof="0" dirty="0"/>
              <a:t>-IF Leadership Meeting 17.02.25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51D5C07-9BEA-A5D8-96EE-851B126F35C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0FD2C4-56EC-4F07-B0B8-CEAC86EF6E31}" type="slidenum">
              <a:rPr lang="en-US" noProof="0" smtClean="0"/>
              <a:pPr/>
              <a:t>8</a:t>
            </a:fld>
            <a:endParaRPr lang="en-US" noProof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C926C57-F8AC-3910-99B9-66ABDD9CC04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sz="2000" b="0" i="0" dirty="0">
                <a:solidFill>
                  <a:srgbClr val="0070C0"/>
                </a:solidFill>
                <a:effectLst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TCSC410303-2318</a:t>
            </a:r>
            <a:endParaRPr lang="de-DE" sz="2000" b="0" i="0" dirty="0">
              <a:solidFill>
                <a:srgbClr val="0070C0"/>
              </a:solidFill>
              <a:effectLst/>
            </a:endParaRPr>
          </a:p>
          <a:p>
            <a:endParaRPr lang="en-US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0417D4F-1621-8DCF-0A2B-3552292BC6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382912"/>
            <a:ext cx="3618901" cy="5078055"/>
          </a:xfrm>
        </p:spPr>
        <p:txBody>
          <a:bodyPr vert="horz" lIns="0" tIns="0" rIns="0" bIns="0" rtlCol="0" anchor="t">
            <a:normAutofit fontScale="77500" lnSpcReduction="20000"/>
          </a:bodyPr>
          <a:lstStyle/>
          <a:p>
            <a:pPr marL="229870" indent="-229870"/>
            <a:r>
              <a:rPr lang="en-US" sz="1400" dirty="0"/>
              <a:t>Deprecate </a:t>
            </a:r>
            <a:r>
              <a:rPr lang="en-US" sz="1400" dirty="0" err="1"/>
              <a:t>MatingDefinition</a:t>
            </a:r>
            <a:r>
              <a:rPr lang="en-US" sz="1400" dirty="0"/>
              <a:t> (creates a second assembly structure rather than referencing the design product structure), and does not support multiple Mating Groups on the same </a:t>
            </a:r>
            <a:r>
              <a:rPr lang="en-US" sz="1400" dirty="0" err="1"/>
              <a:t>AssemblyDefinition</a:t>
            </a:r>
            <a:r>
              <a:rPr lang="en-US" sz="1400" dirty="0"/>
              <a:t> (with same </a:t>
            </a:r>
            <a:r>
              <a:rPr lang="en-US" sz="1400" dirty="0" err="1"/>
              <a:t>InitialContext</a:t>
            </a:r>
            <a:r>
              <a:rPr lang="en-US" sz="1400" dirty="0"/>
              <a:t>)</a:t>
            </a:r>
          </a:p>
          <a:p>
            <a:pPr marL="229870" indent="-229870"/>
            <a:r>
              <a:rPr lang="en-US" sz="1400" dirty="0"/>
              <a:t>Deprecate </a:t>
            </a:r>
            <a:r>
              <a:rPr lang="en-US" sz="1400" dirty="0" err="1"/>
              <a:t>MatedPartAssociation</a:t>
            </a:r>
            <a:r>
              <a:rPr lang="en-US" sz="1400" dirty="0"/>
              <a:t> and </a:t>
            </a:r>
            <a:r>
              <a:rPr lang="en-US" sz="1400" dirty="0" err="1"/>
              <a:t>MatedPartRelationship</a:t>
            </a:r>
            <a:r>
              <a:rPr lang="en-US" sz="1400" dirty="0"/>
              <a:t> (too limited)</a:t>
            </a:r>
          </a:p>
          <a:p>
            <a:pPr marL="229870" indent="-229870"/>
            <a:r>
              <a:rPr lang="de-DE" sz="1800" dirty="0">
                <a:solidFill>
                  <a:srgbClr val="172B4D"/>
                </a:solidFill>
                <a:highlight>
                  <a:srgbClr val="00FF00"/>
                </a:highlight>
                <a:latin typeface="-apple-system"/>
              </a:rPr>
              <a:t>New </a:t>
            </a:r>
            <a:r>
              <a:rPr lang="de-DE" sz="1800" dirty="0" err="1">
                <a:solidFill>
                  <a:srgbClr val="172B4D"/>
                </a:solidFill>
                <a:highlight>
                  <a:srgbClr val="00FF00"/>
                </a:highlight>
                <a:latin typeface="-apple-system"/>
              </a:rPr>
              <a:t>object</a:t>
            </a:r>
            <a:r>
              <a:rPr lang="de-DE" sz="1800" dirty="0">
                <a:solidFill>
                  <a:srgbClr val="172B4D"/>
                </a:solidFill>
                <a:highlight>
                  <a:srgbClr val="00FF00"/>
                </a:highlight>
                <a:latin typeface="-apple-system"/>
              </a:rPr>
              <a:t> </a:t>
            </a:r>
            <a:r>
              <a:rPr lang="de-DE" sz="1800" dirty="0" err="1">
                <a:solidFill>
                  <a:srgbClr val="172B4D"/>
                </a:solidFill>
                <a:highlight>
                  <a:srgbClr val="00FF00"/>
                </a:highlight>
                <a:latin typeface="-apple-system"/>
              </a:rPr>
              <a:t>MatingGroup</a:t>
            </a:r>
            <a:r>
              <a:rPr lang="de-DE" sz="1800" dirty="0">
                <a:solidFill>
                  <a:srgbClr val="172B4D"/>
                </a:solidFill>
                <a:highlight>
                  <a:srgbClr val="00FF00"/>
                </a:highlight>
                <a:latin typeface="-apple-system"/>
              </a:rPr>
              <a:t> </a:t>
            </a:r>
            <a:r>
              <a:rPr lang="en-US" sz="1400" dirty="0">
                <a:highlight>
                  <a:srgbClr val="00FF00"/>
                </a:highlight>
              </a:rPr>
              <a:t>for </a:t>
            </a:r>
            <a:r>
              <a:rPr lang="en-US" sz="1400" b="1" dirty="0">
                <a:highlight>
                  <a:srgbClr val="00FF00"/>
                </a:highlight>
              </a:rPr>
              <a:t>each combination of Linked Parts within the assembly, </a:t>
            </a:r>
            <a:r>
              <a:rPr lang="en-US" sz="1400" dirty="0">
                <a:highlight>
                  <a:srgbClr val="00FF00"/>
                </a:highlight>
              </a:rPr>
              <a:t>containing one or many Connections (potentially of different types)</a:t>
            </a:r>
          </a:p>
          <a:p>
            <a:pPr marL="687070" lvl="1" indent="-229870"/>
            <a:r>
              <a:rPr lang="en-US" sz="1400" dirty="0">
                <a:highlight>
                  <a:srgbClr val="00FF00"/>
                </a:highlight>
              </a:rPr>
              <a:t>so-called </a:t>
            </a:r>
            <a:r>
              <a:rPr lang="en-US" sz="1400" dirty="0" err="1">
                <a:highlight>
                  <a:srgbClr val="00FF00"/>
                </a:highlight>
              </a:rPr>
              <a:t>connection_group</a:t>
            </a:r>
            <a:r>
              <a:rPr lang="en-US" sz="1400" dirty="0">
                <a:highlight>
                  <a:srgbClr val="00FF00"/>
                </a:highlight>
              </a:rPr>
              <a:t> in </a:t>
            </a:r>
            <a:r>
              <a:rPr lang="el-GR" sz="1400" dirty="0">
                <a:highlight>
                  <a:srgbClr val="00FF00"/>
                </a:highlight>
              </a:rPr>
              <a:t>χ</a:t>
            </a:r>
            <a:r>
              <a:rPr lang="en-US" sz="1400" dirty="0">
                <a:highlight>
                  <a:srgbClr val="00FF00"/>
                </a:highlight>
              </a:rPr>
              <a:t>mcf)</a:t>
            </a:r>
          </a:p>
          <a:p>
            <a:pPr marL="687070" lvl="1" indent="-229870"/>
            <a:r>
              <a:rPr lang="de-DE" sz="1400" dirty="0" err="1">
                <a:solidFill>
                  <a:srgbClr val="172B4D"/>
                </a:solidFill>
                <a:highlight>
                  <a:srgbClr val="00FF00"/>
                </a:highlight>
                <a:latin typeface="-apple-system"/>
              </a:rPr>
              <a:t>MainPart</a:t>
            </a:r>
            <a:r>
              <a:rPr lang="de-DE" sz="1400" dirty="0">
                <a:solidFill>
                  <a:srgbClr val="172B4D"/>
                </a:solidFill>
                <a:highlight>
                  <a:srgbClr val="00FF00"/>
                </a:highlight>
                <a:latin typeface="-apple-system"/>
              </a:rPr>
              <a:t> optional </a:t>
            </a:r>
            <a:r>
              <a:rPr lang="de-DE" sz="1400" dirty="0" err="1">
                <a:solidFill>
                  <a:srgbClr val="172B4D"/>
                </a:solidFill>
                <a:highlight>
                  <a:srgbClr val="00FF00"/>
                </a:highlight>
                <a:latin typeface="-apple-system"/>
              </a:rPr>
              <a:t>to</a:t>
            </a:r>
            <a:r>
              <a:rPr lang="de-DE" sz="1400" dirty="0">
                <a:solidFill>
                  <a:srgbClr val="172B4D"/>
                </a:solidFill>
                <a:highlight>
                  <a:srgbClr val="00FF00"/>
                </a:highlight>
                <a:latin typeface="-apple-system"/>
              </a:rPr>
              <a:t> </a:t>
            </a:r>
            <a:r>
              <a:rPr lang="de-DE" sz="1400" dirty="0" err="1">
                <a:solidFill>
                  <a:srgbClr val="172B4D"/>
                </a:solidFill>
                <a:highlight>
                  <a:srgbClr val="00FF00"/>
                </a:highlight>
                <a:latin typeface="-apple-system"/>
              </a:rPr>
              <a:t>say</a:t>
            </a:r>
            <a:r>
              <a:rPr lang="de-DE" sz="1400" dirty="0">
                <a:solidFill>
                  <a:srgbClr val="172B4D"/>
                </a:solidFill>
                <a:highlight>
                  <a:srgbClr val="00FF00"/>
                </a:highlight>
                <a:latin typeface="-apple-system"/>
              </a:rPr>
              <a:t> </a:t>
            </a:r>
            <a:r>
              <a:rPr lang="de-DE" sz="1400" dirty="0" err="1">
                <a:solidFill>
                  <a:srgbClr val="172B4D"/>
                </a:solidFill>
                <a:highlight>
                  <a:srgbClr val="00FF00"/>
                </a:highlight>
                <a:latin typeface="-apple-system"/>
              </a:rPr>
              <a:t>for</a:t>
            </a:r>
            <a:r>
              <a:rPr lang="de-DE" sz="1400" dirty="0">
                <a:solidFill>
                  <a:srgbClr val="172B4D"/>
                </a:solidFill>
                <a:highlight>
                  <a:srgbClr val="00FF00"/>
                </a:highlight>
                <a:latin typeface="-apple-system"/>
              </a:rPr>
              <a:t> </a:t>
            </a:r>
            <a:r>
              <a:rPr lang="de-DE" sz="1400" dirty="0" err="1">
                <a:solidFill>
                  <a:srgbClr val="172B4D"/>
                </a:solidFill>
                <a:highlight>
                  <a:srgbClr val="00FF00"/>
                </a:highlight>
                <a:latin typeface="-apple-system"/>
              </a:rPr>
              <a:t>example</a:t>
            </a:r>
            <a:r>
              <a:rPr lang="de-DE" sz="1400" dirty="0">
                <a:solidFill>
                  <a:srgbClr val="172B4D"/>
                </a:solidFill>
                <a:highlight>
                  <a:srgbClr val="00FF00"/>
                </a:highlight>
                <a:latin typeface="-apple-system"/>
              </a:rPr>
              <a:t> </a:t>
            </a:r>
            <a:r>
              <a:rPr lang="de-DE" sz="1400" dirty="0" err="1">
                <a:solidFill>
                  <a:srgbClr val="172B4D"/>
                </a:solidFill>
                <a:highlight>
                  <a:srgbClr val="00FF00"/>
                </a:highlight>
                <a:latin typeface="-apple-system"/>
              </a:rPr>
              <a:t>what</a:t>
            </a:r>
            <a:r>
              <a:rPr lang="de-DE" sz="1400" dirty="0">
                <a:solidFill>
                  <a:srgbClr val="172B4D"/>
                </a:solidFill>
                <a:highlight>
                  <a:srgbClr val="00FF00"/>
                </a:highlight>
                <a:latin typeface="-apple-system"/>
              </a:rPr>
              <a:t> </a:t>
            </a:r>
            <a:r>
              <a:rPr lang="de-DE" sz="1400" dirty="0" err="1">
                <a:solidFill>
                  <a:srgbClr val="172B4D"/>
                </a:solidFill>
                <a:highlight>
                  <a:srgbClr val="00FF00"/>
                </a:highlight>
                <a:latin typeface="-apple-system"/>
              </a:rPr>
              <a:t>is</a:t>
            </a:r>
            <a:r>
              <a:rPr lang="de-DE" sz="1400" dirty="0">
                <a:solidFill>
                  <a:srgbClr val="172B4D"/>
                </a:solidFill>
                <a:highlight>
                  <a:srgbClr val="00FF00"/>
                </a:highlight>
                <a:latin typeface="-apple-system"/>
              </a:rPr>
              <a:t> </a:t>
            </a:r>
            <a:r>
              <a:rPr lang="de-DE" sz="1400" dirty="0" err="1">
                <a:solidFill>
                  <a:srgbClr val="172B4D"/>
                </a:solidFill>
                <a:highlight>
                  <a:srgbClr val="00FF00"/>
                </a:highlight>
                <a:latin typeface="-apple-system"/>
              </a:rPr>
              <a:t>the</a:t>
            </a:r>
            <a:r>
              <a:rPr lang="de-DE" sz="1400" dirty="0">
                <a:solidFill>
                  <a:srgbClr val="172B4D"/>
                </a:solidFill>
                <a:highlight>
                  <a:srgbClr val="00FF00"/>
                </a:highlight>
                <a:latin typeface="-apple-system"/>
              </a:rPr>
              <a:t> </a:t>
            </a:r>
            <a:r>
              <a:rPr lang="de-DE" sz="1400" dirty="0" err="1">
                <a:solidFill>
                  <a:srgbClr val="172B4D"/>
                </a:solidFill>
                <a:highlight>
                  <a:srgbClr val="00FF00"/>
                </a:highlight>
                <a:latin typeface="-apple-system"/>
              </a:rPr>
              <a:t>carrying</a:t>
            </a:r>
            <a:r>
              <a:rPr lang="de-DE" sz="1400" dirty="0">
                <a:solidFill>
                  <a:srgbClr val="172B4D"/>
                </a:solidFill>
                <a:highlight>
                  <a:srgbClr val="00FF00"/>
                </a:highlight>
                <a:latin typeface="-apple-system"/>
              </a:rPr>
              <a:t> </a:t>
            </a:r>
            <a:r>
              <a:rPr lang="de-DE" sz="1400" dirty="0" err="1">
                <a:solidFill>
                  <a:srgbClr val="172B4D"/>
                </a:solidFill>
                <a:highlight>
                  <a:srgbClr val="00FF00"/>
                </a:highlight>
                <a:latin typeface="-apple-system"/>
              </a:rPr>
              <a:t>part</a:t>
            </a:r>
            <a:r>
              <a:rPr lang="de-DE" sz="1400" dirty="0">
                <a:solidFill>
                  <a:srgbClr val="172B4D"/>
                </a:solidFill>
                <a:highlight>
                  <a:srgbClr val="00FF00"/>
                </a:highlight>
                <a:latin typeface="-apple-system"/>
              </a:rPr>
              <a:t>, </a:t>
            </a:r>
            <a:r>
              <a:rPr lang="de-DE" sz="1400" dirty="0" err="1">
                <a:solidFill>
                  <a:srgbClr val="172B4D"/>
                </a:solidFill>
                <a:highlight>
                  <a:srgbClr val="00FF00"/>
                </a:highlight>
                <a:latin typeface="-apple-system"/>
              </a:rPr>
              <a:t>or</a:t>
            </a:r>
            <a:r>
              <a:rPr lang="de-DE" sz="1400" dirty="0">
                <a:solidFill>
                  <a:srgbClr val="172B4D"/>
                </a:solidFill>
                <a:highlight>
                  <a:srgbClr val="00FF00"/>
                </a:highlight>
                <a:latin typeface="-apple-system"/>
              </a:rPr>
              <a:t> </a:t>
            </a:r>
            <a:r>
              <a:rPr lang="de-DE" sz="1400" dirty="0" err="1">
                <a:solidFill>
                  <a:srgbClr val="172B4D"/>
                </a:solidFill>
                <a:highlight>
                  <a:srgbClr val="00FF00"/>
                </a:highlight>
                <a:latin typeface="-apple-system"/>
              </a:rPr>
              <a:t>what</a:t>
            </a:r>
            <a:r>
              <a:rPr lang="de-DE" sz="1400" dirty="0">
                <a:solidFill>
                  <a:srgbClr val="172B4D"/>
                </a:solidFill>
                <a:highlight>
                  <a:srgbClr val="00FF00"/>
                </a:highlight>
                <a:latin typeface="-apple-system"/>
              </a:rPr>
              <a:t> </a:t>
            </a:r>
            <a:r>
              <a:rPr lang="de-DE" sz="1400" dirty="0" err="1">
                <a:solidFill>
                  <a:srgbClr val="172B4D"/>
                </a:solidFill>
                <a:highlight>
                  <a:srgbClr val="00FF00"/>
                </a:highlight>
                <a:latin typeface="-apple-system"/>
              </a:rPr>
              <a:t>is</a:t>
            </a:r>
            <a:r>
              <a:rPr lang="de-DE" sz="1400" dirty="0">
                <a:solidFill>
                  <a:srgbClr val="172B4D"/>
                </a:solidFill>
                <a:highlight>
                  <a:srgbClr val="00FF00"/>
                </a:highlight>
                <a:latin typeface="-apple-system"/>
              </a:rPr>
              <a:t> </a:t>
            </a:r>
            <a:r>
              <a:rPr lang="de-DE" sz="1400" dirty="0" err="1">
                <a:solidFill>
                  <a:srgbClr val="172B4D"/>
                </a:solidFill>
                <a:highlight>
                  <a:srgbClr val="00FF00"/>
                </a:highlight>
                <a:latin typeface="-apple-system"/>
              </a:rPr>
              <a:t>the</a:t>
            </a:r>
            <a:r>
              <a:rPr lang="de-DE" sz="1400" dirty="0">
                <a:solidFill>
                  <a:srgbClr val="172B4D"/>
                </a:solidFill>
                <a:highlight>
                  <a:srgbClr val="00FF00"/>
                </a:highlight>
                <a:latin typeface="-apple-system"/>
              </a:rPr>
              <a:t> </a:t>
            </a:r>
            <a:r>
              <a:rPr lang="de-DE" sz="1400" dirty="0" err="1">
                <a:solidFill>
                  <a:srgbClr val="172B4D"/>
                </a:solidFill>
                <a:highlight>
                  <a:srgbClr val="00FF00"/>
                </a:highlight>
                <a:latin typeface="-apple-system"/>
              </a:rPr>
              <a:t>part</a:t>
            </a:r>
            <a:r>
              <a:rPr lang="de-DE" sz="1400" dirty="0">
                <a:solidFill>
                  <a:srgbClr val="172B4D"/>
                </a:solidFill>
                <a:highlight>
                  <a:srgbClr val="00FF00"/>
                </a:highlight>
                <a:latin typeface="-apple-system"/>
              </a:rPr>
              <a:t> </a:t>
            </a:r>
            <a:r>
              <a:rPr lang="de-DE" sz="1400" dirty="0" err="1">
                <a:solidFill>
                  <a:srgbClr val="172B4D"/>
                </a:solidFill>
                <a:highlight>
                  <a:srgbClr val="00FF00"/>
                </a:highlight>
                <a:latin typeface="-apple-system"/>
              </a:rPr>
              <a:t>having</a:t>
            </a:r>
            <a:r>
              <a:rPr lang="de-DE" sz="1400" dirty="0">
                <a:solidFill>
                  <a:srgbClr val="172B4D"/>
                </a:solidFill>
                <a:highlight>
                  <a:srgbClr val="00FF00"/>
                </a:highlight>
                <a:latin typeface="-apple-system"/>
              </a:rPr>
              <a:t> all </a:t>
            </a:r>
            <a:r>
              <a:rPr lang="de-DE" sz="1400" dirty="0" err="1">
                <a:solidFill>
                  <a:srgbClr val="172B4D"/>
                </a:solidFill>
                <a:highlight>
                  <a:srgbClr val="00FF00"/>
                </a:highlight>
                <a:latin typeface="-apple-system"/>
              </a:rPr>
              <a:t>the</a:t>
            </a:r>
            <a:r>
              <a:rPr lang="de-DE" sz="1400" dirty="0">
                <a:solidFill>
                  <a:srgbClr val="172B4D"/>
                </a:solidFill>
                <a:highlight>
                  <a:srgbClr val="00FF00"/>
                </a:highlight>
                <a:latin typeface="-apple-system"/>
              </a:rPr>
              <a:t> </a:t>
            </a:r>
            <a:r>
              <a:rPr lang="de-DE" sz="1400" dirty="0" err="1">
                <a:solidFill>
                  <a:srgbClr val="172B4D"/>
                </a:solidFill>
                <a:highlight>
                  <a:srgbClr val="00FF00"/>
                </a:highlight>
                <a:latin typeface="-apple-system"/>
              </a:rPr>
              <a:t>pins</a:t>
            </a:r>
            <a:r>
              <a:rPr lang="de-DE" sz="1400" dirty="0">
                <a:solidFill>
                  <a:srgbClr val="172B4D"/>
                </a:solidFill>
                <a:highlight>
                  <a:srgbClr val="00FF00"/>
                </a:highlight>
                <a:latin typeface="-apple-system"/>
              </a:rPr>
              <a:t> in </a:t>
            </a:r>
            <a:r>
              <a:rPr lang="de-DE" sz="1400" dirty="0" err="1">
                <a:solidFill>
                  <a:srgbClr val="172B4D"/>
                </a:solidFill>
                <a:highlight>
                  <a:srgbClr val="00FF00"/>
                </a:highlight>
                <a:latin typeface="-apple-system"/>
              </a:rPr>
              <a:t>which</a:t>
            </a:r>
            <a:r>
              <a:rPr lang="de-DE" sz="1400" dirty="0">
                <a:solidFill>
                  <a:srgbClr val="172B4D"/>
                </a:solidFill>
                <a:highlight>
                  <a:srgbClr val="00FF00"/>
                </a:highlight>
                <a:latin typeface="-apple-system"/>
              </a:rPr>
              <a:t> </a:t>
            </a:r>
            <a:r>
              <a:rPr lang="de-DE" sz="1400" dirty="0" err="1">
                <a:solidFill>
                  <a:srgbClr val="172B4D"/>
                </a:solidFill>
                <a:highlight>
                  <a:srgbClr val="00FF00"/>
                </a:highlight>
                <a:latin typeface="-apple-system"/>
              </a:rPr>
              <a:t>the</a:t>
            </a:r>
            <a:r>
              <a:rPr lang="de-DE" sz="1400" dirty="0">
                <a:solidFill>
                  <a:srgbClr val="172B4D"/>
                </a:solidFill>
                <a:highlight>
                  <a:srgbClr val="00FF00"/>
                </a:highlight>
                <a:latin typeface="-apple-system"/>
              </a:rPr>
              <a:t> </a:t>
            </a:r>
            <a:r>
              <a:rPr lang="de-DE" sz="1400" dirty="0" err="1">
                <a:solidFill>
                  <a:srgbClr val="172B4D"/>
                </a:solidFill>
                <a:highlight>
                  <a:srgbClr val="00FF00"/>
                </a:highlight>
                <a:latin typeface="-apple-system"/>
              </a:rPr>
              <a:t>other</a:t>
            </a:r>
            <a:r>
              <a:rPr lang="de-DE" sz="1400" dirty="0">
                <a:solidFill>
                  <a:srgbClr val="172B4D"/>
                </a:solidFill>
                <a:highlight>
                  <a:srgbClr val="00FF00"/>
                </a:highlight>
                <a:latin typeface="-apple-system"/>
              </a:rPr>
              <a:t> </a:t>
            </a:r>
            <a:r>
              <a:rPr lang="de-DE" sz="1400" dirty="0" err="1">
                <a:solidFill>
                  <a:srgbClr val="172B4D"/>
                </a:solidFill>
                <a:highlight>
                  <a:srgbClr val="00FF00"/>
                </a:highlight>
                <a:latin typeface="-apple-system"/>
              </a:rPr>
              <a:t>parts</a:t>
            </a:r>
            <a:r>
              <a:rPr lang="de-DE" sz="1400" dirty="0">
                <a:solidFill>
                  <a:srgbClr val="172B4D"/>
                </a:solidFill>
                <a:highlight>
                  <a:srgbClr val="00FF00"/>
                </a:highlight>
                <a:latin typeface="-apple-system"/>
              </a:rPr>
              <a:t> </a:t>
            </a:r>
            <a:r>
              <a:rPr lang="de-DE" sz="1400" dirty="0" err="1">
                <a:solidFill>
                  <a:srgbClr val="172B4D"/>
                </a:solidFill>
                <a:highlight>
                  <a:srgbClr val="00FF00"/>
                </a:highlight>
                <a:latin typeface="-apple-system"/>
              </a:rPr>
              <a:t>are</a:t>
            </a:r>
            <a:r>
              <a:rPr lang="de-DE" sz="1400" dirty="0">
                <a:solidFill>
                  <a:srgbClr val="172B4D"/>
                </a:solidFill>
                <a:highlight>
                  <a:srgbClr val="00FF00"/>
                </a:highlight>
                <a:latin typeface="-apple-system"/>
              </a:rPr>
              <a:t> </a:t>
            </a:r>
            <a:r>
              <a:rPr lang="de-DE" sz="1400" dirty="0" err="1">
                <a:solidFill>
                  <a:srgbClr val="172B4D"/>
                </a:solidFill>
                <a:highlight>
                  <a:srgbClr val="00FF00"/>
                </a:highlight>
                <a:latin typeface="-apple-system"/>
              </a:rPr>
              <a:t>plugged</a:t>
            </a:r>
            <a:r>
              <a:rPr lang="de-DE" sz="1400" dirty="0">
                <a:solidFill>
                  <a:srgbClr val="172B4D"/>
                </a:solidFill>
                <a:highlight>
                  <a:srgbClr val="00FF00"/>
                </a:highlight>
                <a:latin typeface="-apple-system"/>
              </a:rPr>
              <a:t> in</a:t>
            </a:r>
          </a:p>
          <a:p>
            <a:pPr marL="687070" lvl="1" indent="-229870"/>
            <a:r>
              <a:rPr lang="de-DE" sz="1400" dirty="0" err="1">
                <a:solidFill>
                  <a:srgbClr val="172B4D"/>
                </a:solidFill>
                <a:highlight>
                  <a:srgbClr val="00FF00"/>
                </a:highlight>
                <a:latin typeface="-apple-system"/>
              </a:rPr>
              <a:t>Subtype</a:t>
            </a:r>
            <a:r>
              <a:rPr lang="de-DE" sz="1400" dirty="0">
                <a:solidFill>
                  <a:srgbClr val="172B4D"/>
                </a:solidFill>
                <a:highlight>
                  <a:srgbClr val="00FF00"/>
                </a:highlight>
                <a:latin typeface="-apple-system"/>
              </a:rPr>
              <a:t> </a:t>
            </a:r>
            <a:r>
              <a:rPr lang="de-DE" sz="1400" dirty="0" err="1">
                <a:solidFill>
                  <a:srgbClr val="172B4D"/>
                </a:solidFill>
                <a:highlight>
                  <a:srgbClr val="00FF00"/>
                </a:highlight>
                <a:latin typeface="-apple-system"/>
              </a:rPr>
              <a:t>of</a:t>
            </a:r>
            <a:r>
              <a:rPr lang="de-DE" sz="1400" dirty="0">
                <a:solidFill>
                  <a:srgbClr val="172B4D"/>
                </a:solidFill>
                <a:highlight>
                  <a:srgbClr val="00FF00"/>
                </a:highlight>
                <a:latin typeface="-apple-system"/>
              </a:rPr>
              <a:t> </a:t>
            </a:r>
            <a:r>
              <a:rPr lang="de-DE" sz="1400" dirty="0" err="1">
                <a:solidFill>
                  <a:srgbClr val="172B4D"/>
                </a:solidFill>
                <a:highlight>
                  <a:srgbClr val="00FF00"/>
                </a:highlight>
                <a:latin typeface="-apple-system"/>
              </a:rPr>
              <a:t>AssemblyGroup</a:t>
            </a:r>
            <a:r>
              <a:rPr lang="de-DE" sz="1400" dirty="0">
                <a:solidFill>
                  <a:srgbClr val="172B4D"/>
                </a:solidFill>
                <a:highlight>
                  <a:srgbClr val="00FF00"/>
                </a:highlight>
                <a:latin typeface="-apple-system"/>
              </a:rPr>
              <a:t>, </a:t>
            </a:r>
            <a:r>
              <a:rPr lang="en-US" sz="1400" dirty="0">
                <a:highlight>
                  <a:srgbClr val="00FF00"/>
                </a:highlight>
              </a:rPr>
              <a:t>group of occurrences, not knowing if/how they are mated together</a:t>
            </a:r>
          </a:p>
          <a:p>
            <a:pPr marL="229870" indent="-229870"/>
            <a:r>
              <a:rPr lang="de-DE" sz="1400" dirty="0">
                <a:highlight>
                  <a:srgbClr val="00FF00"/>
                </a:highlight>
              </a:rPr>
              <a:t>New </a:t>
            </a:r>
            <a:r>
              <a:rPr lang="de-DE" sz="1400" dirty="0" err="1">
                <a:highlight>
                  <a:srgbClr val="00FF00"/>
                </a:highlight>
              </a:rPr>
              <a:t>object</a:t>
            </a:r>
            <a:r>
              <a:rPr lang="de-DE" sz="1400" dirty="0">
                <a:highlight>
                  <a:srgbClr val="00FF00"/>
                </a:highlight>
              </a:rPr>
              <a:t> </a:t>
            </a:r>
            <a:r>
              <a:rPr lang="de-DE" sz="1400" dirty="0" err="1">
                <a:highlight>
                  <a:srgbClr val="00FF00"/>
                </a:highlight>
              </a:rPr>
              <a:t>MatingConnection</a:t>
            </a:r>
            <a:r>
              <a:rPr lang="de-DE" sz="1400" dirty="0">
                <a:highlight>
                  <a:srgbClr val="00FF00"/>
                </a:highlight>
              </a:rPr>
              <a:t> </a:t>
            </a:r>
            <a:r>
              <a:rPr lang="de-DE" sz="1400" dirty="0" err="1">
                <a:highlight>
                  <a:srgbClr val="00FF00"/>
                </a:highlight>
              </a:rPr>
              <a:t>for</a:t>
            </a:r>
            <a:r>
              <a:rPr lang="de-DE" sz="1400" dirty="0">
                <a:highlight>
                  <a:srgbClr val="00FF00"/>
                </a:highlight>
              </a:rPr>
              <a:t> </a:t>
            </a:r>
            <a:r>
              <a:rPr lang="de-DE" sz="1400" b="1" dirty="0" err="1">
                <a:highlight>
                  <a:srgbClr val="00FF00"/>
                </a:highlight>
              </a:rPr>
              <a:t>each</a:t>
            </a:r>
            <a:r>
              <a:rPr lang="de-DE" sz="1400" b="1" dirty="0">
                <a:highlight>
                  <a:srgbClr val="00FF00"/>
                </a:highlight>
              </a:rPr>
              <a:t> type </a:t>
            </a:r>
            <a:r>
              <a:rPr lang="de-DE" sz="1400" b="1" dirty="0" err="1">
                <a:highlight>
                  <a:srgbClr val="00FF00"/>
                </a:highlight>
              </a:rPr>
              <a:t>of</a:t>
            </a:r>
            <a:r>
              <a:rPr lang="de-DE" sz="1400" b="1" dirty="0">
                <a:highlight>
                  <a:srgbClr val="00FF00"/>
                </a:highlight>
              </a:rPr>
              <a:t> </a:t>
            </a:r>
            <a:r>
              <a:rPr lang="de-DE" sz="1400" dirty="0" err="1">
                <a:highlight>
                  <a:srgbClr val="00FF00"/>
                </a:highlight>
              </a:rPr>
              <a:t>connection</a:t>
            </a:r>
            <a:r>
              <a:rPr lang="de-DE" sz="1400" dirty="0">
                <a:highlight>
                  <a:srgbClr val="00FF00"/>
                </a:highlight>
              </a:rPr>
              <a:t> </a:t>
            </a:r>
            <a:r>
              <a:rPr lang="de-DE" sz="1400" dirty="0" err="1">
                <a:highlight>
                  <a:srgbClr val="00FF00"/>
                </a:highlight>
              </a:rPr>
              <a:t>related</a:t>
            </a:r>
            <a:r>
              <a:rPr lang="de-DE" sz="1400" dirty="0">
                <a:highlight>
                  <a:srgbClr val="00FF00"/>
                </a:highlight>
              </a:rPr>
              <a:t> </a:t>
            </a:r>
            <a:r>
              <a:rPr lang="de-DE" sz="1400" dirty="0" err="1">
                <a:highlight>
                  <a:srgbClr val="00FF00"/>
                </a:highlight>
              </a:rPr>
              <a:t>to</a:t>
            </a:r>
            <a:r>
              <a:rPr lang="de-DE" sz="1400" dirty="0">
                <a:highlight>
                  <a:srgbClr val="00FF00"/>
                </a:highlight>
              </a:rPr>
              <a:t> a </a:t>
            </a:r>
            <a:r>
              <a:rPr lang="de-DE" sz="1400" dirty="0" err="1">
                <a:highlight>
                  <a:srgbClr val="00FF00"/>
                </a:highlight>
              </a:rPr>
              <a:t>MatingGroup</a:t>
            </a:r>
            <a:r>
              <a:rPr lang="de-DE" sz="1400" dirty="0">
                <a:highlight>
                  <a:srgbClr val="00FF00"/>
                </a:highlight>
              </a:rPr>
              <a:t>. References </a:t>
            </a:r>
            <a:r>
              <a:rPr lang="de-DE" sz="1400" dirty="0" err="1">
                <a:highlight>
                  <a:srgbClr val="00FF00"/>
                </a:highlight>
              </a:rPr>
              <a:t>one</a:t>
            </a:r>
            <a:r>
              <a:rPr lang="de-DE" sz="1400" dirty="0">
                <a:highlight>
                  <a:srgbClr val="00FF00"/>
                </a:highlight>
              </a:rPr>
              <a:t> </a:t>
            </a:r>
            <a:r>
              <a:rPr lang="de-DE" sz="1400" dirty="0" err="1">
                <a:highlight>
                  <a:srgbClr val="00FF00"/>
                </a:highlight>
              </a:rPr>
              <a:t>or</a:t>
            </a:r>
            <a:r>
              <a:rPr lang="de-DE" sz="1400" dirty="0">
                <a:highlight>
                  <a:srgbClr val="00FF00"/>
                </a:highlight>
              </a:rPr>
              <a:t> </a:t>
            </a:r>
            <a:r>
              <a:rPr lang="de-DE" sz="1400" dirty="0" err="1">
                <a:highlight>
                  <a:srgbClr val="00FF00"/>
                </a:highlight>
              </a:rPr>
              <a:t>many</a:t>
            </a:r>
            <a:r>
              <a:rPr lang="de-DE" sz="1400" dirty="0">
                <a:highlight>
                  <a:srgbClr val="00FF00"/>
                </a:highlight>
              </a:rPr>
              <a:t> </a:t>
            </a:r>
            <a:r>
              <a:rPr lang="de-DE" sz="1400" dirty="0" err="1">
                <a:highlight>
                  <a:srgbClr val="00FF00"/>
                </a:highlight>
              </a:rPr>
              <a:t>occurrences</a:t>
            </a:r>
            <a:r>
              <a:rPr lang="de-DE" sz="1400" dirty="0">
                <a:highlight>
                  <a:srgbClr val="00FF00"/>
                </a:highlight>
              </a:rPr>
              <a:t> </a:t>
            </a:r>
            <a:r>
              <a:rPr lang="de-DE" sz="1400" dirty="0" err="1">
                <a:highlight>
                  <a:srgbClr val="00FF00"/>
                </a:highlight>
              </a:rPr>
              <a:t>of</a:t>
            </a:r>
            <a:r>
              <a:rPr lang="de-DE" sz="1400" dirty="0">
                <a:highlight>
                  <a:srgbClr val="00FF00"/>
                </a:highlight>
              </a:rPr>
              <a:t> </a:t>
            </a:r>
            <a:r>
              <a:rPr lang="de-DE" sz="1400" dirty="0" err="1">
                <a:highlight>
                  <a:srgbClr val="00FF00"/>
                </a:highlight>
              </a:rPr>
              <a:t>identical</a:t>
            </a:r>
            <a:r>
              <a:rPr lang="de-DE" sz="1400" dirty="0">
                <a:highlight>
                  <a:srgbClr val="00FF00"/>
                </a:highlight>
              </a:rPr>
              <a:t> </a:t>
            </a:r>
            <a:r>
              <a:rPr lang="de-DE" sz="1400" dirty="0" err="1">
                <a:highlight>
                  <a:srgbClr val="00FF00"/>
                </a:highlight>
              </a:rPr>
              <a:t>fastener</a:t>
            </a:r>
            <a:r>
              <a:rPr lang="de-DE" sz="1400" dirty="0">
                <a:highlight>
                  <a:srgbClr val="00FF00"/>
                </a:highlight>
              </a:rPr>
              <a:t> </a:t>
            </a:r>
            <a:r>
              <a:rPr lang="de-DE" sz="1400" dirty="0" err="1">
                <a:highlight>
                  <a:srgbClr val="00FF00"/>
                </a:highlight>
              </a:rPr>
              <a:t>part</a:t>
            </a:r>
            <a:r>
              <a:rPr lang="de-DE" sz="1400" dirty="0">
                <a:highlight>
                  <a:srgbClr val="00FF00"/>
                </a:highlight>
              </a:rPr>
              <a:t>/</a:t>
            </a:r>
            <a:r>
              <a:rPr lang="de-DE" sz="1400" dirty="0" err="1">
                <a:highlight>
                  <a:srgbClr val="00FF00"/>
                </a:highlight>
              </a:rPr>
              <a:t>assembly</a:t>
            </a:r>
            <a:endParaRPr lang="en-US" sz="1400" dirty="0">
              <a:highlight>
                <a:srgbClr val="00FF00"/>
              </a:highlight>
            </a:endParaRPr>
          </a:p>
          <a:p>
            <a:pPr marL="687070" lvl="1" indent="-229870"/>
            <a:r>
              <a:rPr lang="en-US" sz="1400" dirty="0">
                <a:highlight>
                  <a:srgbClr val="00FF00"/>
                </a:highlight>
              </a:rPr>
              <a:t>so-called connection_0/1/2d in </a:t>
            </a:r>
            <a:r>
              <a:rPr lang="el-GR" sz="1400" dirty="0">
                <a:highlight>
                  <a:srgbClr val="00FF00"/>
                </a:highlight>
              </a:rPr>
              <a:t>χ</a:t>
            </a:r>
            <a:r>
              <a:rPr lang="en-US" sz="1400" dirty="0">
                <a:highlight>
                  <a:srgbClr val="00FF00"/>
                </a:highlight>
              </a:rPr>
              <a:t>mcf</a:t>
            </a:r>
          </a:p>
          <a:p>
            <a:pPr marL="687070" lvl="1" indent="-229870"/>
            <a:r>
              <a:rPr lang="en-US" sz="1400" dirty="0" err="1">
                <a:highlight>
                  <a:srgbClr val="00FF00"/>
                </a:highlight>
              </a:rPr>
              <a:t>MatingMaterials</a:t>
            </a:r>
            <a:r>
              <a:rPr lang="en-US" sz="1400" dirty="0">
                <a:highlight>
                  <a:srgbClr val="00FF00"/>
                </a:highlight>
              </a:rPr>
              <a:t> may be empty for example in case of plugging.</a:t>
            </a:r>
          </a:p>
          <a:p>
            <a:pPr marL="229870" indent="-229870"/>
            <a:r>
              <a:rPr lang="en-US" sz="1800" dirty="0">
                <a:highlight>
                  <a:srgbClr val="00FF00"/>
                </a:highlight>
              </a:rPr>
              <a:t>In case of 100 glue points</a:t>
            </a:r>
          </a:p>
          <a:p>
            <a:pPr marL="687070" lvl="1" indent="-229870"/>
            <a:r>
              <a:rPr lang="en-US" sz="1400" dirty="0">
                <a:highlight>
                  <a:srgbClr val="00FF00"/>
                </a:highlight>
              </a:rPr>
              <a:t>Use </a:t>
            </a:r>
            <a:r>
              <a:rPr lang="en-US" sz="1400" dirty="0" err="1">
                <a:highlight>
                  <a:srgbClr val="00FF00"/>
                </a:highlight>
              </a:rPr>
              <a:t>QuantifiedOccurrence</a:t>
            </a:r>
            <a:r>
              <a:rPr lang="en-US" sz="1400" dirty="0">
                <a:highlight>
                  <a:srgbClr val="00FF00"/>
                </a:highlight>
              </a:rPr>
              <a:t> once with quantity ‘as needed’</a:t>
            </a:r>
          </a:p>
          <a:p>
            <a:pPr marL="687070" lvl="1" indent="-229870"/>
            <a:r>
              <a:rPr lang="en-US" sz="1400" dirty="0" err="1">
                <a:highlight>
                  <a:srgbClr val="00FF00"/>
                </a:highlight>
              </a:rPr>
              <a:t>MatingMaterials</a:t>
            </a:r>
            <a:r>
              <a:rPr lang="en-US" sz="1400" dirty="0">
                <a:highlight>
                  <a:srgbClr val="00FF00"/>
                </a:highlight>
              </a:rPr>
              <a:t> SET with 100 elements or with 1 element</a:t>
            </a:r>
            <a:endParaRPr lang="de-DE" sz="1800" dirty="0">
              <a:solidFill>
                <a:srgbClr val="172B4D"/>
              </a:solidFill>
              <a:highlight>
                <a:srgbClr val="00FF00"/>
              </a:highlight>
              <a:latin typeface="-apple-system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510283F7-14E7-FE5D-7AA3-A274002D0B5F}"/>
              </a:ext>
            </a:extLst>
          </p:cNvPr>
          <p:cNvSpPr/>
          <p:nvPr/>
        </p:nvSpPr>
        <p:spPr bwMode="auto">
          <a:xfrm>
            <a:off x="4285763" y="947655"/>
            <a:ext cx="6537544" cy="3363768"/>
          </a:xfrm>
          <a:prstGeom prst="rect">
            <a:avLst/>
          </a:prstGeom>
          <a:solidFill>
            <a:srgbClr val="DAEFC3"/>
          </a:solidFill>
          <a:ln w="19050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BB6E5BF1-C516-C677-8DF8-AAD782A3B108}"/>
              </a:ext>
            </a:extLst>
          </p:cNvPr>
          <p:cNvSpPr/>
          <p:nvPr/>
        </p:nvSpPr>
        <p:spPr bwMode="auto">
          <a:xfrm>
            <a:off x="5958944" y="4787107"/>
            <a:ext cx="3118462" cy="1769225"/>
          </a:xfrm>
          <a:prstGeom prst="rect">
            <a:avLst/>
          </a:prstGeom>
          <a:solidFill>
            <a:srgbClr val="DAEFC3"/>
          </a:solidFill>
          <a:ln w="19050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200" b="1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47D1C01C-BF82-47EF-D767-64350BC5046A}"/>
              </a:ext>
            </a:extLst>
          </p:cNvPr>
          <p:cNvSpPr/>
          <p:nvPr/>
        </p:nvSpPr>
        <p:spPr bwMode="auto">
          <a:xfrm>
            <a:off x="8135113" y="1790601"/>
            <a:ext cx="2590972" cy="2318039"/>
          </a:xfrm>
          <a:prstGeom prst="rect">
            <a:avLst/>
          </a:prstGeom>
          <a:solidFill>
            <a:srgbClr val="CCECFF"/>
          </a:solidFill>
          <a:ln w="19050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11" name="Foliennummernplatzhalter 3">
            <a:extLst>
              <a:ext uri="{FF2B5EF4-FFF2-40B4-BE49-F238E27FC236}">
                <a16:creationId xmlns:a16="http://schemas.microsoft.com/office/drawing/2014/main" id="{B55BE092-276F-C208-F3BF-78B6BD7C6D00}"/>
              </a:ext>
            </a:extLst>
          </p:cNvPr>
          <p:cNvSpPr txBox="1">
            <a:spLocks/>
          </p:cNvSpPr>
          <p:nvPr/>
        </p:nvSpPr>
        <p:spPr>
          <a:xfrm>
            <a:off x="11463130" y="485131"/>
            <a:ext cx="487570" cy="34349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457200" rtl="0" eaLnBrk="1" latinLnBrk="0" hangingPunct="1">
              <a:defRPr lang="en-US" sz="1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991F511-AB0C-7546-88F9-3564C53DC199}" type="slidenum">
              <a:rPr lang="en-US" sz="1200" smtClean="0"/>
              <a:pPr/>
              <a:t>8</a:t>
            </a:fld>
            <a:endParaRPr lang="en-US" sz="120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CF46B022-C37E-DD1C-C7BE-6D42A4EB043A}"/>
              </a:ext>
            </a:extLst>
          </p:cNvPr>
          <p:cNvSpPr/>
          <p:nvPr/>
        </p:nvSpPr>
        <p:spPr bwMode="auto">
          <a:xfrm>
            <a:off x="7701233" y="5837004"/>
            <a:ext cx="1206019" cy="683130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itchFamily="34" charset="0"/>
              </a:rPr>
              <a:t>Occurrence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3041D0B8-4E2C-0AF8-0549-3E48A91B296E}"/>
              </a:ext>
            </a:extLst>
          </p:cNvPr>
          <p:cNvSpPr txBox="1"/>
          <p:nvPr/>
        </p:nvSpPr>
        <p:spPr bwMode="auto">
          <a:xfrm>
            <a:off x="9847820" y="2081494"/>
            <a:ext cx="1926293" cy="4638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8000" tIns="46800" rIns="18000" bIns="46800" rtlCol="0">
            <a:spAutoFit/>
          </a:bodyPr>
          <a:lstStyle/>
          <a:p>
            <a:r>
              <a:rPr lang="en-US" sz="1200" dirty="0"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Members L[1:?] or SET[1:?]</a:t>
            </a:r>
          </a:p>
          <a:p>
            <a:r>
              <a:rPr lang="en-US" sz="1200" dirty="0"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Consider ‘main part’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4D2FC884-FF32-E4D2-4269-0C10648C3C19}"/>
              </a:ext>
            </a:extLst>
          </p:cNvPr>
          <p:cNvSpPr txBox="1"/>
          <p:nvPr/>
        </p:nvSpPr>
        <p:spPr bwMode="auto">
          <a:xfrm>
            <a:off x="9726348" y="1872487"/>
            <a:ext cx="10110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Bundle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FD4E7FEF-F28A-FBED-6527-6E6DEBD48CB1}"/>
              </a:ext>
            </a:extLst>
          </p:cNvPr>
          <p:cNvSpPr/>
          <p:nvPr/>
        </p:nvSpPr>
        <p:spPr bwMode="auto">
          <a:xfrm>
            <a:off x="7708118" y="4838648"/>
            <a:ext cx="1206019" cy="683130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itchFamily="34" charset="0"/>
              </a:rPr>
              <a:t>PartView</a:t>
            </a:r>
            <a:r>
              <a:rPr kumimoji="0" lang="en-US" sz="1200" b="1" i="0" u="non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itchFamily="34" charset="0"/>
              </a:rPr>
              <a:t>/</a:t>
            </a:r>
            <a:r>
              <a:rPr kumimoji="0" lang="en-US" sz="1200" b="1" i="0" u="non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itchFamily="34" charset="0"/>
              </a:rPr>
              <a:t>AssemblyDefinition</a:t>
            </a:r>
            <a:endParaRPr kumimoji="0" lang="en-US" sz="1200" b="1" i="0" u="non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itchFamily="34" charset="0"/>
            </a:endParaRPr>
          </a:p>
        </p:txBody>
      </p: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8E43E8BC-276E-3695-1976-B39144EF3EE6}"/>
              </a:ext>
            </a:extLst>
          </p:cNvPr>
          <p:cNvCxnSpPr>
            <a:cxnSpLocks/>
          </p:cNvCxnSpPr>
          <p:nvPr/>
        </p:nvCxnSpPr>
        <p:spPr bwMode="auto">
          <a:xfrm flipV="1">
            <a:off x="8322451" y="5548047"/>
            <a:ext cx="0" cy="267137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hlink"/>
            </a:solidFill>
            <a:prstDash val="solid"/>
            <a:round/>
            <a:headEnd type="none" w="med" len="med"/>
            <a:tailEnd type="oval"/>
          </a:ln>
          <a:effectLst/>
        </p:spPr>
      </p:cxnSp>
      <p:sp>
        <p:nvSpPr>
          <p:cNvPr id="30" name="Textfeld 29">
            <a:extLst>
              <a:ext uri="{FF2B5EF4-FFF2-40B4-BE49-F238E27FC236}">
                <a16:creationId xmlns:a16="http://schemas.microsoft.com/office/drawing/2014/main" id="{108DB5AE-F16B-3D14-F01A-8EC73BC664EC}"/>
              </a:ext>
            </a:extLst>
          </p:cNvPr>
          <p:cNvSpPr txBox="1"/>
          <p:nvPr/>
        </p:nvSpPr>
        <p:spPr bwMode="auto">
          <a:xfrm>
            <a:off x="8368598" y="5516250"/>
            <a:ext cx="674347" cy="279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8000" tIns="46800" rIns="18000" bIns="46800" rtlCol="0">
            <a:spAutoFit/>
          </a:bodyPr>
          <a:lstStyle/>
          <a:p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Definition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5371B62C-916C-0F39-7D80-1DC67031AAE9}"/>
              </a:ext>
            </a:extLst>
          </p:cNvPr>
          <p:cNvSpPr/>
          <p:nvPr/>
        </p:nvSpPr>
        <p:spPr bwMode="auto">
          <a:xfrm>
            <a:off x="4361739" y="4794598"/>
            <a:ext cx="1510500" cy="1769225"/>
          </a:xfrm>
          <a:prstGeom prst="rect">
            <a:avLst/>
          </a:prstGeom>
          <a:solidFill>
            <a:srgbClr val="DAEFC3"/>
          </a:solidFill>
          <a:ln w="19050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200" b="1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BD56E438-8B60-7872-ED0C-11130D5B0517}"/>
              </a:ext>
            </a:extLst>
          </p:cNvPr>
          <p:cNvSpPr/>
          <p:nvPr/>
        </p:nvSpPr>
        <p:spPr bwMode="auto">
          <a:xfrm>
            <a:off x="4496068" y="5844495"/>
            <a:ext cx="1206019" cy="683130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itchFamily="34" charset="0"/>
              </a:rPr>
              <a:t>Occurrence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06AC021D-DAEE-636D-1294-0F96724909CB}"/>
              </a:ext>
            </a:extLst>
          </p:cNvPr>
          <p:cNvSpPr/>
          <p:nvPr/>
        </p:nvSpPr>
        <p:spPr bwMode="auto">
          <a:xfrm>
            <a:off x="4502952" y="4846139"/>
            <a:ext cx="1206019" cy="683130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itchFamily="34" charset="0"/>
              </a:rPr>
              <a:t>PartView</a:t>
            </a:r>
            <a:r>
              <a:rPr kumimoji="0" lang="en-US" sz="1200" b="1" i="0" u="non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itchFamily="34" charset="0"/>
              </a:rPr>
              <a:t>/</a:t>
            </a:r>
            <a:r>
              <a:rPr kumimoji="0" lang="en-US" sz="1200" b="1" i="0" u="non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itchFamily="34" charset="0"/>
              </a:rPr>
              <a:t>AssemblyDefinition</a:t>
            </a:r>
            <a:endParaRPr kumimoji="0" lang="en-US" sz="1200" b="1" i="0" u="non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itchFamily="34" charset="0"/>
            </a:endParaRPr>
          </a:p>
        </p:txBody>
      </p: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3BF16F64-DE0C-7D6A-908D-CC2CA8FDC6A1}"/>
              </a:ext>
            </a:extLst>
          </p:cNvPr>
          <p:cNvCxnSpPr>
            <a:cxnSpLocks/>
          </p:cNvCxnSpPr>
          <p:nvPr/>
        </p:nvCxnSpPr>
        <p:spPr bwMode="auto">
          <a:xfrm flipV="1">
            <a:off x="5117285" y="5555538"/>
            <a:ext cx="0" cy="267137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hlink"/>
            </a:solidFill>
            <a:prstDash val="solid"/>
            <a:round/>
            <a:headEnd type="none" w="med" len="med"/>
            <a:tailEnd type="oval"/>
          </a:ln>
          <a:effectLst/>
        </p:spPr>
      </p:cxnSp>
      <p:sp>
        <p:nvSpPr>
          <p:cNvPr id="35" name="Textfeld 34">
            <a:extLst>
              <a:ext uri="{FF2B5EF4-FFF2-40B4-BE49-F238E27FC236}">
                <a16:creationId xmlns:a16="http://schemas.microsoft.com/office/drawing/2014/main" id="{FCB3A451-D8D5-A8B7-354F-F5DA8B17BB63}"/>
              </a:ext>
            </a:extLst>
          </p:cNvPr>
          <p:cNvSpPr txBox="1"/>
          <p:nvPr/>
        </p:nvSpPr>
        <p:spPr bwMode="auto">
          <a:xfrm>
            <a:off x="5163433" y="5523741"/>
            <a:ext cx="674347" cy="279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8000" tIns="46800" rIns="18000" bIns="46800" rtlCol="0">
            <a:spAutoFit/>
          </a:bodyPr>
          <a:lstStyle/>
          <a:p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Definition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D2432809-84BE-EB81-5CD0-B19D03D362B9}"/>
              </a:ext>
            </a:extLst>
          </p:cNvPr>
          <p:cNvSpPr txBox="1"/>
          <p:nvPr/>
        </p:nvSpPr>
        <p:spPr bwMode="auto">
          <a:xfrm>
            <a:off x="7460704" y="4515112"/>
            <a:ext cx="1748003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20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Product Fastener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AE10DAE7-6327-5A58-8586-FFE8D0C32CB5}"/>
              </a:ext>
            </a:extLst>
          </p:cNvPr>
          <p:cNvSpPr/>
          <p:nvPr/>
        </p:nvSpPr>
        <p:spPr bwMode="auto">
          <a:xfrm>
            <a:off x="4832596" y="1812451"/>
            <a:ext cx="1206019" cy="683130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itchFamily="34" charset="0"/>
              </a:rPr>
              <a:t>AssemblyDefinition</a:t>
            </a:r>
            <a:endParaRPr kumimoji="0" lang="en-US" sz="1200" b="1" i="0" u="non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F71EFAE5-A01E-33C7-41F9-EBF06F018FEC}"/>
              </a:ext>
            </a:extLst>
          </p:cNvPr>
          <p:cNvSpPr/>
          <p:nvPr/>
        </p:nvSpPr>
        <p:spPr bwMode="auto">
          <a:xfrm>
            <a:off x="8583660" y="984883"/>
            <a:ext cx="1206019" cy="683130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itchFamily="34" charset="0"/>
              </a:rPr>
              <a:t>Part + 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b="1" dirty="0" err="1">
                <a:latin typeface="Arial" panose="020B0604020202020204" pitchFamily="34" charset="0"/>
                <a:cs typeface="Arial" pitchFamily="34" charset="0"/>
              </a:rPr>
              <a:t>Part</a:t>
            </a:r>
            <a:r>
              <a:rPr kumimoji="0" lang="en-US" sz="1200" b="1" i="0" u="non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itchFamily="34" charset="0"/>
              </a:rPr>
              <a:t>Version</a:t>
            </a:r>
            <a:endParaRPr kumimoji="0" lang="en-US" sz="1200" b="1" i="0" u="non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itchFamily="34" charset="0"/>
            </a:endParaRPr>
          </a:p>
        </p:txBody>
      </p: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36F2A378-5CB5-8399-DF33-1CCAAB29059C}"/>
              </a:ext>
            </a:extLst>
          </p:cNvPr>
          <p:cNvCxnSpPr>
            <a:cxnSpLocks/>
            <a:stCxn id="66" idx="1"/>
            <a:endCxn id="37" idx="3"/>
          </p:cNvCxnSpPr>
          <p:nvPr/>
        </p:nvCxnSpPr>
        <p:spPr bwMode="auto">
          <a:xfrm flipH="1">
            <a:off x="6038615" y="2013329"/>
            <a:ext cx="2539742" cy="140687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hlink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4BB682E6-07CE-8021-1616-79EE3B3072C6}"/>
              </a:ext>
            </a:extLst>
          </p:cNvPr>
          <p:cNvCxnSpPr>
            <a:cxnSpLocks/>
          </p:cNvCxnSpPr>
          <p:nvPr/>
        </p:nvCxnSpPr>
        <p:spPr bwMode="auto">
          <a:xfrm flipV="1">
            <a:off x="5886058" y="1509173"/>
            <a:ext cx="2697603" cy="31578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hlink"/>
            </a:solidFill>
            <a:prstDash val="solid"/>
            <a:round/>
            <a:headEnd type="none" w="med" len="med"/>
            <a:tailEnd type="oval"/>
          </a:ln>
          <a:effectLst/>
        </p:spPr>
      </p:cxnSp>
      <p:sp>
        <p:nvSpPr>
          <p:cNvPr id="41" name="Textfeld 40">
            <a:extLst>
              <a:ext uri="{FF2B5EF4-FFF2-40B4-BE49-F238E27FC236}">
                <a16:creationId xmlns:a16="http://schemas.microsoft.com/office/drawing/2014/main" id="{D8F13963-E05B-ED8C-60A0-F9A151266C2F}"/>
              </a:ext>
            </a:extLst>
          </p:cNvPr>
          <p:cNvSpPr txBox="1"/>
          <p:nvPr/>
        </p:nvSpPr>
        <p:spPr bwMode="auto">
          <a:xfrm>
            <a:off x="6055057" y="1494401"/>
            <a:ext cx="528922" cy="279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8000" tIns="46800" rIns="18000" bIns="46800" rtlCol="0">
            <a:spAutoFit/>
          </a:bodyPr>
          <a:lstStyle/>
          <a:p>
            <a:r>
              <a:rPr lang="en-US" sz="1200" err="1">
                <a:latin typeface="Arial" panose="020B0604020202020204" pitchFamily="34" charset="0"/>
                <a:cs typeface="Arial" panose="020B0604020202020204" pitchFamily="34" charset="0"/>
              </a:rPr>
              <a:t>ViewOf</a:t>
            </a:r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1021F8BA-0A11-8F18-3055-02471D0AB7C8}"/>
              </a:ext>
            </a:extLst>
          </p:cNvPr>
          <p:cNvSpPr txBox="1"/>
          <p:nvPr/>
        </p:nvSpPr>
        <p:spPr bwMode="auto">
          <a:xfrm>
            <a:off x="6307270" y="1024060"/>
            <a:ext cx="120601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20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Assembly</a:t>
            </a: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CA1DCAFC-F0D0-7AEA-57CA-A2954CCE0565}"/>
              </a:ext>
            </a:extLst>
          </p:cNvPr>
          <p:cNvSpPr txBox="1"/>
          <p:nvPr/>
        </p:nvSpPr>
        <p:spPr bwMode="auto">
          <a:xfrm>
            <a:off x="4292821" y="4520942"/>
            <a:ext cx="1328882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Linked Parts</a:t>
            </a:r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94048CAF-F6BA-8BE7-7170-B21C83FFA1AD}"/>
              </a:ext>
            </a:extLst>
          </p:cNvPr>
          <p:cNvSpPr/>
          <p:nvPr/>
        </p:nvSpPr>
        <p:spPr bwMode="auto">
          <a:xfrm>
            <a:off x="4388242" y="2667596"/>
            <a:ext cx="895494" cy="395816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itchFamily="34" charset="0"/>
              </a:rPr>
              <a:t>NAOU#1</a:t>
            </a: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675A6BA6-7BBF-8D12-38CA-7F233D0E2018}"/>
              </a:ext>
            </a:extLst>
          </p:cNvPr>
          <p:cNvSpPr/>
          <p:nvPr/>
        </p:nvSpPr>
        <p:spPr bwMode="auto">
          <a:xfrm>
            <a:off x="5525351" y="2670470"/>
            <a:ext cx="895494" cy="395816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itchFamily="34" charset="0"/>
              </a:rPr>
              <a:t>NAOU#n</a:t>
            </a:r>
            <a:endParaRPr kumimoji="0" lang="en-US" sz="1200" b="1" i="0" u="non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34987B8A-8730-A518-F658-9106ABCC7967}"/>
              </a:ext>
            </a:extLst>
          </p:cNvPr>
          <p:cNvSpPr txBox="1"/>
          <p:nvPr/>
        </p:nvSpPr>
        <p:spPr bwMode="auto">
          <a:xfrm>
            <a:off x="5347703" y="2670027"/>
            <a:ext cx="190240" cy="279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8000" tIns="46800" rIns="18000" bIns="46800" rtlCol="0">
            <a:spAutoFit/>
          </a:bodyPr>
          <a:lstStyle/>
          <a:p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cxnSp>
        <p:nvCxnSpPr>
          <p:cNvPr id="49" name="Gerade Verbindung mit Pfeil 48">
            <a:extLst>
              <a:ext uri="{FF2B5EF4-FFF2-40B4-BE49-F238E27FC236}">
                <a16:creationId xmlns:a16="http://schemas.microsoft.com/office/drawing/2014/main" id="{3986EA74-F7FB-39E2-233A-1864AF28310B}"/>
              </a:ext>
            </a:extLst>
          </p:cNvPr>
          <p:cNvCxnSpPr>
            <a:cxnSpLocks/>
            <a:stCxn id="46" idx="0"/>
          </p:cNvCxnSpPr>
          <p:nvPr/>
        </p:nvCxnSpPr>
        <p:spPr bwMode="auto">
          <a:xfrm flipV="1">
            <a:off x="4835988" y="2499274"/>
            <a:ext cx="577098" cy="16832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hlink"/>
            </a:solidFill>
            <a:prstDash val="solid"/>
            <a:round/>
            <a:headEnd type="none" w="med" len="med"/>
            <a:tailEnd type="oval"/>
          </a:ln>
          <a:effectLst/>
        </p:spPr>
      </p:cxnSp>
      <p:sp>
        <p:nvSpPr>
          <p:cNvPr id="50" name="Textfeld 49">
            <a:extLst>
              <a:ext uri="{FF2B5EF4-FFF2-40B4-BE49-F238E27FC236}">
                <a16:creationId xmlns:a16="http://schemas.microsoft.com/office/drawing/2014/main" id="{C6D9BEDE-B040-16A2-5317-689167168785}"/>
              </a:ext>
            </a:extLst>
          </p:cNvPr>
          <p:cNvSpPr txBox="1"/>
          <p:nvPr/>
        </p:nvSpPr>
        <p:spPr bwMode="auto">
          <a:xfrm>
            <a:off x="6019808" y="2411406"/>
            <a:ext cx="592178" cy="279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8000" tIns="46800" rIns="18000" bIns="46800" rtlCol="0">
            <a:spAutoFit/>
          </a:bodyPr>
          <a:lstStyle/>
          <a:p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Relating</a:t>
            </a:r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3B0654B4-BE7D-3AB0-F49B-8832FB3AAAB0}"/>
              </a:ext>
            </a:extLst>
          </p:cNvPr>
          <p:cNvSpPr txBox="1"/>
          <p:nvPr/>
        </p:nvSpPr>
        <p:spPr bwMode="auto">
          <a:xfrm>
            <a:off x="4339566" y="2400535"/>
            <a:ext cx="597403" cy="279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8000" tIns="46800" rIns="18000" bIns="46800" rtlCol="0">
            <a:spAutoFit/>
          </a:bodyPr>
          <a:lstStyle/>
          <a:p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Relating</a:t>
            </a:r>
          </a:p>
        </p:txBody>
      </p:sp>
      <p:cxnSp>
        <p:nvCxnSpPr>
          <p:cNvPr id="52" name="Gerade Verbindung mit Pfeil 51">
            <a:extLst>
              <a:ext uri="{FF2B5EF4-FFF2-40B4-BE49-F238E27FC236}">
                <a16:creationId xmlns:a16="http://schemas.microsoft.com/office/drawing/2014/main" id="{3BBFF273-5897-D7D6-C75A-78F5BA5EE7CB}"/>
              </a:ext>
            </a:extLst>
          </p:cNvPr>
          <p:cNvCxnSpPr>
            <a:cxnSpLocks/>
            <a:stCxn id="47" idx="0"/>
            <a:endCxn id="37" idx="2"/>
          </p:cNvCxnSpPr>
          <p:nvPr/>
        </p:nvCxnSpPr>
        <p:spPr bwMode="auto">
          <a:xfrm flipH="1" flipV="1">
            <a:off x="5435606" y="2495581"/>
            <a:ext cx="537491" cy="17489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hlink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53" name="Verbinder: gewinkelt 52">
            <a:extLst>
              <a:ext uri="{FF2B5EF4-FFF2-40B4-BE49-F238E27FC236}">
                <a16:creationId xmlns:a16="http://schemas.microsoft.com/office/drawing/2014/main" id="{BA4B8611-B1E5-809A-B1E9-AFD9B50A9C86}"/>
              </a:ext>
            </a:extLst>
          </p:cNvPr>
          <p:cNvCxnSpPr>
            <a:cxnSpLocks/>
            <a:stCxn id="66" idx="3"/>
            <a:endCxn id="32" idx="1"/>
          </p:cNvCxnSpPr>
          <p:nvPr/>
        </p:nvCxnSpPr>
        <p:spPr bwMode="auto">
          <a:xfrm flipH="1">
            <a:off x="4496068" y="2013329"/>
            <a:ext cx="5288308" cy="4172731"/>
          </a:xfrm>
          <a:prstGeom prst="bentConnector5">
            <a:avLst>
              <a:gd name="adj1" fmla="val -4323"/>
              <a:gd name="adj2" fmla="val 47666"/>
              <a:gd name="adj3" fmla="val 104323"/>
            </a:avLst>
          </a:prstGeom>
          <a:solidFill>
            <a:schemeClr val="accent1"/>
          </a:solidFill>
          <a:ln w="19050" cap="flat" cmpd="sng" algn="ctr">
            <a:solidFill>
              <a:schemeClr val="hlink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55" name="Gerade Verbindung mit Pfeil 54">
            <a:extLst>
              <a:ext uri="{FF2B5EF4-FFF2-40B4-BE49-F238E27FC236}">
                <a16:creationId xmlns:a16="http://schemas.microsoft.com/office/drawing/2014/main" id="{92336E13-4170-BE57-4160-9414CD553B7B}"/>
              </a:ext>
            </a:extLst>
          </p:cNvPr>
          <p:cNvCxnSpPr>
            <a:cxnSpLocks/>
            <a:stCxn id="13" idx="0"/>
            <a:endCxn id="47" idx="2"/>
          </p:cNvCxnSpPr>
          <p:nvPr/>
        </p:nvCxnSpPr>
        <p:spPr bwMode="auto">
          <a:xfrm flipH="1" flipV="1">
            <a:off x="5973098" y="3066286"/>
            <a:ext cx="2331146" cy="277071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hlink"/>
            </a:solidFill>
            <a:prstDash val="dash"/>
            <a:round/>
            <a:headEnd type="none" w="med" len="med"/>
            <a:tailEnd type="none"/>
          </a:ln>
          <a:effectLst/>
        </p:spPr>
      </p:cxnSp>
      <p:cxnSp>
        <p:nvCxnSpPr>
          <p:cNvPr id="56" name="Gerade Verbindung mit Pfeil 55">
            <a:extLst>
              <a:ext uri="{FF2B5EF4-FFF2-40B4-BE49-F238E27FC236}">
                <a16:creationId xmlns:a16="http://schemas.microsoft.com/office/drawing/2014/main" id="{70F9C960-5DCE-1146-37DC-8A02FF8AEEAC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4522738" y="3063412"/>
            <a:ext cx="587805" cy="278987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hlink"/>
            </a:solidFill>
            <a:prstDash val="dash"/>
            <a:round/>
            <a:headEnd type="none" w="med" len="med"/>
            <a:tailEnd type="none"/>
          </a:ln>
          <a:effectLst/>
        </p:spPr>
      </p:cxnSp>
      <p:sp>
        <p:nvSpPr>
          <p:cNvPr id="57" name="Textfeld 56">
            <a:extLst>
              <a:ext uri="{FF2B5EF4-FFF2-40B4-BE49-F238E27FC236}">
                <a16:creationId xmlns:a16="http://schemas.microsoft.com/office/drawing/2014/main" id="{CF0EA52B-CA0C-E418-B7A1-87018F32DCD3}"/>
              </a:ext>
            </a:extLst>
          </p:cNvPr>
          <p:cNvSpPr txBox="1"/>
          <p:nvPr/>
        </p:nvSpPr>
        <p:spPr bwMode="auto">
          <a:xfrm>
            <a:off x="4285762" y="3259178"/>
            <a:ext cx="862347" cy="279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8000" tIns="46800" rIns="18000" bIns="46800" rtlCol="0">
            <a:spAutoFit/>
          </a:bodyPr>
          <a:lstStyle/>
          <a:p>
            <a:r>
              <a:rPr lang="en-US" sz="12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Effectivity#1</a:t>
            </a:r>
          </a:p>
        </p:txBody>
      </p:sp>
      <p:sp>
        <p:nvSpPr>
          <p:cNvPr id="58" name="Textfeld 57">
            <a:extLst>
              <a:ext uri="{FF2B5EF4-FFF2-40B4-BE49-F238E27FC236}">
                <a16:creationId xmlns:a16="http://schemas.microsoft.com/office/drawing/2014/main" id="{95BF306C-13C3-B69E-0997-D3D23683D8E7}"/>
              </a:ext>
            </a:extLst>
          </p:cNvPr>
          <p:cNvSpPr txBox="1"/>
          <p:nvPr/>
        </p:nvSpPr>
        <p:spPr bwMode="auto">
          <a:xfrm>
            <a:off x="5672471" y="3262051"/>
            <a:ext cx="862347" cy="279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8000" tIns="46800" rIns="18000" bIns="46800" rtlCol="0">
            <a:spAutoFit/>
          </a:bodyPr>
          <a:lstStyle/>
          <a:p>
            <a:r>
              <a:rPr lang="en-US" sz="120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Effectivity#n</a:t>
            </a:r>
            <a:endParaRPr lang="en-US" sz="120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3E624D50-59E6-124C-8405-5D98391ED0B9}"/>
              </a:ext>
            </a:extLst>
          </p:cNvPr>
          <p:cNvSpPr txBox="1"/>
          <p:nvPr/>
        </p:nvSpPr>
        <p:spPr bwMode="auto">
          <a:xfrm>
            <a:off x="9793473" y="3431786"/>
            <a:ext cx="685568" cy="4638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8000" tIns="46800" rIns="18000" bIns="46800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Instance</a:t>
            </a:r>
            <a:b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Attributes</a:t>
            </a:r>
          </a:p>
        </p:txBody>
      </p:sp>
      <p:sp>
        <p:nvSpPr>
          <p:cNvPr id="60" name="Textfeld 59">
            <a:extLst>
              <a:ext uri="{FF2B5EF4-FFF2-40B4-BE49-F238E27FC236}">
                <a16:creationId xmlns:a16="http://schemas.microsoft.com/office/drawing/2014/main" id="{6C3D78C7-9007-E2CD-A1B0-FDBAF4F39A63}"/>
              </a:ext>
            </a:extLst>
          </p:cNvPr>
          <p:cNvSpPr txBox="1"/>
          <p:nvPr/>
        </p:nvSpPr>
        <p:spPr bwMode="auto">
          <a:xfrm>
            <a:off x="6942037" y="4918221"/>
            <a:ext cx="743276" cy="4638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8000" tIns="46800" rIns="18000" bIns="46800" rtlCol="0">
            <a:spAutoFit/>
          </a:bodyPr>
          <a:lstStyle/>
          <a:p>
            <a:r>
              <a:rPr lang="en-US" sz="12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</a:t>
            </a:r>
            <a:br>
              <a:rPr lang="en-US" sz="12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2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Attributes</a:t>
            </a:r>
          </a:p>
        </p:txBody>
      </p:sp>
      <p:sp>
        <p:nvSpPr>
          <p:cNvPr id="61" name="Textfeld 60">
            <a:extLst>
              <a:ext uri="{FF2B5EF4-FFF2-40B4-BE49-F238E27FC236}">
                <a16:creationId xmlns:a16="http://schemas.microsoft.com/office/drawing/2014/main" id="{B3E59220-F668-0BC7-270B-B265F01B644B}"/>
              </a:ext>
            </a:extLst>
          </p:cNvPr>
          <p:cNvSpPr txBox="1"/>
          <p:nvPr/>
        </p:nvSpPr>
        <p:spPr bwMode="auto">
          <a:xfrm>
            <a:off x="7790172" y="2519025"/>
            <a:ext cx="1793243" cy="279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8000" tIns="46800" rIns="18000" bIns="46800" rtlCol="0">
            <a:spAutoFit/>
          </a:bodyPr>
          <a:lstStyle/>
          <a:p>
            <a:r>
              <a:rPr lang="en-US" sz="1200" dirty="0" err="1"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MatingConnections</a:t>
            </a:r>
            <a:r>
              <a:rPr lang="en-US" sz="1200" dirty="0"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S[1:?]</a:t>
            </a:r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189CA1C1-4517-1712-3B62-43EF6F1B0B30}"/>
              </a:ext>
            </a:extLst>
          </p:cNvPr>
          <p:cNvSpPr/>
          <p:nvPr/>
        </p:nvSpPr>
        <p:spPr bwMode="auto">
          <a:xfrm>
            <a:off x="8589595" y="2972602"/>
            <a:ext cx="1206019" cy="683130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200" b="1" dirty="0" err="1">
                <a:highlight>
                  <a:srgbClr val="00FF00"/>
                </a:highlight>
                <a:latin typeface="Arial" panose="020B0604020202020204" pitchFamily="34" charset="0"/>
                <a:cs typeface="Arial" pitchFamily="34" charset="0"/>
              </a:rPr>
              <a:t>MatingConnection</a:t>
            </a:r>
            <a:endParaRPr lang="en-US" sz="1200" b="1" dirty="0">
              <a:highlight>
                <a:srgbClr val="00FF00"/>
              </a:highlight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63" name="Textfeld 62">
            <a:extLst>
              <a:ext uri="{FF2B5EF4-FFF2-40B4-BE49-F238E27FC236}">
                <a16:creationId xmlns:a16="http://schemas.microsoft.com/office/drawing/2014/main" id="{49FE3BEC-CEBE-B0CA-D889-B6FDC1E89D38}"/>
              </a:ext>
            </a:extLst>
          </p:cNvPr>
          <p:cNvSpPr txBox="1"/>
          <p:nvPr/>
        </p:nvSpPr>
        <p:spPr bwMode="auto">
          <a:xfrm>
            <a:off x="9873476" y="2844964"/>
            <a:ext cx="120601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20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Product</a:t>
            </a:r>
            <a:br>
              <a:rPr lang="en-US" sz="120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20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Fastener</a:t>
            </a:r>
          </a:p>
        </p:txBody>
      </p:sp>
      <p:cxnSp>
        <p:nvCxnSpPr>
          <p:cNvPr id="64" name="Gerade Verbindung mit Pfeil 63">
            <a:extLst>
              <a:ext uri="{FF2B5EF4-FFF2-40B4-BE49-F238E27FC236}">
                <a16:creationId xmlns:a16="http://schemas.microsoft.com/office/drawing/2014/main" id="{46FFF54B-B43F-19AE-23C6-EF12BFF45F2B}"/>
              </a:ext>
            </a:extLst>
          </p:cNvPr>
          <p:cNvCxnSpPr>
            <a:cxnSpLocks/>
            <a:stCxn id="62" idx="2"/>
            <a:endCxn id="13" idx="3"/>
          </p:cNvCxnSpPr>
          <p:nvPr/>
        </p:nvCxnSpPr>
        <p:spPr bwMode="auto">
          <a:xfrm flipH="1">
            <a:off x="8907252" y="3655732"/>
            <a:ext cx="285353" cy="2522837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hlink"/>
            </a:solidFill>
            <a:prstDash val="solid"/>
            <a:round/>
            <a:headEnd type="none" w="med" len="med"/>
            <a:tailEnd type="oval"/>
          </a:ln>
          <a:effectLst/>
        </p:spPr>
      </p:cxnSp>
      <p:sp>
        <p:nvSpPr>
          <p:cNvPr id="65" name="Textfeld 64">
            <a:extLst>
              <a:ext uri="{FF2B5EF4-FFF2-40B4-BE49-F238E27FC236}">
                <a16:creationId xmlns:a16="http://schemas.microsoft.com/office/drawing/2014/main" id="{4B087FB8-D55C-4354-8E96-86EB7115006B}"/>
              </a:ext>
            </a:extLst>
          </p:cNvPr>
          <p:cNvSpPr txBox="1"/>
          <p:nvPr/>
        </p:nvSpPr>
        <p:spPr bwMode="auto">
          <a:xfrm>
            <a:off x="8006998" y="3692161"/>
            <a:ext cx="2140011" cy="279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8000" tIns="46800" rIns="18000" bIns="46800" rtlCol="0">
            <a:spAutoFit/>
          </a:bodyPr>
          <a:lstStyle/>
          <a:p>
            <a:r>
              <a:rPr lang="en-US" sz="1200" dirty="0" err="1"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MatingMaterials</a:t>
            </a:r>
            <a:r>
              <a:rPr lang="en-US" sz="1200" dirty="0"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S[0:?]</a:t>
            </a:r>
          </a:p>
        </p:txBody>
      </p:sp>
      <p:sp>
        <p:nvSpPr>
          <p:cNvPr id="67" name="Textfeld 66">
            <a:extLst>
              <a:ext uri="{FF2B5EF4-FFF2-40B4-BE49-F238E27FC236}">
                <a16:creationId xmlns:a16="http://schemas.microsoft.com/office/drawing/2014/main" id="{EFD8373C-91B5-2E0E-B834-C713CA8DA351}"/>
              </a:ext>
            </a:extLst>
          </p:cNvPr>
          <p:cNvSpPr txBox="1"/>
          <p:nvPr/>
        </p:nvSpPr>
        <p:spPr bwMode="auto">
          <a:xfrm>
            <a:off x="7725743" y="3161270"/>
            <a:ext cx="829389" cy="279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8000" tIns="46800" rIns="18000" bIns="46800" rtlCol="0">
            <a:spAutoFit/>
          </a:bodyPr>
          <a:lstStyle/>
          <a:p>
            <a:r>
              <a:rPr lang="en-US" sz="1200" dirty="0" err="1"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MatingType</a:t>
            </a:r>
            <a:endParaRPr lang="en-US" sz="1200" dirty="0">
              <a:highlight>
                <a:srgbClr val="00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Rechteck 67">
            <a:extLst>
              <a:ext uri="{FF2B5EF4-FFF2-40B4-BE49-F238E27FC236}">
                <a16:creationId xmlns:a16="http://schemas.microsoft.com/office/drawing/2014/main" id="{E70A9469-F8FD-8B3C-0C85-C6581A4CE54D}"/>
              </a:ext>
            </a:extLst>
          </p:cNvPr>
          <p:cNvSpPr/>
          <p:nvPr/>
        </p:nvSpPr>
        <p:spPr bwMode="auto">
          <a:xfrm>
            <a:off x="6144755" y="5844830"/>
            <a:ext cx="1225530" cy="683130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normalizeH="0" baseline="0" dirty="0" err="1">
                <a:ln>
                  <a:noFill/>
                </a:ln>
                <a:solidFill>
                  <a:schemeClr val="bg2">
                    <a:lumMod val="65000"/>
                  </a:schemeClr>
                </a:solidFill>
                <a:effectLst/>
                <a:latin typeface="Arial" panose="020B0604020202020204" pitchFamily="34" charset="0"/>
                <a:cs typeface="Arial" pitchFamily="34" charset="0"/>
              </a:rPr>
              <a:t>OccurrenceRelationship</a:t>
            </a:r>
            <a:endParaRPr kumimoji="0" lang="en-US" sz="1200" b="1" i="0" u="none" strike="noStrike" cap="none" normalizeH="0" baseline="0" dirty="0">
              <a:ln>
                <a:noFill/>
              </a:ln>
              <a:solidFill>
                <a:schemeClr val="bg2">
                  <a:lumMod val="65000"/>
                </a:schemeClr>
              </a:solidFill>
              <a:effectLst/>
              <a:latin typeface="Arial" panose="020B0604020202020204" pitchFamily="34" charset="0"/>
              <a:cs typeface="Arial" pitchFamily="34" charset="0"/>
            </a:endParaRPr>
          </a:p>
        </p:txBody>
      </p:sp>
      <p:cxnSp>
        <p:nvCxnSpPr>
          <p:cNvPr id="69" name="Gerade Verbindung mit Pfeil 68">
            <a:extLst>
              <a:ext uri="{FF2B5EF4-FFF2-40B4-BE49-F238E27FC236}">
                <a16:creationId xmlns:a16="http://schemas.microsoft.com/office/drawing/2014/main" id="{C76EC52B-AF9E-16EF-5745-BA187E36B242}"/>
              </a:ext>
            </a:extLst>
          </p:cNvPr>
          <p:cNvCxnSpPr>
            <a:cxnSpLocks/>
            <a:endCxn id="13" idx="1"/>
          </p:cNvCxnSpPr>
          <p:nvPr/>
        </p:nvCxnSpPr>
        <p:spPr bwMode="auto">
          <a:xfrm flipV="1">
            <a:off x="7378176" y="6178569"/>
            <a:ext cx="323058" cy="636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hlink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70" name="Gerade Verbindung mit Pfeil 69">
            <a:extLst>
              <a:ext uri="{FF2B5EF4-FFF2-40B4-BE49-F238E27FC236}">
                <a16:creationId xmlns:a16="http://schemas.microsoft.com/office/drawing/2014/main" id="{84B4265D-010D-A32F-C236-80DB0C34F1EA}"/>
              </a:ext>
            </a:extLst>
          </p:cNvPr>
          <p:cNvCxnSpPr>
            <a:cxnSpLocks/>
            <a:stCxn id="68" idx="1"/>
            <a:endCxn id="32" idx="3"/>
          </p:cNvCxnSpPr>
          <p:nvPr/>
        </p:nvCxnSpPr>
        <p:spPr bwMode="auto">
          <a:xfrm flipH="1" flipV="1">
            <a:off x="5702087" y="6186061"/>
            <a:ext cx="442668" cy="335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hlink"/>
            </a:solidFill>
            <a:prstDash val="solid"/>
            <a:round/>
            <a:headEnd type="none" w="med" len="med"/>
            <a:tailEnd type="oval"/>
          </a:ln>
          <a:effectLst/>
        </p:spPr>
      </p:cxnSp>
      <p:sp>
        <p:nvSpPr>
          <p:cNvPr id="71" name="Textfeld 70">
            <a:extLst>
              <a:ext uri="{FF2B5EF4-FFF2-40B4-BE49-F238E27FC236}">
                <a16:creationId xmlns:a16="http://schemas.microsoft.com/office/drawing/2014/main" id="{6E95244F-5237-D3F3-1E9A-DAEBE4EA8E14}"/>
              </a:ext>
            </a:extLst>
          </p:cNvPr>
          <p:cNvSpPr txBox="1"/>
          <p:nvPr/>
        </p:nvSpPr>
        <p:spPr bwMode="auto">
          <a:xfrm>
            <a:off x="5660461" y="5802445"/>
            <a:ext cx="563740" cy="279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8000" tIns="46800" rIns="18000" bIns="46800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Related</a:t>
            </a:r>
          </a:p>
        </p:txBody>
      </p:sp>
      <p:sp>
        <p:nvSpPr>
          <p:cNvPr id="72" name="Textfeld 71">
            <a:extLst>
              <a:ext uri="{FF2B5EF4-FFF2-40B4-BE49-F238E27FC236}">
                <a16:creationId xmlns:a16="http://schemas.microsoft.com/office/drawing/2014/main" id="{A4EBB41C-FEBF-60B6-96A9-BFF892DD3DF5}"/>
              </a:ext>
            </a:extLst>
          </p:cNvPr>
          <p:cNvSpPr txBox="1"/>
          <p:nvPr/>
        </p:nvSpPr>
        <p:spPr bwMode="auto">
          <a:xfrm>
            <a:off x="7239412" y="5792527"/>
            <a:ext cx="597403" cy="279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8000" tIns="46800" rIns="18000" bIns="46800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Relating</a:t>
            </a:r>
          </a:p>
        </p:txBody>
      </p:sp>
      <p:sp>
        <p:nvSpPr>
          <p:cNvPr id="73" name="Textfeld 72">
            <a:extLst>
              <a:ext uri="{FF2B5EF4-FFF2-40B4-BE49-F238E27FC236}">
                <a16:creationId xmlns:a16="http://schemas.microsoft.com/office/drawing/2014/main" id="{E3C5E3CA-6093-3EB2-9AFC-2C7CF3CE064B}"/>
              </a:ext>
            </a:extLst>
          </p:cNvPr>
          <p:cNvSpPr txBox="1"/>
          <p:nvPr/>
        </p:nvSpPr>
        <p:spPr bwMode="auto">
          <a:xfrm>
            <a:off x="6203079" y="5386859"/>
            <a:ext cx="1424588" cy="4638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8000" tIns="46800" rIns="18000" bIns="46800" rtlCol="0">
            <a:spAutoFit/>
          </a:bodyPr>
          <a:lstStyle>
            <a:defPPr>
              <a:defRPr lang="fr-FR"/>
            </a:defPPr>
            <a:lvl1pPr>
              <a:defRPr sz="1400">
                <a:solidFill>
                  <a:srgbClr val="FF0000"/>
                </a:solidFill>
                <a:latin typeface="Calibri" pitchFamily="34" charset="0"/>
              </a:defRPr>
            </a:lvl1pPr>
          </a:lstStyle>
          <a:p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Drill Diameter</a:t>
            </a:r>
          </a:p>
          <a:p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Drill Tolerance </a:t>
            </a:r>
          </a:p>
        </p:txBody>
      </p:sp>
      <p:cxnSp>
        <p:nvCxnSpPr>
          <p:cNvPr id="78" name="Gerade Verbindung mit Pfeil 77">
            <a:extLst>
              <a:ext uri="{FF2B5EF4-FFF2-40B4-BE49-F238E27FC236}">
                <a16:creationId xmlns:a16="http://schemas.microsoft.com/office/drawing/2014/main" id="{0671A0BD-D580-3EFF-8EAD-0AF7A3941B9F}"/>
              </a:ext>
            </a:extLst>
          </p:cNvPr>
          <p:cNvCxnSpPr>
            <a:cxnSpLocks/>
            <a:stCxn id="66" idx="2"/>
            <a:endCxn id="22" idx="0"/>
          </p:cNvCxnSpPr>
          <p:nvPr/>
        </p:nvCxnSpPr>
        <p:spPr bwMode="auto">
          <a:xfrm>
            <a:off x="9181367" y="2160131"/>
            <a:ext cx="9097" cy="130008"/>
          </a:xfrm>
          <a:prstGeom prst="straightConnector1">
            <a:avLst/>
          </a:prstGeom>
          <a:solidFill>
            <a:schemeClr val="accent1"/>
          </a:solidFill>
          <a:ln w="44450" cap="flat" cmpd="sng" algn="ctr">
            <a:solidFill>
              <a:schemeClr val="hlink"/>
            </a:solidFill>
            <a:prstDash val="solid"/>
            <a:round/>
            <a:headEnd type="none" w="med" len="med"/>
            <a:tailEnd type="oval"/>
          </a:ln>
          <a:effectLst/>
        </p:spPr>
      </p:cxnSp>
      <p:sp>
        <p:nvSpPr>
          <p:cNvPr id="66" name="Rechteck 65">
            <a:extLst>
              <a:ext uri="{FF2B5EF4-FFF2-40B4-BE49-F238E27FC236}">
                <a16:creationId xmlns:a16="http://schemas.microsoft.com/office/drawing/2014/main" id="{AAF946B2-7FB6-BD3F-0E02-F861D554F254}"/>
              </a:ext>
            </a:extLst>
          </p:cNvPr>
          <p:cNvSpPr/>
          <p:nvPr/>
        </p:nvSpPr>
        <p:spPr bwMode="auto">
          <a:xfrm>
            <a:off x="8578357" y="1866527"/>
            <a:ext cx="1206019" cy="293604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200" b="1" i="0" dirty="0" err="1">
                <a:solidFill>
                  <a:srgbClr val="172B4D"/>
                </a:solidFill>
                <a:effectLst/>
                <a:highlight>
                  <a:srgbClr val="00FF00"/>
                </a:highlight>
                <a:latin typeface="-apple-system"/>
              </a:rPr>
              <a:t>AssemblyGroup</a:t>
            </a:r>
            <a:endParaRPr lang="en-US" sz="1200" b="1" dirty="0">
              <a:highlight>
                <a:srgbClr val="00FF00"/>
              </a:highlight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C3CD63EC-89E3-D172-4884-3319F1DF4F62}"/>
              </a:ext>
            </a:extLst>
          </p:cNvPr>
          <p:cNvSpPr txBox="1"/>
          <p:nvPr/>
        </p:nvSpPr>
        <p:spPr bwMode="auto">
          <a:xfrm>
            <a:off x="6839969" y="1933561"/>
            <a:ext cx="522062" cy="279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8000" tIns="46800" rIns="18000" bIns="46800" rtlCol="0">
            <a:spAutoFit/>
          </a:bodyPr>
          <a:lstStyle/>
          <a:p>
            <a:r>
              <a:rPr lang="en-US" sz="1200" dirty="0" err="1"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UsedIn</a:t>
            </a:r>
            <a:endParaRPr lang="en-US" sz="1200" dirty="0">
              <a:highlight>
                <a:srgbClr val="00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AA5CFE58-5C75-7028-89C7-32F44ED0576B}"/>
              </a:ext>
            </a:extLst>
          </p:cNvPr>
          <p:cNvSpPr/>
          <p:nvPr/>
        </p:nvSpPr>
        <p:spPr bwMode="auto">
          <a:xfrm>
            <a:off x="8587454" y="2290139"/>
            <a:ext cx="1206019" cy="293604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200" b="1" dirty="0" err="1">
                <a:solidFill>
                  <a:srgbClr val="172B4D"/>
                </a:solidFill>
                <a:highlight>
                  <a:srgbClr val="00FF00"/>
                </a:highlight>
                <a:latin typeface="-apple-system"/>
              </a:rPr>
              <a:t>Mating</a:t>
            </a:r>
            <a:r>
              <a:rPr lang="de-DE" sz="1200" b="1" i="0" dirty="0" err="1">
                <a:solidFill>
                  <a:srgbClr val="172B4D"/>
                </a:solidFill>
                <a:effectLst/>
                <a:highlight>
                  <a:srgbClr val="00FF00"/>
                </a:highlight>
                <a:latin typeface="-apple-system"/>
              </a:rPr>
              <a:t>Group</a:t>
            </a:r>
            <a:endParaRPr lang="en-US" sz="1200" b="1" dirty="0">
              <a:highlight>
                <a:srgbClr val="00FF00"/>
              </a:highlight>
              <a:latin typeface="Arial" panose="020B0604020202020204" pitchFamily="34" charset="0"/>
              <a:cs typeface="Arial" pitchFamily="34" charset="0"/>
            </a:endParaRPr>
          </a:p>
        </p:txBody>
      </p: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C64C8169-7BEF-188B-CE8C-BAE16C17C724}"/>
              </a:ext>
            </a:extLst>
          </p:cNvPr>
          <p:cNvCxnSpPr>
            <a:cxnSpLocks/>
            <a:stCxn id="22" idx="2"/>
            <a:endCxn id="62" idx="0"/>
          </p:cNvCxnSpPr>
          <p:nvPr/>
        </p:nvCxnSpPr>
        <p:spPr bwMode="auto">
          <a:xfrm>
            <a:off x="9190464" y="2583743"/>
            <a:ext cx="2141" cy="388859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hlink"/>
            </a:solidFill>
            <a:prstDash val="solid"/>
            <a:round/>
            <a:headEnd type="none" w="med" len="med"/>
            <a:tailEnd type="oval"/>
          </a:ln>
          <a:effectLst/>
        </p:spPr>
      </p:cxnSp>
      <p:sp>
        <p:nvSpPr>
          <p:cNvPr id="54" name="Ellipse 53">
            <a:extLst>
              <a:ext uri="{FF2B5EF4-FFF2-40B4-BE49-F238E27FC236}">
                <a16:creationId xmlns:a16="http://schemas.microsoft.com/office/drawing/2014/main" id="{86FFEDDD-8164-57B0-865C-6619B1EACC2B}"/>
              </a:ext>
            </a:extLst>
          </p:cNvPr>
          <p:cNvSpPr/>
          <p:nvPr/>
        </p:nvSpPr>
        <p:spPr>
          <a:xfrm>
            <a:off x="5872239" y="5311301"/>
            <a:ext cx="1735020" cy="1546363"/>
          </a:xfrm>
          <a:prstGeom prst="ellipse">
            <a:avLst/>
          </a:prstGeom>
          <a:noFill/>
          <a:ln w="3810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600" dirty="0">
              <a:solidFill>
                <a:schemeClr val="tx1"/>
              </a:solidFill>
            </a:endParaRPr>
          </a:p>
        </p:txBody>
      </p:sp>
      <p:sp>
        <p:nvSpPr>
          <p:cNvPr id="74" name="Textfeld 73">
            <a:extLst>
              <a:ext uri="{FF2B5EF4-FFF2-40B4-BE49-F238E27FC236}">
                <a16:creationId xmlns:a16="http://schemas.microsoft.com/office/drawing/2014/main" id="{B52BD4C1-F220-6870-2E77-4A5266A86A55}"/>
              </a:ext>
            </a:extLst>
          </p:cNvPr>
          <p:cNvSpPr txBox="1"/>
          <p:nvPr/>
        </p:nvSpPr>
        <p:spPr>
          <a:xfrm>
            <a:off x="5413086" y="6577300"/>
            <a:ext cx="2698046" cy="24622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de-DE" sz="1600" dirty="0">
                <a:solidFill>
                  <a:srgbClr val="FFC000"/>
                </a:solidFill>
              </a:rPr>
              <a:t>Topic </a:t>
            </a:r>
            <a:r>
              <a:rPr lang="de-DE" sz="1600" dirty="0" err="1">
                <a:solidFill>
                  <a:srgbClr val="FFC000"/>
                </a:solidFill>
              </a:rPr>
              <a:t>for</a:t>
            </a:r>
            <a:r>
              <a:rPr lang="de-DE" sz="1600" dirty="0">
                <a:solidFill>
                  <a:srgbClr val="FFC000"/>
                </a:solidFill>
              </a:rPr>
              <a:t> </a:t>
            </a:r>
            <a:r>
              <a:rPr lang="de-DE" sz="1600" dirty="0" err="1">
                <a:solidFill>
                  <a:srgbClr val="FFC000"/>
                </a:solidFill>
              </a:rPr>
              <a:t>CAx</a:t>
            </a:r>
            <a:r>
              <a:rPr lang="de-DE" sz="1600" dirty="0">
                <a:solidFill>
                  <a:srgbClr val="FFC000"/>
                </a:solidFill>
              </a:rPr>
              <a:t>-IF (hole feature)</a:t>
            </a:r>
          </a:p>
        </p:txBody>
      </p:sp>
    </p:spTree>
    <p:extLst>
      <p:ext uri="{BB962C8B-B14F-4D97-AF65-F5344CB8AC3E}">
        <p14:creationId xmlns:p14="http://schemas.microsoft.com/office/powerpoint/2010/main" val="1424017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81B368-364A-1694-CB03-F283BCE65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 with </a:t>
            </a:r>
            <a:r>
              <a:rPr lang="el-GR" dirty="0"/>
              <a:t>χ</a:t>
            </a:r>
            <a:r>
              <a:rPr lang="en-US" dirty="0"/>
              <a:t>mcf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D432918-A44C-C8E4-2501-1528FC294E4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 err="1"/>
              <a:t>MBx</a:t>
            </a:r>
            <a:r>
              <a:rPr lang="en-US" noProof="0" dirty="0"/>
              <a:t>-IF Leadership Meeting 17.02.25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51D5C07-9BEA-A5D8-96EE-851B126F35C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0FD2C4-56EC-4F07-B0B8-CEAC86EF6E31}" type="slidenum">
              <a:rPr lang="en-US" noProof="0" smtClean="0"/>
              <a:pPr/>
              <a:t>9</a:t>
            </a:fld>
            <a:endParaRPr lang="en-US" noProof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C926C57-F8AC-3910-99B9-66ABDD9CC04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Fasteners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0417D4F-1621-8DCF-0A2B-3552292BC6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382912"/>
            <a:ext cx="10423072" cy="5192986"/>
          </a:xfrm>
        </p:spPr>
        <p:txBody>
          <a:bodyPr vert="horz" lIns="0" tIns="0" rIns="0" bIns="0" rtlCol="0" anchor="t">
            <a:normAutofit fontScale="70000" lnSpcReduction="20000"/>
          </a:bodyPr>
          <a:lstStyle/>
          <a:p>
            <a:pPr marL="229870" indent="-229870"/>
            <a:r>
              <a:rPr lang="en-US" dirty="0">
                <a:hlinkClick r:id="rId2"/>
              </a:rPr>
              <a:t>https://github.com/economidis-nick/createXSDforxMCF/issues/105</a:t>
            </a:r>
            <a:br>
              <a:rPr lang="en-US" dirty="0"/>
            </a:br>
            <a:r>
              <a:rPr lang="en-US" dirty="0"/>
              <a:t>connection_0/1/2d cannot be reused (for example on multiple occurrences)</a:t>
            </a:r>
          </a:p>
          <a:p>
            <a:pPr marL="687070" lvl="1" indent="-229870"/>
            <a:r>
              <a:rPr lang="en-US" sz="1900" dirty="0"/>
              <a:t>Has to be defined redundantly within the </a:t>
            </a:r>
            <a:r>
              <a:rPr lang="en-US" sz="1900" dirty="0" err="1"/>
              <a:t>connection_group</a:t>
            </a:r>
            <a:endParaRPr lang="en-US" sz="1900" dirty="0"/>
          </a:p>
          <a:p>
            <a:pPr marL="229870" indent="-229870"/>
            <a:r>
              <a:rPr lang="en-US" dirty="0">
                <a:hlinkClick r:id="rId3"/>
              </a:rPr>
              <a:t>https://github.com/economidis-nick/createXSDforxMCF/issues/95</a:t>
            </a:r>
            <a:br>
              <a:rPr lang="en-US" dirty="0"/>
            </a:br>
            <a:r>
              <a:rPr lang="en-US" dirty="0"/>
              <a:t>connection_group.id is not persistent and has to be an integer</a:t>
            </a:r>
          </a:p>
          <a:p>
            <a:pPr marL="687070" lvl="1" indent="-229870"/>
            <a:r>
              <a:rPr lang="en-US" sz="1900" dirty="0"/>
              <a:t>Cannot generally overtake the </a:t>
            </a:r>
            <a:r>
              <a:rPr lang="en-US" sz="1900" dirty="0" err="1"/>
              <a:t>MatingGroup.Id</a:t>
            </a:r>
            <a:r>
              <a:rPr lang="en-US" sz="1900" dirty="0"/>
              <a:t> from AP242 (alphanumerical)</a:t>
            </a:r>
          </a:p>
          <a:p>
            <a:pPr marL="229870" indent="-229870"/>
            <a:r>
              <a:rPr lang="en-US" dirty="0"/>
              <a:t>3D positioning of the connection_0/1/2d within the connection group is absolute (as if the assembly on which the </a:t>
            </a:r>
            <a:r>
              <a:rPr lang="en-US" dirty="0" err="1"/>
              <a:t>connection_group</a:t>
            </a:r>
            <a:r>
              <a:rPr lang="en-US" dirty="0"/>
              <a:t> is defined was a flat structure)</a:t>
            </a:r>
          </a:p>
          <a:p>
            <a:pPr marL="687070" lvl="1" indent="-229870"/>
            <a:r>
              <a:rPr lang="en-US" sz="1900" dirty="0"/>
              <a:t>Requires a conversion from </a:t>
            </a:r>
            <a:r>
              <a:rPr lang="de-DE" sz="1900" dirty="0" err="1"/>
              <a:t>the</a:t>
            </a:r>
            <a:r>
              <a:rPr lang="de-DE" sz="1900" dirty="0"/>
              <a:t> </a:t>
            </a:r>
            <a:r>
              <a:rPr lang="de-DE" sz="1900" dirty="0" err="1"/>
              <a:t>multilevel</a:t>
            </a:r>
            <a:r>
              <a:rPr lang="de-DE" sz="1900" dirty="0"/>
              <a:t> </a:t>
            </a:r>
            <a:r>
              <a:rPr lang="de-DE" sz="1900" dirty="0" err="1"/>
              <a:t>CartesianTransformation</a:t>
            </a:r>
            <a:r>
              <a:rPr lang="de-DE" sz="1900" dirty="0"/>
              <a:t> </a:t>
            </a:r>
            <a:r>
              <a:rPr lang="de-DE" sz="1900" dirty="0" err="1"/>
              <a:t>matrices</a:t>
            </a:r>
            <a:r>
              <a:rPr lang="de-DE" sz="1900" dirty="0"/>
              <a:t> in AP242</a:t>
            </a:r>
            <a:r>
              <a:rPr lang="en-US" sz="1900" dirty="0"/>
              <a:t> to </a:t>
            </a:r>
            <a:r>
              <a:rPr lang="el-GR" sz="1900" dirty="0"/>
              <a:t>χ</a:t>
            </a:r>
            <a:r>
              <a:rPr lang="de-DE" sz="1900" dirty="0" err="1"/>
              <a:t>mcf</a:t>
            </a:r>
            <a:r>
              <a:rPr lang="de-DE" sz="1900" dirty="0"/>
              <a:t> </a:t>
            </a:r>
            <a:r>
              <a:rPr lang="de-DE" sz="1900" dirty="0" err="1"/>
              <a:t>location</a:t>
            </a:r>
            <a:endParaRPr lang="en-US" sz="1900" dirty="0"/>
          </a:p>
          <a:p>
            <a:pPr marL="229870" indent="-229870"/>
            <a:r>
              <a:rPr lang="en-US" dirty="0">
                <a:hlinkClick r:id="rId4"/>
              </a:rPr>
              <a:t>https://github.com/economidis-nick/createXSDforxMCF/issues/104</a:t>
            </a:r>
            <a:br>
              <a:rPr lang="en-US" dirty="0"/>
            </a:br>
            <a:r>
              <a:rPr lang="en-US" dirty="0"/>
              <a:t>connection_0/1/2d ident is unique only within the </a:t>
            </a:r>
            <a:r>
              <a:rPr lang="el-GR" dirty="0"/>
              <a:t>χ</a:t>
            </a:r>
            <a:r>
              <a:rPr lang="en-US" dirty="0"/>
              <a:t>mcf file and has to be an integer</a:t>
            </a:r>
          </a:p>
          <a:p>
            <a:pPr marL="687070" lvl="1" indent="-229870"/>
            <a:r>
              <a:rPr lang="en-US" sz="1900" dirty="0"/>
              <a:t>Cannot generally overtake the </a:t>
            </a:r>
            <a:r>
              <a:rPr lang="en-US" sz="1900" dirty="0" err="1"/>
              <a:t>Part.Id</a:t>
            </a:r>
            <a:r>
              <a:rPr lang="en-US" sz="1900" dirty="0"/>
              <a:t> from AP242 (alphanumerical)</a:t>
            </a:r>
          </a:p>
          <a:p>
            <a:pPr marL="229870" indent="-229870"/>
            <a:r>
              <a:rPr lang="en-US" dirty="0">
                <a:hlinkClick r:id="rId5"/>
              </a:rPr>
              <a:t>https://github.com/economidis-nick/createXSDforxMCF/issues/94</a:t>
            </a:r>
            <a:br>
              <a:rPr lang="en-US" dirty="0"/>
            </a:br>
            <a:r>
              <a:rPr lang="en-US" dirty="0"/>
              <a:t>Unlike </a:t>
            </a:r>
            <a:r>
              <a:rPr lang="en-US" dirty="0" err="1"/>
              <a:t>connected_to.part.instance</a:t>
            </a:r>
            <a:r>
              <a:rPr lang="en-US" dirty="0"/>
              <a:t>, connection_0/1/2d has no ‘instance’ attribute to identify the </a:t>
            </a:r>
            <a:r>
              <a:rPr lang="en-US" dirty="0" err="1"/>
              <a:t>SpecifiedOccurrence</a:t>
            </a:r>
            <a:r>
              <a:rPr lang="en-US" dirty="0"/>
              <a:t> of each fastener</a:t>
            </a:r>
          </a:p>
          <a:p>
            <a:pPr marL="687070" lvl="1" indent="-229870"/>
            <a:r>
              <a:rPr lang="en-US" sz="1900" dirty="0"/>
              <a:t>Misuse of another attribute like ‘label’</a:t>
            </a:r>
          </a:p>
          <a:p>
            <a:pPr marL="229870" indent="-229870"/>
            <a:r>
              <a:rPr lang="en-US" dirty="0">
                <a:hlinkClick r:id="rId6"/>
              </a:rPr>
              <a:t>https://github.com/economidis-nick/createXSDforxMCF/issues/96</a:t>
            </a:r>
            <a:endParaRPr lang="en-US" dirty="0"/>
          </a:p>
          <a:p>
            <a:pPr marL="687070" lvl="1" indent="-229870"/>
            <a:r>
              <a:rPr lang="en-US" sz="1900" dirty="0"/>
              <a:t>Currently, the hardness and the </a:t>
            </a:r>
            <a:r>
              <a:rPr lang="en-US" sz="1900" dirty="0" err="1"/>
              <a:t>strength_property_class</a:t>
            </a:r>
            <a:r>
              <a:rPr lang="en-US" sz="1900" dirty="0"/>
              <a:t> may be mapped to </a:t>
            </a:r>
            <a:r>
              <a:rPr lang="el-GR" sz="1900" dirty="0"/>
              <a:t>χ</a:t>
            </a:r>
            <a:r>
              <a:rPr lang="en-US" sz="1900" dirty="0"/>
              <a:t>mcf for a rivet, but not the material itself.</a:t>
            </a:r>
            <a:br>
              <a:rPr lang="en-US" sz="1900" dirty="0"/>
            </a:br>
            <a:r>
              <a:rPr lang="en-US" sz="1900" dirty="0"/>
              <a:t>Introducing the material would avoid to map it as </a:t>
            </a:r>
            <a:r>
              <a:rPr lang="en-US" sz="1900" dirty="0" err="1"/>
              <a:t>custom_attribute</a:t>
            </a:r>
            <a:r>
              <a:rPr lang="en-US" sz="1900" dirty="0"/>
              <a:t>.</a:t>
            </a:r>
          </a:p>
          <a:p>
            <a:pPr marL="229870" indent="-229870"/>
            <a:r>
              <a:rPr lang="en-US" dirty="0">
                <a:hlinkClick r:id="rId7"/>
              </a:rPr>
              <a:t>https://github.com/economidis-nick/createXSDforxMCF/issues/106</a:t>
            </a:r>
            <a:endParaRPr lang="en-US" dirty="0"/>
          </a:p>
          <a:p>
            <a:pPr marL="687070" lvl="1" indent="-229870"/>
            <a:r>
              <a:rPr lang="en-US" dirty="0"/>
              <a:t>New </a:t>
            </a:r>
            <a:r>
              <a:rPr lang="de-DE" dirty="0" err="1"/>
              <a:t>rivet</a:t>
            </a:r>
            <a:r>
              <a:rPr lang="de-DE" dirty="0"/>
              <a:t>-nut </a:t>
            </a:r>
            <a:r>
              <a:rPr lang="de-DE" dirty="0" err="1"/>
              <a:t>fastener</a:t>
            </a:r>
            <a:r>
              <a:rPr lang="de-DE" dirty="0"/>
              <a:t> (</a:t>
            </a:r>
            <a:r>
              <a:rPr lang="de-DE" dirty="0" err="1"/>
              <a:t>from</a:t>
            </a:r>
            <a:r>
              <a:rPr lang="de-DE" dirty="0"/>
              <a:t> Dassault Aviation)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431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115E8B1-302F-ADE8-00F1-F9C60A7DA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Relevant mating types at BMW	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1B6F0B-26B4-47AF-8243-24F4596E4D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425DFC7-CA21-440A-A984-08290CADA086}" type="slidenum">
              <a:rPr lang="en-FR" smtClean="0"/>
              <a:t>10</a:t>
            </a:fld>
            <a:endParaRPr lang="en-FR"/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E9F9CDFB-EF54-63BA-1CB0-41FEB0DDA1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0672799"/>
              </p:ext>
            </p:extLst>
          </p:nvPr>
        </p:nvGraphicFramePr>
        <p:xfrm>
          <a:off x="71310" y="982597"/>
          <a:ext cx="3426215" cy="624479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73795">
                  <a:extLst>
                    <a:ext uri="{9D8B030D-6E8A-4147-A177-3AD203B41FA5}">
                      <a16:colId xmlns:a16="http://schemas.microsoft.com/office/drawing/2014/main" val="392203707"/>
                    </a:ext>
                  </a:extLst>
                </a:gridCol>
                <a:gridCol w="573795">
                  <a:extLst>
                    <a:ext uri="{9D8B030D-6E8A-4147-A177-3AD203B41FA5}">
                      <a16:colId xmlns:a16="http://schemas.microsoft.com/office/drawing/2014/main" val="1423464590"/>
                    </a:ext>
                  </a:extLst>
                </a:gridCol>
                <a:gridCol w="573795">
                  <a:extLst>
                    <a:ext uri="{9D8B030D-6E8A-4147-A177-3AD203B41FA5}">
                      <a16:colId xmlns:a16="http://schemas.microsoft.com/office/drawing/2014/main" val="2126592742"/>
                    </a:ext>
                  </a:extLst>
                </a:gridCol>
                <a:gridCol w="573795">
                  <a:extLst>
                    <a:ext uri="{9D8B030D-6E8A-4147-A177-3AD203B41FA5}">
                      <a16:colId xmlns:a16="http://schemas.microsoft.com/office/drawing/2014/main" val="1859855819"/>
                    </a:ext>
                  </a:extLst>
                </a:gridCol>
                <a:gridCol w="1131035">
                  <a:extLst>
                    <a:ext uri="{9D8B030D-6E8A-4147-A177-3AD203B41FA5}">
                      <a16:colId xmlns:a16="http://schemas.microsoft.com/office/drawing/2014/main" val="3513172445"/>
                    </a:ext>
                  </a:extLst>
                </a:gridCol>
              </a:tblGrid>
              <a:tr h="655081">
                <a:tc>
                  <a:txBody>
                    <a:bodyPr/>
                    <a:lstStyle/>
                    <a:p>
                      <a:r>
                        <a:rPr lang="en-US" sz="600" dirty="0">
                          <a:effectLst/>
                        </a:rPr>
                        <a:t>Joining type (name, synonyms, translation)</a:t>
                      </a:r>
                      <a:endParaRPr lang="de-DE" sz="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7542" marR="7542" marT="7542" marB="7542"/>
                </a:tc>
                <a:tc>
                  <a:txBody>
                    <a:bodyPr/>
                    <a:lstStyle/>
                    <a:p>
                      <a:r>
                        <a:rPr lang="de-DE" sz="600" dirty="0">
                          <a:effectLst/>
                        </a:rPr>
                        <a:t>VERBINDUNGS-ART_ID</a:t>
                      </a:r>
                      <a:endParaRPr lang="de-DE" sz="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7542" marR="7542" marT="7542" marB="7542"/>
                </a:tc>
                <a:tc>
                  <a:txBody>
                    <a:bodyPr/>
                    <a:lstStyle/>
                    <a:p>
                      <a:r>
                        <a:rPr lang="de-DE" sz="600" dirty="0">
                          <a:effectLst/>
                        </a:rPr>
                        <a:t>VERBINDUNGS-ART_BENENNUNG</a:t>
                      </a:r>
                    </a:p>
                    <a:p>
                      <a:r>
                        <a:rPr lang="en-US" sz="600" dirty="0">
                          <a:effectLst/>
                        </a:rPr>
                        <a:t>(for old data </a:t>
                      </a:r>
                      <a:r>
                        <a:rPr lang="en-US" sz="600" dirty="0">
                          <a:solidFill>
                            <a:schemeClr val="accent6"/>
                          </a:solidFill>
                          <a:effectLst/>
                        </a:rPr>
                        <a:t>from VIP classic: amber)</a:t>
                      </a:r>
                      <a:endParaRPr lang="de-DE" sz="600" dirty="0">
                        <a:solidFill>
                          <a:schemeClr val="accent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542" marR="7542" marT="7542" marB="7542"/>
                </a:tc>
                <a:tc>
                  <a:txBody>
                    <a:bodyPr/>
                    <a:lstStyle/>
                    <a:p>
                      <a:r>
                        <a:rPr lang="de-DE" sz="600" dirty="0">
                          <a:effectLst/>
                        </a:rPr>
                        <a:t>Type (0d/1d)</a:t>
                      </a:r>
                      <a:endParaRPr lang="de-DE" sz="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542" marR="7542" marT="7542" marB="7542"/>
                </a:tc>
                <a:tc>
                  <a:txBody>
                    <a:bodyPr/>
                    <a:lstStyle/>
                    <a:p>
                      <a:r>
                        <a:rPr lang="en-US" sz="600" dirty="0">
                          <a:effectLst/>
                        </a:rPr>
                        <a:t>Mapping to </a:t>
                      </a:r>
                      <a:r>
                        <a:rPr lang="el-GR" sz="600" dirty="0">
                          <a:effectLst/>
                        </a:rPr>
                        <a:t>χ</a:t>
                      </a:r>
                      <a:r>
                        <a:rPr lang="en-US" sz="600" dirty="0">
                          <a:effectLst/>
                        </a:rPr>
                        <a:t>mcf 3.1 VDA standard type</a:t>
                      </a:r>
                      <a:endParaRPr lang="de-DE" sz="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542" marR="7542" marT="7542" marB="7542"/>
                </a:tc>
                <a:extLst>
                  <a:ext uri="{0D108BD9-81ED-4DB2-BD59-A6C34878D82A}">
                    <a16:rowId xmlns:a16="http://schemas.microsoft.com/office/drawing/2014/main" val="603182627"/>
                  </a:ext>
                </a:extLst>
              </a:tr>
              <a:tr h="667783"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HSB / HS / HSS (=Hochgeschwindigkeits-Bolzensetzen / High speed stud )</a:t>
                      </a:r>
                      <a:endParaRPr lang="de-DE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100</a:t>
                      </a:r>
                      <a:endParaRPr lang="de-DE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 dirty="0">
                          <a:effectLst/>
                        </a:rPr>
                        <a:t>HSB</a:t>
                      </a:r>
                    </a:p>
                    <a:p>
                      <a:r>
                        <a:rPr lang="de-DE" sz="600" dirty="0">
                          <a:solidFill>
                            <a:schemeClr val="accent6"/>
                          </a:solidFill>
                          <a:effectLst/>
                        </a:rPr>
                        <a:t>HSS</a:t>
                      </a:r>
                      <a:endParaRPr lang="de-DE" sz="600" dirty="0">
                        <a:solidFill>
                          <a:schemeClr val="accent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0d</a:t>
                      </a:r>
                      <a:endParaRPr lang="de-DE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&lt;nail&gt;</a:t>
                      </a:r>
                      <a:endParaRPr lang="de-DE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extLst>
                  <a:ext uri="{0D108BD9-81ED-4DB2-BD59-A6C34878D82A}">
                    <a16:rowId xmlns:a16="http://schemas.microsoft.com/office/drawing/2014/main" val="1752574748"/>
                  </a:ext>
                </a:extLst>
              </a:tr>
              <a:tr h="850639"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RP / SP / SCHWPKT (=Schweißpunkt, Widerstandspunktschweißen /</a:t>
                      </a:r>
                      <a:br>
                        <a:rPr lang="de-DE" sz="600" u="sng">
                          <a:effectLst/>
                        </a:rPr>
                      </a:br>
                      <a:r>
                        <a:rPr lang="de-DE" sz="600">
                          <a:effectLst/>
                        </a:rPr>
                        <a:t>Resistance weld spot)</a:t>
                      </a:r>
                      <a:endParaRPr lang="de-DE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101</a:t>
                      </a:r>
                      <a:endParaRPr lang="de-DE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 dirty="0">
                          <a:effectLst/>
                        </a:rPr>
                        <a:t>RP</a:t>
                      </a:r>
                    </a:p>
                    <a:p>
                      <a:r>
                        <a:rPr lang="de-DE" sz="600" dirty="0">
                          <a:solidFill>
                            <a:schemeClr val="accent6"/>
                          </a:solidFill>
                          <a:effectLst/>
                        </a:rPr>
                        <a:t>SCHWPKT</a:t>
                      </a:r>
                      <a:endParaRPr lang="de-DE" sz="600" dirty="0">
                        <a:solidFill>
                          <a:schemeClr val="accent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0d</a:t>
                      </a:r>
                      <a:endParaRPr lang="de-DE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&lt;spotweld&gt; with technology="resistance"</a:t>
                      </a:r>
                      <a:endParaRPr lang="de-DE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extLst>
                  <a:ext uri="{0D108BD9-81ED-4DB2-BD59-A6C34878D82A}">
                    <a16:rowId xmlns:a16="http://schemas.microsoft.com/office/drawing/2014/main" val="2151566646"/>
                  </a:ext>
                </a:extLst>
              </a:tr>
              <a:tr h="393499">
                <a:tc>
                  <a:txBody>
                    <a:bodyPr/>
                    <a:lstStyle/>
                    <a:p>
                      <a:r>
                        <a:rPr lang="en-US" sz="600">
                          <a:effectLst/>
                        </a:rPr>
                        <a:t>STN / NIET (=Stanzniet, Punching rivet)</a:t>
                      </a:r>
                      <a:endParaRPr lang="de-DE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102</a:t>
                      </a:r>
                      <a:endParaRPr lang="de-DE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 dirty="0">
                          <a:solidFill>
                            <a:schemeClr val="accent6"/>
                          </a:solidFill>
                          <a:effectLst/>
                        </a:rPr>
                        <a:t>NIET</a:t>
                      </a:r>
                      <a:endParaRPr lang="de-DE" sz="600" dirty="0">
                        <a:solidFill>
                          <a:schemeClr val="accent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0d</a:t>
                      </a:r>
                      <a:endParaRPr lang="de-DE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&lt;rivet&gt;</a:t>
                      </a:r>
                      <a:endParaRPr lang="de-DE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extLst>
                  <a:ext uri="{0D108BD9-81ED-4DB2-BD59-A6C34878D82A}">
                    <a16:rowId xmlns:a16="http://schemas.microsoft.com/office/drawing/2014/main" val="3837636377"/>
                  </a:ext>
                </a:extLst>
              </a:tr>
              <a:tr h="338058"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NAHT (=Schweißnaht, weld seam)</a:t>
                      </a:r>
                      <a:endParaRPr lang="de-DE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103</a:t>
                      </a:r>
                      <a:endParaRPr lang="de-DE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 dirty="0">
                          <a:solidFill>
                            <a:schemeClr val="accent6"/>
                          </a:solidFill>
                          <a:effectLst/>
                        </a:rPr>
                        <a:t>NAHT</a:t>
                      </a:r>
                      <a:endParaRPr lang="de-DE" sz="600" dirty="0">
                        <a:solidFill>
                          <a:schemeClr val="accent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1d</a:t>
                      </a:r>
                      <a:endParaRPr lang="de-DE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&lt;seamweld&gt;</a:t>
                      </a:r>
                      <a:endParaRPr lang="de-DE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extLst>
                  <a:ext uri="{0D108BD9-81ED-4DB2-BD59-A6C34878D82A}">
                    <a16:rowId xmlns:a16="http://schemas.microsoft.com/office/drawing/2014/main" val="1062169626"/>
                  </a:ext>
                </a:extLst>
              </a:tr>
              <a:tr h="338058"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KLEBEN (=Strukturkleben, adhesive)</a:t>
                      </a:r>
                      <a:endParaRPr lang="de-DE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104</a:t>
                      </a:r>
                      <a:endParaRPr lang="de-DE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 dirty="0">
                          <a:solidFill>
                            <a:schemeClr val="accent6"/>
                          </a:solidFill>
                          <a:effectLst/>
                        </a:rPr>
                        <a:t>KLEBEN</a:t>
                      </a:r>
                      <a:endParaRPr lang="de-DE" sz="600" dirty="0">
                        <a:solidFill>
                          <a:schemeClr val="accent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0d or 1d</a:t>
                      </a:r>
                      <a:endParaRPr lang="de-DE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&lt;gumdrop&gt; or &lt;adhesive_line&gt;</a:t>
                      </a:r>
                      <a:endParaRPr lang="de-DE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extLst>
                  <a:ext uri="{0D108BD9-81ED-4DB2-BD59-A6C34878D82A}">
                    <a16:rowId xmlns:a16="http://schemas.microsoft.com/office/drawing/2014/main" val="2250245484"/>
                  </a:ext>
                </a:extLst>
              </a:tr>
              <a:tr h="302071"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STUD (=Bolzen / Studs)</a:t>
                      </a:r>
                      <a:endParaRPr lang="de-DE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106</a:t>
                      </a:r>
                      <a:endParaRPr lang="de-DE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STUD</a:t>
                      </a:r>
                      <a:endParaRPr lang="de-DE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0d</a:t>
                      </a:r>
                      <a:endParaRPr lang="de-DE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&lt;rivet&gt;&lt;clinch_rivet_stud&gt;</a:t>
                      </a:r>
                      <a:endParaRPr lang="de-DE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extLst>
                  <a:ext uri="{0D108BD9-81ED-4DB2-BD59-A6C34878D82A}">
                    <a16:rowId xmlns:a16="http://schemas.microsoft.com/office/drawing/2014/main" val="3352025999"/>
                  </a:ext>
                </a:extLst>
              </a:tr>
              <a:tr h="576355"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PLUG / STOPFEN (=Verschlusselement / Closure element)</a:t>
                      </a:r>
                      <a:endParaRPr lang="de-DE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107</a:t>
                      </a:r>
                      <a:endParaRPr lang="de-DE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PLUG</a:t>
                      </a:r>
                      <a:endParaRPr lang="de-DE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0d</a:t>
                      </a:r>
                      <a:endParaRPr lang="de-DE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&lt;rivet&gt;&lt;clinch_rivet_stud&gt;</a:t>
                      </a:r>
                      <a:endParaRPr lang="de-DE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extLst>
                  <a:ext uri="{0D108BD9-81ED-4DB2-BD59-A6C34878D82A}">
                    <a16:rowId xmlns:a16="http://schemas.microsoft.com/office/drawing/2014/main" val="335455419"/>
                  </a:ext>
                </a:extLst>
              </a:tr>
              <a:tr h="393499">
                <a:tc>
                  <a:txBody>
                    <a:bodyPr/>
                    <a:lstStyle/>
                    <a:p>
                      <a:r>
                        <a:rPr lang="de-DE" sz="600" dirty="0">
                          <a:effectLst/>
                        </a:rPr>
                        <a:t>FLS (=Fließlochschrauben / Flow </a:t>
                      </a:r>
                      <a:r>
                        <a:rPr lang="de-DE" sz="600" dirty="0" err="1">
                          <a:effectLst/>
                        </a:rPr>
                        <a:t>drill</a:t>
                      </a:r>
                      <a:r>
                        <a:rPr lang="de-DE" sz="600" dirty="0">
                          <a:effectLst/>
                        </a:rPr>
                        <a:t> </a:t>
                      </a:r>
                      <a:r>
                        <a:rPr lang="de-DE" sz="600" dirty="0" err="1">
                          <a:effectLst/>
                        </a:rPr>
                        <a:t>screw</a:t>
                      </a:r>
                      <a:r>
                        <a:rPr lang="de-DE" sz="600" dirty="0">
                          <a:effectLst/>
                        </a:rPr>
                        <a:t>)</a:t>
                      </a:r>
                      <a:endParaRPr lang="de-DE" sz="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108</a:t>
                      </a:r>
                      <a:endParaRPr lang="de-DE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FLS</a:t>
                      </a:r>
                      <a:endParaRPr lang="de-DE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0d</a:t>
                      </a:r>
                      <a:endParaRPr lang="de-DE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 dirty="0">
                          <a:effectLst/>
                        </a:rPr>
                        <a:t>&lt;</a:t>
                      </a:r>
                      <a:r>
                        <a:rPr lang="de-DE" sz="600" dirty="0" err="1">
                          <a:effectLst/>
                        </a:rPr>
                        <a:t>threaded_connection</a:t>
                      </a:r>
                      <a:r>
                        <a:rPr lang="de-DE" sz="600" dirty="0">
                          <a:effectLst/>
                        </a:rPr>
                        <a:t>&gt;&lt;</a:t>
                      </a:r>
                      <a:r>
                        <a:rPr lang="de-DE" sz="600" dirty="0" err="1">
                          <a:effectLst/>
                        </a:rPr>
                        <a:t>screw</a:t>
                      </a:r>
                      <a:r>
                        <a:rPr lang="de-DE" sz="600" dirty="0">
                          <a:effectLst/>
                        </a:rPr>
                        <a:t>&gt; </a:t>
                      </a:r>
                      <a:endParaRPr lang="de-DE" sz="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extLst>
                  <a:ext uri="{0D108BD9-81ED-4DB2-BD59-A6C34878D82A}">
                    <a16:rowId xmlns:a16="http://schemas.microsoft.com/office/drawing/2014/main" val="1918881192"/>
                  </a:ext>
                </a:extLst>
              </a:tr>
              <a:tr h="393499"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BN / BLINDNIET (=Blindnieten / Blind rivet)</a:t>
                      </a:r>
                      <a:endParaRPr lang="de-DE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109</a:t>
                      </a:r>
                      <a:endParaRPr lang="de-DE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 dirty="0">
                          <a:effectLst/>
                        </a:rPr>
                        <a:t>BN</a:t>
                      </a:r>
                    </a:p>
                    <a:p>
                      <a:r>
                        <a:rPr lang="de-DE" sz="600" dirty="0">
                          <a:solidFill>
                            <a:schemeClr val="accent6"/>
                          </a:solidFill>
                          <a:effectLst/>
                        </a:rPr>
                        <a:t>BLINDNIET</a:t>
                      </a:r>
                      <a:endParaRPr lang="de-DE" sz="600" dirty="0">
                        <a:solidFill>
                          <a:schemeClr val="accent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0d</a:t>
                      </a:r>
                      <a:endParaRPr lang="de-DE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&lt;rivet&gt;</a:t>
                      </a:r>
                      <a:endParaRPr lang="de-DE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extLst>
                  <a:ext uri="{0D108BD9-81ED-4DB2-BD59-A6C34878D82A}">
                    <a16:rowId xmlns:a16="http://schemas.microsoft.com/office/drawing/2014/main" val="1152594804"/>
                  </a:ext>
                </a:extLst>
              </a:tr>
              <a:tr h="484927">
                <a:tc>
                  <a:txBody>
                    <a:bodyPr/>
                    <a:lstStyle/>
                    <a:p>
                      <a:r>
                        <a:rPr lang="en-US" sz="600">
                          <a:effectLst/>
                        </a:rPr>
                        <a:t>CL / CLINCHEN / CLINCHPUNKT (=Clinchen / Clinched joint)</a:t>
                      </a:r>
                      <a:endParaRPr lang="de-DE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110</a:t>
                      </a:r>
                      <a:endParaRPr lang="de-DE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 dirty="0">
                          <a:effectLst/>
                        </a:rPr>
                        <a:t>CL</a:t>
                      </a:r>
                    </a:p>
                    <a:p>
                      <a:r>
                        <a:rPr lang="de-DE" sz="600" dirty="0">
                          <a:solidFill>
                            <a:schemeClr val="accent6"/>
                          </a:solidFill>
                          <a:effectLst/>
                        </a:rPr>
                        <a:t>CLINCHEN</a:t>
                      </a:r>
                      <a:endParaRPr lang="de-DE" sz="600" dirty="0">
                        <a:solidFill>
                          <a:schemeClr val="accent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0d</a:t>
                      </a:r>
                      <a:endParaRPr lang="de-DE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&lt;clinch&gt;</a:t>
                      </a:r>
                      <a:endParaRPr lang="de-DE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extLst>
                  <a:ext uri="{0D108BD9-81ED-4DB2-BD59-A6C34878D82A}">
                    <a16:rowId xmlns:a16="http://schemas.microsoft.com/office/drawing/2014/main" val="3639659869"/>
                  </a:ext>
                </a:extLst>
              </a:tr>
              <a:tr h="850639"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RB / SVBA (=Widerstandsbuckelschweißen, Buckelschweißen /</a:t>
                      </a:r>
                      <a:br>
                        <a:rPr lang="de-DE" sz="600" u="sng">
                          <a:effectLst/>
                        </a:rPr>
                      </a:br>
                      <a:r>
                        <a:rPr lang="de-DE" sz="600">
                          <a:effectLst/>
                        </a:rPr>
                        <a:t>Projection welding element)</a:t>
                      </a:r>
                      <a:endParaRPr lang="de-DE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111</a:t>
                      </a:r>
                      <a:endParaRPr lang="de-DE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 dirty="0">
                          <a:effectLst/>
                        </a:rPr>
                        <a:t>RB</a:t>
                      </a:r>
                    </a:p>
                    <a:p>
                      <a:r>
                        <a:rPr lang="de-DE" sz="600" dirty="0">
                          <a:solidFill>
                            <a:schemeClr val="accent6"/>
                          </a:solidFill>
                          <a:effectLst/>
                        </a:rPr>
                        <a:t>SVBA</a:t>
                      </a:r>
                      <a:endParaRPr lang="de-DE" sz="600" dirty="0">
                        <a:solidFill>
                          <a:schemeClr val="accent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0d</a:t>
                      </a:r>
                      <a:endParaRPr lang="de-DE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 dirty="0">
                          <a:effectLst/>
                        </a:rPr>
                        <a:t>&lt;</a:t>
                      </a:r>
                      <a:r>
                        <a:rPr lang="de-DE" sz="600" dirty="0" err="1">
                          <a:effectLst/>
                        </a:rPr>
                        <a:t>spotweld</a:t>
                      </a:r>
                      <a:r>
                        <a:rPr lang="de-DE" sz="600" dirty="0">
                          <a:effectLst/>
                        </a:rPr>
                        <a:t>&gt; </a:t>
                      </a:r>
                      <a:r>
                        <a:rPr lang="de-DE" sz="600" dirty="0" err="1">
                          <a:effectLst/>
                        </a:rPr>
                        <a:t>with</a:t>
                      </a:r>
                      <a:r>
                        <a:rPr lang="de-DE" sz="600" dirty="0">
                          <a:effectLst/>
                        </a:rPr>
                        <a:t> </a:t>
                      </a:r>
                      <a:r>
                        <a:rPr lang="de-DE" sz="600" dirty="0" err="1">
                          <a:effectLst/>
                        </a:rPr>
                        <a:t>technology</a:t>
                      </a:r>
                      <a:r>
                        <a:rPr lang="de-DE" sz="600" dirty="0">
                          <a:effectLst/>
                        </a:rPr>
                        <a:t>="</a:t>
                      </a:r>
                      <a:r>
                        <a:rPr lang="de-DE" sz="600" dirty="0" err="1">
                          <a:effectLst/>
                        </a:rPr>
                        <a:t>resistance</a:t>
                      </a:r>
                      <a:r>
                        <a:rPr lang="de-DE" sz="600" dirty="0">
                          <a:effectLst/>
                        </a:rPr>
                        <a:t>"</a:t>
                      </a:r>
                      <a:endParaRPr lang="de-DE" sz="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extLst>
                  <a:ext uri="{0D108BD9-81ED-4DB2-BD59-A6C34878D82A}">
                    <a16:rowId xmlns:a16="http://schemas.microsoft.com/office/drawing/2014/main" val="1773487147"/>
                  </a:ext>
                </a:extLst>
              </a:tr>
            </a:tbl>
          </a:graphicData>
        </a:graphic>
      </p:graphicFrame>
      <p:sp>
        <p:nvSpPr>
          <p:cNvPr id="5" name="Rechteck 1" descr="(warning)">
            <a:extLst>
              <a:ext uri="{FF2B5EF4-FFF2-40B4-BE49-F238E27FC236}">
                <a16:creationId xmlns:a16="http://schemas.microsoft.com/office/drawing/2014/main" id="{05BDAD13-9DB8-A8F8-5E26-FB859F67063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1280" y="1195191"/>
            <a:ext cx="304760" cy="304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5B2B2404-E27E-B24A-B639-10B329E113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0357485"/>
              </p:ext>
            </p:extLst>
          </p:nvPr>
        </p:nvGraphicFramePr>
        <p:xfrm>
          <a:off x="4002130" y="982598"/>
          <a:ext cx="3426215" cy="544495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73795">
                  <a:extLst>
                    <a:ext uri="{9D8B030D-6E8A-4147-A177-3AD203B41FA5}">
                      <a16:colId xmlns:a16="http://schemas.microsoft.com/office/drawing/2014/main" val="392203707"/>
                    </a:ext>
                  </a:extLst>
                </a:gridCol>
                <a:gridCol w="573795">
                  <a:extLst>
                    <a:ext uri="{9D8B030D-6E8A-4147-A177-3AD203B41FA5}">
                      <a16:colId xmlns:a16="http://schemas.microsoft.com/office/drawing/2014/main" val="1423464590"/>
                    </a:ext>
                  </a:extLst>
                </a:gridCol>
                <a:gridCol w="573795">
                  <a:extLst>
                    <a:ext uri="{9D8B030D-6E8A-4147-A177-3AD203B41FA5}">
                      <a16:colId xmlns:a16="http://schemas.microsoft.com/office/drawing/2014/main" val="2126592742"/>
                    </a:ext>
                  </a:extLst>
                </a:gridCol>
                <a:gridCol w="573795">
                  <a:extLst>
                    <a:ext uri="{9D8B030D-6E8A-4147-A177-3AD203B41FA5}">
                      <a16:colId xmlns:a16="http://schemas.microsoft.com/office/drawing/2014/main" val="1859855819"/>
                    </a:ext>
                  </a:extLst>
                </a:gridCol>
                <a:gridCol w="1131035">
                  <a:extLst>
                    <a:ext uri="{9D8B030D-6E8A-4147-A177-3AD203B41FA5}">
                      <a16:colId xmlns:a16="http://schemas.microsoft.com/office/drawing/2014/main" val="3513172445"/>
                    </a:ext>
                  </a:extLst>
                </a:gridCol>
              </a:tblGrid>
              <a:tr h="655081">
                <a:tc>
                  <a:txBody>
                    <a:bodyPr/>
                    <a:lstStyle/>
                    <a:p>
                      <a:r>
                        <a:rPr lang="en-US" sz="600" dirty="0">
                          <a:effectLst/>
                        </a:rPr>
                        <a:t>Joining type (name, synonyms, translation)</a:t>
                      </a:r>
                      <a:endParaRPr lang="de-DE" sz="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7542" marR="7542" marT="7542" marB="7542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VERBINDUNGS-ART_ID</a:t>
                      </a:r>
                      <a:endParaRPr lang="de-DE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7542" marR="7542" marT="7542" marB="7542"/>
                </a:tc>
                <a:tc>
                  <a:txBody>
                    <a:bodyPr/>
                    <a:lstStyle/>
                    <a:p>
                      <a:r>
                        <a:rPr lang="de-DE" sz="600" dirty="0">
                          <a:effectLst/>
                        </a:rPr>
                        <a:t>VERBINDUNGS-ART_BENENNUNG</a:t>
                      </a:r>
                    </a:p>
                    <a:p>
                      <a:r>
                        <a:rPr lang="en-US" sz="600" dirty="0">
                          <a:effectLst/>
                        </a:rPr>
                        <a:t>(for old data </a:t>
                      </a:r>
                      <a:r>
                        <a:rPr lang="en-US" sz="600" dirty="0">
                          <a:solidFill>
                            <a:schemeClr val="accent6"/>
                          </a:solidFill>
                          <a:effectLst/>
                        </a:rPr>
                        <a:t>from VIP classic: amber)</a:t>
                      </a:r>
                      <a:endParaRPr lang="de-DE" sz="600" dirty="0">
                        <a:solidFill>
                          <a:schemeClr val="accent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542" marR="7542" marT="7542" marB="7542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Type (0d/1d)</a:t>
                      </a:r>
                      <a:endParaRPr lang="de-DE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542" marR="7542" marT="7542" marB="7542"/>
                </a:tc>
                <a:tc>
                  <a:txBody>
                    <a:bodyPr/>
                    <a:lstStyle/>
                    <a:p>
                      <a:r>
                        <a:rPr lang="en-US" sz="600" dirty="0">
                          <a:effectLst/>
                        </a:rPr>
                        <a:t>Mapping to </a:t>
                      </a:r>
                      <a:r>
                        <a:rPr lang="el-GR" sz="600" dirty="0">
                          <a:effectLst/>
                        </a:rPr>
                        <a:t>χ</a:t>
                      </a:r>
                      <a:r>
                        <a:rPr lang="en-US" sz="600" dirty="0">
                          <a:effectLst/>
                        </a:rPr>
                        <a:t>mcf 3.1 VDA standard type</a:t>
                      </a:r>
                      <a:endParaRPr lang="de-DE" sz="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542" marR="7542" marT="7542" marB="7542"/>
                </a:tc>
                <a:extLst>
                  <a:ext uri="{0D108BD9-81ED-4DB2-BD59-A6C34878D82A}">
                    <a16:rowId xmlns:a16="http://schemas.microsoft.com/office/drawing/2014/main" val="603182627"/>
                  </a:ext>
                </a:extLst>
              </a:tr>
              <a:tr h="393499">
                <a:tc>
                  <a:txBody>
                    <a:bodyPr/>
                    <a:lstStyle/>
                    <a:p>
                      <a:r>
                        <a:rPr lang="en-US" sz="600">
                          <a:effectLst/>
                        </a:rPr>
                        <a:t>ROV / ROTAV (=Rotation joining element)</a:t>
                      </a:r>
                      <a:endParaRPr lang="de-DE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112</a:t>
                      </a:r>
                      <a:endParaRPr lang="de-DE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 dirty="0">
                          <a:effectLst/>
                        </a:rPr>
                        <a:t>ROV</a:t>
                      </a:r>
                    </a:p>
                    <a:p>
                      <a:r>
                        <a:rPr lang="de-DE" sz="600" dirty="0">
                          <a:solidFill>
                            <a:schemeClr val="accent6"/>
                          </a:solidFill>
                          <a:effectLst/>
                        </a:rPr>
                        <a:t>ROTAV</a:t>
                      </a:r>
                      <a:endParaRPr lang="de-DE" sz="600" dirty="0">
                        <a:solidFill>
                          <a:schemeClr val="accent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0d</a:t>
                      </a:r>
                      <a:endParaRPr lang="de-DE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 dirty="0">
                          <a:effectLst/>
                        </a:rPr>
                        <a:t>&lt;</a:t>
                      </a:r>
                      <a:r>
                        <a:rPr lang="de-DE" sz="600" dirty="0" err="1">
                          <a:effectLst/>
                        </a:rPr>
                        <a:t>rotation_joint</a:t>
                      </a:r>
                      <a:r>
                        <a:rPr lang="de-DE" sz="600" dirty="0">
                          <a:effectLst/>
                        </a:rPr>
                        <a:t>&gt;&lt;</a:t>
                      </a:r>
                      <a:r>
                        <a:rPr lang="de-DE" sz="600" dirty="0" err="1">
                          <a:effectLst/>
                        </a:rPr>
                        <a:t>rotav</a:t>
                      </a:r>
                      <a:r>
                        <a:rPr lang="de-DE" sz="600" dirty="0">
                          <a:effectLst/>
                        </a:rPr>
                        <a:t>&gt;</a:t>
                      </a:r>
                      <a:endParaRPr lang="de-DE" sz="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extLst>
                  <a:ext uri="{0D108BD9-81ED-4DB2-BD59-A6C34878D82A}">
                    <a16:rowId xmlns:a16="http://schemas.microsoft.com/office/drawing/2014/main" val="2707697149"/>
                  </a:ext>
                </a:extLst>
              </a:tr>
              <a:tr h="484927">
                <a:tc>
                  <a:txBody>
                    <a:bodyPr/>
                    <a:lstStyle/>
                    <a:p>
                      <a:r>
                        <a:rPr lang="en-US" sz="600">
                          <a:effectLst/>
                        </a:rPr>
                        <a:t>CNB (=Clinchnietbolzensetzen / Clinch rivet stud / CRS)</a:t>
                      </a:r>
                      <a:endParaRPr lang="de-DE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113</a:t>
                      </a:r>
                      <a:endParaRPr lang="de-DE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CNB</a:t>
                      </a:r>
                      <a:endParaRPr lang="de-DE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0d</a:t>
                      </a:r>
                      <a:endParaRPr lang="de-DE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&lt;rivet&gt;&lt;clinch_rivet_stud&gt;</a:t>
                      </a:r>
                      <a:endParaRPr lang="de-DE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extLst>
                  <a:ext uri="{0D108BD9-81ED-4DB2-BD59-A6C34878D82A}">
                    <a16:rowId xmlns:a16="http://schemas.microsoft.com/office/drawing/2014/main" val="4103463807"/>
                  </a:ext>
                </a:extLst>
              </a:tr>
              <a:tr h="338058"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RND (=RND-Mutternsetzen / RND nut)</a:t>
                      </a:r>
                      <a:endParaRPr lang="de-DE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114</a:t>
                      </a:r>
                      <a:endParaRPr lang="de-DE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RND</a:t>
                      </a:r>
                      <a:endParaRPr lang="de-DE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0d</a:t>
                      </a:r>
                      <a:endParaRPr lang="de-DE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&lt;rivet&gt;&lt;clinch_rivet_stud&gt;</a:t>
                      </a:r>
                      <a:endParaRPr lang="de-DE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extLst>
                  <a:ext uri="{0D108BD9-81ED-4DB2-BD59-A6C34878D82A}">
                    <a16:rowId xmlns:a16="http://schemas.microsoft.com/office/drawing/2014/main" val="3477236160"/>
                  </a:ext>
                </a:extLst>
              </a:tr>
              <a:tr h="484927"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BNM (=Blindnietmutternsetzen / Blind rivet nut)</a:t>
                      </a:r>
                      <a:endParaRPr lang="de-DE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115</a:t>
                      </a:r>
                      <a:endParaRPr lang="de-DE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BNM</a:t>
                      </a:r>
                      <a:endParaRPr lang="de-DE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0d</a:t>
                      </a:r>
                      <a:endParaRPr lang="de-DE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</a:pPr>
                      <a:r>
                        <a:rPr lang="de-DE" sz="600">
                          <a:effectLst/>
                        </a:rPr>
                        <a:t>&lt;rivet&gt;&lt;blind&gt;</a:t>
                      </a:r>
                      <a:endParaRPr lang="de-DE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extLst>
                  <a:ext uri="{0D108BD9-81ED-4DB2-BD59-A6C34878D82A}">
                    <a16:rowId xmlns:a16="http://schemas.microsoft.com/office/drawing/2014/main" val="2825894912"/>
                  </a:ext>
                </a:extLst>
              </a:tr>
              <a:tr h="576355"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SBF (=Stanznietbolzen mit Flansch, SBF-Bolzen(setzen) / SBF stud)</a:t>
                      </a:r>
                      <a:endParaRPr lang="de-DE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116</a:t>
                      </a:r>
                      <a:endParaRPr lang="de-DE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SBF</a:t>
                      </a:r>
                      <a:endParaRPr lang="de-DE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0d</a:t>
                      </a:r>
                      <a:endParaRPr lang="de-DE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&lt;rivet&gt;&lt;clinch_rivet_stud&gt;</a:t>
                      </a:r>
                      <a:endParaRPr lang="de-DE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extLst>
                  <a:ext uri="{0D108BD9-81ED-4DB2-BD59-A6C34878D82A}">
                    <a16:rowId xmlns:a16="http://schemas.microsoft.com/office/drawing/2014/main" val="1646284432"/>
                  </a:ext>
                </a:extLst>
              </a:tr>
              <a:tr h="393499"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VSN (=Vollstanznieten / Full piercing rivet)</a:t>
                      </a:r>
                      <a:endParaRPr lang="de-DE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117</a:t>
                      </a:r>
                      <a:endParaRPr lang="de-DE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 dirty="0">
                          <a:effectLst/>
                        </a:rPr>
                        <a:t>VSN</a:t>
                      </a:r>
                    </a:p>
                    <a:p>
                      <a:r>
                        <a:rPr lang="de-DE" sz="600" dirty="0">
                          <a:solidFill>
                            <a:schemeClr val="accent6"/>
                          </a:solidFill>
                          <a:effectLst/>
                        </a:rPr>
                        <a:t>NIET</a:t>
                      </a:r>
                      <a:endParaRPr lang="de-DE" sz="600" dirty="0">
                        <a:solidFill>
                          <a:schemeClr val="accent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0d</a:t>
                      </a:r>
                      <a:endParaRPr lang="de-DE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&lt;rivet &gt;&lt;solid&gt;</a:t>
                      </a:r>
                      <a:endParaRPr lang="de-DE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extLst>
                  <a:ext uri="{0D108BD9-81ED-4DB2-BD59-A6C34878D82A}">
                    <a16:rowId xmlns:a16="http://schemas.microsoft.com/office/drawing/2014/main" val="3685117898"/>
                  </a:ext>
                </a:extLst>
              </a:tr>
              <a:tr h="425297"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HSN (=Halbhohlstanznieten / Self piercing rivet)</a:t>
                      </a:r>
                      <a:endParaRPr lang="de-DE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118</a:t>
                      </a:r>
                      <a:endParaRPr lang="de-DE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 dirty="0">
                          <a:effectLst/>
                        </a:rPr>
                        <a:t>HSN</a:t>
                      </a:r>
                    </a:p>
                    <a:p>
                      <a:r>
                        <a:rPr lang="de-DE" sz="600" dirty="0">
                          <a:solidFill>
                            <a:schemeClr val="accent6"/>
                          </a:solidFill>
                          <a:effectLst/>
                        </a:rPr>
                        <a:t>NIET</a:t>
                      </a:r>
                      <a:endParaRPr lang="de-DE" sz="600" dirty="0">
                        <a:solidFill>
                          <a:schemeClr val="accent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0d</a:t>
                      </a:r>
                      <a:endParaRPr lang="de-DE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&lt;rivet &gt;&lt;self_piercing&gt;</a:t>
                      </a:r>
                      <a:endParaRPr lang="de-DE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extLst>
                  <a:ext uri="{0D108BD9-81ED-4DB2-BD59-A6C34878D82A}">
                    <a16:rowId xmlns:a16="http://schemas.microsoft.com/office/drawing/2014/main" val="329464364"/>
                  </a:ext>
                </a:extLst>
              </a:tr>
              <a:tr h="512538"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KSR (=warm structure/seam bonding / warmhärtendes Kleben)</a:t>
                      </a:r>
                      <a:endParaRPr lang="de-DE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122</a:t>
                      </a:r>
                      <a:endParaRPr lang="de-DE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KSR</a:t>
                      </a:r>
                      <a:endParaRPr lang="de-DE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1d</a:t>
                      </a:r>
                      <a:endParaRPr lang="de-DE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&lt;adhesive_line&gt;</a:t>
                      </a:r>
                      <a:endParaRPr lang="de-DE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extLst>
                  <a:ext uri="{0D108BD9-81ED-4DB2-BD59-A6C34878D82A}">
                    <a16:rowId xmlns:a16="http://schemas.microsoft.com/office/drawing/2014/main" val="783817703"/>
                  </a:ext>
                </a:extLst>
              </a:tr>
              <a:tr h="512538"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KSC (=cold structure/seam bonding / kalthärtendes Kleben)</a:t>
                      </a:r>
                      <a:endParaRPr lang="de-DE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123</a:t>
                      </a:r>
                      <a:endParaRPr lang="de-DE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KSC</a:t>
                      </a:r>
                      <a:endParaRPr lang="de-DE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1d</a:t>
                      </a:r>
                      <a:endParaRPr lang="de-DE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&lt;adhesive_line&gt;</a:t>
                      </a:r>
                      <a:endParaRPr lang="de-DE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extLst>
                  <a:ext uri="{0D108BD9-81ED-4DB2-BD59-A6C34878D82A}">
                    <a16:rowId xmlns:a16="http://schemas.microsoft.com/office/drawing/2014/main" val="3412639451"/>
                  </a:ext>
                </a:extLst>
              </a:tr>
              <a:tr h="667783"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KFR (=fold/flange gluing / Bördel-Falzkleben, Kleben Flanschraupe)</a:t>
                      </a:r>
                      <a:endParaRPr lang="de-DE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124</a:t>
                      </a:r>
                      <a:endParaRPr lang="de-DE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KFR</a:t>
                      </a:r>
                      <a:endParaRPr lang="de-DE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1d</a:t>
                      </a:r>
                      <a:endParaRPr lang="de-DE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 dirty="0">
                          <a:effectLst/>
                        </a:rPr>
                        <a:t>&lt;</a:t>
                      </a:r>
                      <a:r>
                        <a:rPr lang="de-DE" sz="600" dirty="0" err="1">
                          <a:effectLst/>
                        </a:rPr>
                        <a:t>adhesive_line</a:t>
                      </a:r>
                      <a:r>
                        <a:rPr lang="de-DE" sz="600" dirty="0">
                          <a:effectLst/>
                        </a:rPr>
                        <a:t>&gt;</a:t>
                      </a:r>
                      <a:endParaRPr lang="de-DE" sz="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extLst>
                  <a:ext uri="{0D108BD9-81ED-4DB2-BD59-A6C34878D82A}">
                    <a16:rowId xmlns:a16="http://schemas.microsoft.com/office/drawing/2014/main" val="123222241"/>
                  </a:ext>
                </a:extLst>
              </a:tr>
            </a:tbl>
          </a:graphicData>
        </a:graphic>
      </p:graphicFrame>
      <p:sp>
        <p:nvSpPr>
          <p:cNvPr id="7" name="Rechteck 1" descr="(warning)">
            <a:extLst>
              <a:ext uri="{FF2B5EF4-FFF2-40B4-BE49-F238E27FC236}">
                <a16:creationId xmlns:a16="http://schemas.microsoft.com/office/drawing/2014/main" id="{CC56F8E0-39EE-13A5-6BE8-213490B5E78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5796" y="1303616"/>
            <a:ext cx="304760" cy="304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graphicFrame>
        <p:nvGraphicFramePr>
          <p:cNvPr id="8" name="Tabelle 7">
            <a:extLst>
              <a:ext uri="{FF2B5EF4-FFF2-40B4-BE49-F238E27FC236}">
                <a16:creationId xmlns:a16="http://schemas.microsoft.com/office/drawing/2014/main" id="{ED800AE4-E0EB-D31B-CD72-4EC074921B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9846002"/>
              </p:ext>
            </p:extLst>
          </p:nvPr>
        </p:nvGraphicFramePr>
        <p:xfrm>
          <a:off x="8048415" y="982598"/>
          <a:ext cx="3426215" cy="559646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73795">
                  <a:extLst>
                    <a:ext uri="{9D8B030D-6E8A-4147-A177-3AD203B41FA5}">
                      <a16:colId xmlns:a16="http://schemas.microsoft.com/office/drawing/2014/main" val="392203707"/>
                    </a:ext>
                  </a:extLst>
                </a:gridCol>
                <a:gridCol w="573795">
                  <a:extLst>
                    <a:ext uri="{9D8B030D-6E8A-4147-A177-3AD203B41FA5}">
                      <a16:colId xmlns:a16="http://schemas.microsoft.com/office/drawing/2014/main" val="1423464590"/>
                    </a:ext>
                  </a:extLst>
                </a:gridCol>
                <a:gridCol w="573795">
                  <a:extLst>
                    <a:ext uri="{9D8B030D-6E8A-4147-A177-3AD203B41FA5}">
                      <a16:colId xmlns:a16="http://schemas.microsoft.com/office/drawing/2014/main" val="2126592742"/>
                    </a:ext>
                  </a:extLst>
                </a:gridCol>
                <a:gridCol w="573795">
                  <a:extLst>
                    <a:ext uri="{9D8B030D-6E8A-4147-A177-3AD203B41FA5}">
                      <a16:colId xmlns:a16="http://schemas.microsoft.com/office/drawing/2014/main" val="1859855819"/>
                    </a:ext>
                  </a:extLst>
                </a:gridCol>
                <a:gridCol w="1131035">
                  <a:extLst>
                    <a:ext uri="{9D8B030D-6E8A-4147-A177-3AD203B41FA5}">
                      <a16:colId xmlns:a16="http://schemas.microsoft.com/office/drawing/2014/main" val="3513172445"/>
                    </a:ext>
                  </a:extLst>
                </a:gridCol>
              </a:tblGrid>
              <a:tr h="655081">
                <a:tc>
                  <a:txBody>
                    <a:bodyPr/>
                    <a:lstStyle/>
                    <a:p>
                      <a:r>
                        <a:rPr lang="en-US" sz="600" dirty="0">
                          <a:effectLst/>
                        </a:rPr>
                        <a:t>Joining type (name, synonyms, translation)</a:t>
                      </a:r>
                      <a:endParaRPr lang="de-DE" sz="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7542" marR="7542" marT="7542" marB="7542"/>
                </a:tc>
                <a:tc>
                  <a:txBody>
                    <a:bodyPr/>
                    <a:lstStyle/>
                    <a:p>
                      <a:r>
                        <a:rPr lang="de-DE" sz="600" dirty="0">
                          <a:effectLst/>
                        </a:rPr>
                        <a:t>VERBINDUNGS-ART_ID</a:t>
                      </a:r>
                      <a:endParaRPr lang="de-DE" sz="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7542" marR="7542" marT="7542" marB="7542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VERBINDUNGS-ART_BENENNUNG</a:t>
                      </a:r>
                    </a:p>
                    <a:p>
                      <a:r>
                        <a:rPr lang="en-US" sz="600">
                          <a:effectLst/>
                        </a:rPr>
                        <a:t>(for old data from VIP classic: amber)</a:t>
                      </a:r>
                      <a:endParaRPr lang="de-DE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542" marR="7542" marT="7542" marB="7542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Type (0d/1d)</a:t>
                      </a:r>
                      <a:endParaRPr lang="de-DE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542" marR="7542" marT="7542" marB="7542"/>
                </a:tc>
                <a:tc>
                  <a:txBody>
                    <a:bodyPr/>
                    <a:lstStyle/>
                    <a:p>
                      <a:r>
                        <a:rPr lang="en-US" sz="600" dirty="0">
                          <a:effectLst/>
                        </a:rPr>
                        <a:t>Mapping to </a:t>
                      </a:r>
                      <a:r>
                        <a:rPr lang="el-GR" sz="600" dirty="0">
                          <a:effectLst/>
                        </a:rPr>
                        <a:t>χ</a:t>
                      </a:r>
                      <a:r>
                        <a:rPr lang="en-US" sz="600" dirty="0">
                          <a:effectLst/>
                        </a:rPr>
                        <a:t>mcf 3.1 VDA standard type</a:t>
                      </a:r>
                      <a:endParaRPr lang="de-DE" sz="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542" marR="7542" marT="7542" marB="7542"/>
                </a:tc>
                <a:extLst>
                  <a:ext uri="{0D108BD9-81ED-4DB2-BD59-A6C34878D82A}">
                    <a16:rowId xmlns:a16="http://schemas.microsoft.com/office/drawing/2014/main" val="603182627"/>
                  </a:ext>
                </a:extLst>
              </a:tr>
              <a:tr h="667783"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KVR (=sealent BIW / Versiegelungskleben TKB, Kleben Versiegelungsraupe)</a:t>
                      </a:r>
                      <a:endParaRPr lang="de-DE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125</a:t>
                      </a:r>
                      <a:endParaRPr lang="de-DE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KVR</a:t>
                      </a:r>
                      <a:endParaRPr lang="de-DE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1d</a:t>
                      </a:r>
                      <a:endParaRPr lang="de-DE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 dirty="0">
                          <a:effectLst/>
                        </a:rPr>
                        <a:t>&lt;</a:t>
                      </a:r>
                      <a:r>
                        <a:rPr lang="de-DE" sz="600" dirty="0" err="1">
                          <a:effectLst/>
                        </a:rPr>
                        <a:t>adhesive_line</a:t>
                      </a:r>
                      <a:r>
                        <a:rPr lang="de-DE" sz="600" dirty="0">
                          <a:effectLst/>
                        </a:rPr>
                        <a:t>&gt;</a:t>
                      </a:r>
                      <a:endParaRPr lang="de-DE" sz="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extLst>
                  <a:ext uri="{0D108BD9-81ED-4DB2-BD59-A6C34878D82A}">
                    <a16:rowId xmlns:a16="http://schemas.microsoft.com/office/drawing/2014/main" val="307858832"/>
                  </a:ext>
                </a:extLst>
              </a:tr>
              <a:tr h="576355"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KUR (=antiflutter bead / Unterfütterungskleben Raupe)</a:t>
                      </a:r>
                      <a:endParaRPr lang="de-DE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126</a:t>
                      </a:r>
                      <a:endParaRPr lang="de-DE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 dirty="0">
                          <a:effectLst/>
                        </a:rPr>
                        <a:t>KUR</a:t>
                      </a:r>
                      <a:endParaRPr lang="de-DE" sz="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1d</a:t>
                      </a:r>
                      <a:endParaRPr lang="de-DE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&lt;adhesive_line&gt;</a:t>
                      </a:r>
                      <a:endParaRPr lang="de-DE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extLst>
                  <a:ext uri="{0D108BD9-81ED-4DB2-BD59-A6C34878D82A}">
                    <a16:rowId xmlns:a16="http://schemas.microsoft.com/office/drawing/2014/main" val="1925089797"/>
                  </a:ext>
                </a:extLst>
              </a:tr>
              <a:tr h="576355"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KUP (=antiflutter spot / Unterfütterungskleben Punkt)</a:t>
                      </a:r>
                      <a:endParaRPr lang="de-DE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127</a:t>
                      </a:r>
                      <a:endParaRPr lang="de-DE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KUP</a:t>
                      </a:r>
                      <a:endParaRPr lang="de-DE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0d  </a:t>
                      </a:r>
                      <a:endParaRPr lang="de-DE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&lt;gumdrop&gt;</a:t>
                      </a:r>
                      <a:endParaRPr lang="de-DE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extLst>
                  <a:ext uri="{0D108BD9-81ED-4DB2-BD59-A6C34878D82A}">
                    <a16:rowId xmlns:a16="http://schemas.microsoft.com/office/drawing/2014/main" val="1164129134"/>
                  </a:ext>
                </a:extLst>
              </a:tr>
              <a:tr h="393499">
                <a:tc>
                  <a:txBody>
                    <a:bodyPr/>
                    <a:lstStyle/>
                    <a:p>
                      <a:r>
                        <a:rPr lang="en-US" sz="600">
                          <a:effectLst/>
                        </a:rPr>
                        <a:t>KKR (=adhesive tape / Klebeband)</a:t>
                      </a:r>
                      <a:endParaRPr lang="de-DE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128</a:t>
                      </a:r>
                      <a:endParaRPr lang="de-DE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KKR</a:t>
                      </a:r>
                      <a:endParaRPr lang="de-DE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1d</a:t>
                      </a:r>
                      <a:endParaRPr lang="de-DE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&lt;adhesive_line&gt;</a:t>
                      </a:r>
                      <a:endParaRPr lang="de-DE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extLst>
                  <a:ext uri="{0D108BD9-81ED-4DB2-BD59-A6C34878D82A}">
                    <a16:rowId xmlns:a16="http://schemas.microsoft.com/office/drawing/2014/main" val="1211053840"/>
                  </a:ext>
                </a:extLst>
              </a:tr>
              <a:tr h="667783"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EDM (=extrudable dumping material / extrudierbares Dämpfungsmaterial)</a:t>
                      </a:r>
                      <a:endParaRPr lang="de-DE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129</a:t>
                      </a:r>
                      <a:endParaRPr lang="de-DE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EDM</a:t>
                      </a:r>
                      <a:endParaRPr lang="de-DE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1d</a:t>
                      </a:r>
                      <a:endParaRPr lang="de-DE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&lt;adhesive_line&gt;</a:t>
                      </a:r>
                      <a:endParaRPr lang="de-DE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extLst>
                  <a:ext uri="{0D108BD9-81ED-4DB2-BD59-A6C34878D82A}">
                    <a16:rowId xmlns:a16="http://schemas.microsoft.com/office/drawing/2014/main" val="519392784"/>
                  </a:ext>
                </a:extLst>
              </a:tr>
              <a:tr h="393499"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SG (=gas-shielded welding / SG-Schweißen)</a:t>
                      </a:r>
                      <a:endParaRPr lang="de-DE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130</a:t>
                      </a:r>
                      <a:endParaRPr lang="de-DE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SG</a:t>
                      </a:r>
                      <a:endParaRPr lang="de-DE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1d</a:t>
                      </a:r>
                      <a:endParaRPr lang="de-DE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&lt;seamweld&gt;, technology="resistance".</a:t>
                      </a:r>
                      <a:endParaRPr lang="de-DE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extLst>
                  <a:ext uri="{0D108BD9-81ED-4DB2-BD59-A6C34878D82A}">
                    <a16:rowId xmlns:a16="http://schemas.microsoft.com/office/drawing/2014/main" val="1815634529"/>
                  </a:ext>
                </a:extLst>
              </a:tr>
              <a:tr h="393499">
                <a:tc>
                  <a:txBody>
                    <a:bodyPr/>
                    <a:lstStyle/>
                    <a:p>
                      <a:r>
                        <a:rPr lang="en-US" sz="600">
                          <a:effectLst/>
                        </a:rPr>
                        <a:t>SL (=gas-shielded brazing / SG-Löten)</a:t>
                      </a:r>
                      <a:endParaRPr lang="de-DE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132</a:t>
                      </a:r>
                      <a:endParaRPr lang="de-DE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SL</a:t>
                      </a:r>
                      <a:endParaRPr lang="de-DE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1d</a:t>
                      </a:r>
                      <a:endParaRPr lang="de-DE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&lt;seamweld&gt;, technology="brazing".</a:t>
                      </a:r>
                      <a:endParaRPr lang="de-DE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extLst>
                  <a:ext uri="{0D108BD9-81ED-4DB2-BD59-A6C34878D82A}">
                    <a16:rowId xmlns:a16="http://schemas.microsoft.com/office/drawing/2014/main" val="675529522"/>
                  </a:ext>
                </a:extLst>
              </a:tr>
              <a:tr h="302071"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LL (=Laser-brazing / Laserlöten)</a:t>
                      </a:r>
                      <a:endParaRPr lang="de-DE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133</a:t>
                      </a:r>
                      <a:endParaRPr lang="de-DE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LL</a:t>
                      </a:r>
                      <a:endParaRPr lang="de-DE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1d</a:t>
                      </a:r>
                      <a:endParaRPr lang="de-DE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&lt;seamweld&gt;, technology="brazing".</a:t>
                      </a:r>
                      <a:endParaRPr lang="de-DE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extLst>
                  <a:ext uri="{0D108BD9-81ED-4DB2-BD59-A6C34878D82A}">
                    <a16:rowId xmlns:a16="http://schemas.microsoft.com/office/drawing/2014/main" val="2899058247"/>
                  </a:ext>
                </a:extLst>
              </a:tr>
              <a:tr h="484927"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LSR (=Remote laser welding / Remote Laserschweißen)</a:t>
                      </a:r>
                      <a:endParaRPr lang="de-DE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endParaRPr lang="de-DE" sz="6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LSR</a:t>
                      </a:r>
                      <a:endParaRPr lang="de-DE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1d</a:t>
                      </a:r>
                      <a:endParaRPr lang="de-DE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&lt;seamweld&gt;, technology="laser".</a:t>
                      </a:r>
                      <a:endParaRPr lang="de-DE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extLst>
                  <a:ext uri="{0D108BD9-81ED-4DB2-BD59-A6C34878D82A}">
                    <a16:rowId xmlns:a16="http://schemas.microsoft.com/office/drawing/2014/main" val="3533600445"/>
                  </a:ext>
                </a:extLst>
              </a:tr>
              <a:tr h="484927"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LST (=tactile laser welding / Taktiles Laserschweißen)</a:t>
                      </a:r>
                      <a:endParaRPr lang="de-DE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endParaRPr lang="de-DE" sz="6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LST</a:t>
                      </a:r>
                      <a:endParaRPr lang="de-DE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>
                          <a:effectLst/>
                        </a:rPr>
                        <a:t>1d</a:t>
                      </a:r>
                      <a:endParaRPr lang="de-DE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tc>
                  <a:txBody>
                    <a:bodyPr/>
                    <a:lstStyle/>
                    <a:p>
                      <a:r>
                        <a:rPr lang="de-DE" sz="600" dirty="0">
                          <a:effectLst/>
                        </a:rPr>
                        <a:t>&lt;</a:t>
                      </a:r>
                      <a:r>
                        <a:rPr lang="de-DE" sz="600" dirty="0" err="1">
                          <a:effectLst/>
                        </a:rPr>
                        <a:t>seamweld</a:t>
                      </a:r>
                      <a:r>
                        <a:rPr lang="de-DE" sz="600" dirty="0">
                          <a:effectLst/>
                        </a:rPr>
                        <a:t>&gt;, </a:t>
                      </a:r>
                      <a:r>
                        <a:rPr lang="de-DE" sz="600" dirty="0" err="1">
                          <a:effectLst/>
                        </a:rPr>
                        <a:t>technology</a:t>
                      </a:r>
                      <a:r>
                        <a:rPr lang="de-DE" sz="600" dirty="0">
                          <a:effectLst/>
                        </a:rPr>
                        <a:t>="</a:t>
                      </a:r>
                      <a:r>
                        <a:rPr lang="de-DE" sz="600" dirty="0" err="1">
                          <a:effectLst/>
                        </a:rPr>
                        <a:t>laser</a:t>
                      </a:r>
                      <a:r>
                        <a:rPr lang="de-DE" sz="600" dirty="0">
                          <a:effectLst/>
                        </a:rPr>
                        <a:t>".</a:t>
                      </a:r>
                      <a:endParaRPr lang="de-DE" sz="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9847" marR="19847" marT="13893" marB="13893"/>
                </a:tc>
                <a:extLst>
                  <a:ext uri="{0D108BD9-81ED-4DB2-BD59-A6C34878D82A}">
                    <a16:rowId xmlns:a16="http://schemas.microsoft.com/office/drawing/2014/main" val="3600056022"/>
                  </a:ext>
                </a:extLst>
              </a:tr>
            </a:tbl>
          </a:graphicData>
        </a:graphic>
      </p:graphicFrame>
      <p:sp>
        <p:nvSpPr>
          <p:cNvPr id="9" name="Rechteck 1" descr="(warning)">
            <a:extLst>
              <a:ext uri="{FF2B5EF4-FFF2-40B4-BE49-F238E27FC236}">
                <a16:creationId xmlns:a16="http://schemas.microsoft.com/office/drawing/2014/main" id="{E9B4D347-8970-7D8A-183C-FB7451719D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406397" y="1303616"/>
            <a:ext cx="304760" cy="304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60292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115E8B1-302F-ADE8-00F1-F9C60A7DA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Relevant mating types at Dassault Aviation	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1B6F0B-26B4-47AF-8243-24F4596E4D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425DFC7-CA21-440A-A984-08290CADA086}" type="slidenum">
              <a:rPr lang="en-FR" smtClean="0"/>
              <a:t>11</a:t>
            </a:fld>
            <a:endParaRPr lang="en-FR"/>
          </a:p>
        </p:txBody>
      </p:sp>
      <p:sp>
        <p:nvSpPr>
          <p:cNvPr id="7" name="Rechteck 1" descr="(warning)">
            <a:extLst>
              <a:ext uri="{FF2B5EF4-FFF2-40B4-BE49-F238E27FC236}">
                <a16:creationId xmlns:a16="http://schemas.microsoft.com/office/drawing/2014/main" id="{CC56F8E0-39EE-13A5-6BE8-213490B5E78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5796" y="1303616"/>
            <a:ext cx="304760" cy="304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9" name="Rechteck 1" descr="(warning)">
            <a:extLst>
              <a:ext uri="{FF2B5EF4-FFF2-40B4-BE49-F238E27FC236}">
                <a16:creationId xmlns:a16="http://schemas.microsoft.com/office/drawing/2014/main" id="{E9B4D347-8970-7D8A-183C-FB7451719D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406397" y="1303616"/>
            <a:ext cx="304760" cy="304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graphicFrame>
        <p:nvGraphicFramePr>
          <p:cNvPr id="10" name="Tabelle 9">
            <a:extLst>
              <a:ext uri="{FF2B5EF4-FFF2-40B4-BE49-F238E27FC236}">
                <a16:creationId xmlns:a16="http://schemas.microsoft.com/office/drawing/2014/main" id="{C38D8B2A-DCB1-16C6-0D49-B6440D024F74}"/>
              </a:ext>
            </a:extLst>
          </p:cNvPr>
          <p:cNvGraphicFramePr>
            <a:graphicFrameLocks noGrp="1"/>
          </p:cNvGraphicFramePr>
          <p:nvPr/>
        </p:nvGraphicFramePr>
        <p:xfrm>
          <a:off x="451280" y="1608376"/>
          <a:ext cx="1739673" cy="247617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39673">
                  <a:extLst>
                    <a:ext uri="{9D8B030D-6E8A-4147-A177-3AD203B41FA5}">
                      <a16:colId xmlns:a16="http://schemas.microsoft.com/office/drawing/2014/main" val="3523864801"/>
                    </a:ext>
                  </a:extLst>
                </a:gridCol>
              </a:tblGrid>
              <a:tr h="190475">
                <a:tc>
                  <a:txBody>
                    <a:bodyPr/>
                    <a:lstStyle/>
                    <a:p>
                      <a:r>
                        <a:rPr lang="de-DE" sz="1100">
                          <a:effectLst/>
                        </a:rPr>
                        <a:t>SCREW-NUT</a:t>
                      </a:r>
                      <a:endParaRPr lang="de-DE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44" marR="44444" marT="0" marB="0" anchor="b"/>
                </a:tc>
                <a:extLst>
                  <a:ext uri="{0D108BD9-81ED-4DB2-BD59-A6C34878D82A}">
                    <a16:rowId xmlns:a16="http://schemas.microsoft.com/office/drawing/2014/main" val="1847469455"/>
                  </a:ext>
                </a:extLst>
              </a:tr>
              <a:tr h="190475">
                <a:tc>
                  <a:txBody>
                    <a:bodyPr/>
                    <a:lstStyle/>
                    <a:p>
                      <a:r>
                        <a:rPr lang="de-DE" sz="1100">
                          <a:effectLst/>
                        </a:rPr>
                        <a:t>SCREW-ANCHORNUT</a:t>
                      </a:r>
                      <a:endParaRPr lang="de-DE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44" marR="44444" marT="0" marB="0" anchor="b"/>
                </a:tc>
                <a:extLst>
                  <a:ext uri="{0D108BD9-81ED-4DB2-BD59-A6C34878D82A}">
                    <a16:rowId xmlns:a16="http://schemas.microsoft.com/office/drawing/2014/main" val="2909191234"/>
                  </a:ext>
                </a:extLst>
              </a:tr>
              <a:tr h="190475">
                <a:tc>
                  <a:txBody>
                    <a:bodyPr/>
                    <a:lstStyle/>
                    <a:p>
                      <a:r>
                        <a:rPr lang="de-DE" sz="1100">
                          <a:effectLst/>
                        </a:rPr>
                        <a:t>SCREW-ELLIPNUT</a:t>
                      </a:r>
                      <a:endParaRPr lang="de-DE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44" marR="44444" marT="0" marB="0" anchor="b"/>
                </a:tc>
                <a:extLst>
                  <a:ext uri="{0D108BD9-81ED-4DB2-BD59-A6C34878D82A}">
                    <a16:rowId xmlns:a16="http://schemas.microsoft.com/office/drawing/2014/main" val="413539994"/>
                  </a:ext>
                </a:extLst>
              </a:tr>
              <a:tr h="190475">
                <a:tc>
                  <a:txBody>
                    <a:bodyPr/>
                    <a:lstStyle/>
                    <a:p>
                      <a:r>
                        <a:rPr lang="de-DE" sz="1100">
                          <a:effectLst/>
                        </a:rPr>
                        <a:t>SCREW-HELICOIL</a:t>
                      </a:r>
                      <a:endParaRPr lang="de-DE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44" marR="44444" marT="0" marB="0" anchor="b"/>
                </a:tc>
                <a:extLst>
                  <a:ext uri="{0D108BD9-81ED-4DB2-BD59-A6C34878D82A}">
                    <a16:rowId xmlns:a16="http://schemas.microsoft.com/office/drawing/2014/main" val="1744664814"/>
                  </a:ext>
                </a:extLst>
              </a:tr>
              <a:tr h="190475">
                <a:tc>
                  <a:txBody>
                    <a:bodyPr/>
                    <a:lstStyle/>
                    <a:p>
                      <a:r>
                        <a:rPr lang="de-DE" sz="1100">
                          <a:effectLst/>
                        </a:rPr>
                        <a:t>SCREW-INSERT</a:t>
                      </a:r>
                      <a:endParaRPr lang="de-DE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44" marR="44444" marT="0" marB="0" anchor="b"/>
                </a:tc>
                <a:extLst>
                  <a:ext uri="{0D108BD9-81ED-4DB2-BD59-A6C34878D82A}">
                    <a16:rowId xmlns:a16="http://schemas.microsoft.com/office/drawing/2014/main" val="1437779199"/>
                  </a:ext>
                </a:extLst>
              </a:tr>
              <a:tr h="190475">
                <a:tc>
                  <a:txBody>
                    <a:bodyPr/>
                    <a:lstStyle/>
                    <a:p>
                      <a:r>
                        <a:rPr lang="de-DE" sz="1100">
                          <a:effectLst/>
                        </a:rPr>
                        <a:t>ORD-RIVET</a:t>
                      </a:r>
                      <a:endParaRPr lang="de-DE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44" marR="44444" marT="0" marB="0" anchor="b"/>
                </a:tc>
                <a:extLst>
                  <a:ext uri="{0D108BD9-81ED-4DB2-BD59-A6C34878D82A}">
                    <a16:rowId xmlns:a16="http://schemas.microsoft.com/office/drawing/2014/main" val="487088098"/>
                  </a:ext>
                </a:extLst>
              </a:tr>
              <a:tr h="190475">
                <a:tc>
                  <a:txBody>
                    <a:bodyPr/>
                    <a:lstStyle/>
                    <a:p>
                      <a:r>
                        <a:rPr lang="de-DE" sz="1100">
                          <a:effectLst/>
                        </a:rPr>
                        <a:t>STR-RIVET</a:t>
                      </a:r>
                      <a:endParaRPr lang="de-DE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44" marR="44444" marT="0" marB="0" anchor="b"/>
                </a:tc>
                <a:extLst>
                  <a:ext uri="{0D108BD9-81ED-4DB2-BD59-A6C34878D82A}">
                    <a16:rowId xmlns:a16="http://schemas.microsoft.com/office/drawing/2014/main" val="2106334858"/>
                  </a:ext>
                </a:extLst>
              </a:tr>
              <a:tr h="190475">
                <a:tc>
                  <a:txBody>
                    <a:bodyPr/>
                    <a:lstStyle/>
                    <a:p>
                      <a:r>
                        <a:rPr lang="de-DE" sz="1100">
                          <a:effectLst/>
                        </a:rPr>
                        <a:t>BLIND-RIVET</a:t>
                      </a:r>
                      <a:endParaRPr lang="de-DE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44" marR="44444" marT="0" marB="0" anchor="b"/>
                </a:tc>
                <a:extLst>
                  <a:ext uri="{0D108BD9-81ED-4DB2-BD59-A6C34878D82A}">
                    <a16:rowId xmlns:a16="http://schemas.microsoft.com/office/drawing/2014/main" val="3510999405"/>
                  </a:ext>
                </a:extLst>
              </a:tr>
              <a:tr h="190475">
                <a:tc>
                  <a:txBody>
                    <a:bodyPr/>
                    <a:lstStyle/>
                    <a:p>
                      <a:r>
                        <a:rPr lang="de-DE" sz="1100">
                          <a:effectLst/>
                        </a:rPr>
                        <a:t>PINS</a:t>
                      </a:r>
                      <a:endParaRPr lang="de-DE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44" marR="44444" marT="0" marB="0" anchor="b"/>
                </a:tc>
                <a:extLst>
                  <a:ext uri="{0D108BD9-81ED-4DB2-BD59-A6C34878D82A}">
                    <a16:rowId xmlns:a16="http://schemas.microsoft.com/office/drawing/2014/main" val="605784705"/>
                  </a:ext>
                </a:extLst>
              </a:tr>
              <a:tr h="190475">
                <a:tc>
                  <a:txBody>
                    <a:bodyPr/>
                    <a:lstStyle/>
                    <a:p>
                      <a:r>
                        <a:rPr lang="de-DE" sz="1100">
                          <a:effectLst/>
                        </a:rPr>
                        <a:t>LOCK</a:t>
                      </a:r>
                      <a:endParaRPr lang="de-DE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44" marR="44444" marT="0" marB="0" anchor="b"/>
                </a:tc>
                <a:extLst>
                  <a:ext uri="{0D108BD9-81ED-4DB2-BD59-A6C34878D82A}">
                    <a16:rowId xmlns:a16="http://schemas.microsoft.com/office/drawing/2014/main" val="2169392796"/>
                  </a:ext>
                </a:extLst>
              </a:tr>
              <a:tr h="190475">
                <a:tc>
                  <a:txBody>
                    <a:bodyPr/>
                    <a:lstStyle/>
                    <a:p>
                      <a:r>
                        <a:rPr lang="de-DE" sz="1100">
                          <a:effectLst/>
                        </a:rPr>
                        <a:t>CAPTIVE-SCREW</a:t>
                      </a:r>
                      <a:endParaRPr lang="de-DE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44" marR="44444" marT="0" marB="0" anchor="b"/>
                </a:tc>
                <a:extLst>
                  <a:ext uri="{0D108BD9-81ED-4DB2-BD59-A6C34878D82A}">
                    <a16:rowId xmlns:a16="http://schemas.microsoft.com/office/drawing/2014/main" val="1849177046"/>
                  </a:ext>
                </a:extLst>
              </a:tr>
              <a:tr h="190475">
                <a:tc>
                  <a:txBody>
                    <a:bodyPr/>
                    <a:lstStyle/>
                    <a:p>
                      <a:r>
                        <a:rPr lang="de-DE" sz="1100">
                          <a:effectLst/>
                        </a:rPr>
                        <a:t>ERGOTECH</a:t>
                      </a:r>
                      <a:endParaRPr lang="de-DE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44" marR="44444" marT="0" marB="0" anchor="b"/>
                </a:tc>
                <a:extLst>
                  <a:ext uri="{0D108BD9-81ED-4DB2-BD59-A6C34878D82A}">
                    <a16:rowId xmlns:a16="http://schemas.microsoft.com/office/drawing/2014/main" val="938709054"/>
                  </a:ext>
                </a:extLst>
              </a:tr>
              <a:tr h="190475">
                <a:tc>
                  <a:txBody>
                    <a:bodyPr/>
                    <a:lstStyle/>
                    <a:p>
                      <a:r>
                        <a:rPr lang="de-DE" sz="1100" dirty="0">
                          <a:effectLst/>
                        </a:rPr>
                        <a:t>FYBRFAST</a:t>
                      </a:r>
                      <a:endParaRPr lang="de-DE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44" marR="44444" marT="0" marB="0" anchor="b"/>
                </a:tc>
                <a:extLst>
                  <a:ext uri="{0D108BD9-81ED-4DB2-BD59-A6C34878D82A}">
                    <a16:rowId xmlns:a16="http://schemas.microsoft.com/office/drawing/2014/main" val="39635166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1462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3D0925-393E-F51C-0D47-5C05D6AFF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Edition 5 </a:t>
            </a:r>
            <a:r>
              <a:rPr lang="de-DE" dirty="0" err="1"/>
              <a:t>example</a:t>
            </a:r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601751D-8FC5-664F-D90D-A743C1B05EE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/>
              <a:t>PDM-IF Winter Workshop - 28th of January &amp; 4th of February 2025</a:t>
            </a:r>
            <a:endParaRPr lang="en-US" noProof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58AD02F-35D8-A8F4-DE3D-37AF2E450B6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0FD2C4-56EC-4F07-B0B8-CEAC86EF6E31}" type="slidenum">
              <a:rPr lang="en-US" noProof="0" smtClean="0"/>
              <a:pPr/>
              <a:t>12</a:t>
            </a:fld>
            <a:endParaRPr lang="en-US" noProof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4ADD169-A1CE-C2EE-7F0D-4E31A8BFBC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Mapping </a:t>
            </a:r>
            <a:r>
              <a:rPr lang="de-DE" dirty="0" err="1"/>
              <a:t>from</a:t>
            </a:r>
            <a:r>
              <a:rPr lang="de-DE" dirty="0"/>
              <a:t> 3DExp </a:t>
            </a:r>
            <a:r>
              <a:rPr lang="de-DE" dirty="0" err="1"/>
              <a:t>to</a:t>
            </a:r>
            <a:r>
              <a:rPr lang="de-DE" dirty="0"/>
              <a:t> AP242 </a:t>
            </a:r>
            <a:r>
              <a:rPr lang="de-DE" dirty="0" err="1"/>
              <a:t>DomainModel</a:t>
            </a:r>
            <a:endParaRPr lang="de-DE" dirty="0"/>
          </a:p>
        </p:txBody>
      </p:sp>
      <p:sp>
        <p:nvSpPr>
          <p:cNvPr id="9" name="ZoneTexte 3">
            <a:extLst>
              <a:ext uri="{FF2B5EF4-FFF2-40B4-BE49-F238E27FC236}">
                <a16:creationId xmlns:a16="http://schemas.microsoft.com/office/drawing/2014/main" id="{9C8B1C4D-F6A3-168E-78BB-3FA9220B6E9B}"/>
              </a:ext>
            </a:extLst>
          </p:cNvPr>
          <p:cNvSpPr txBox="1"/>
          <p:nvPr/>
        </p:nvSpPr>
        <p:spPr>
          <a:xfrm>
            <a:off x="1245634" y="1956861"/>
            <a:ext cx="429926" cy="25391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FR" sz="1050" dirty="0"/>
              <a:t>Assy</a:t>
            </a:r>
          </a:p>
        </p:txBody>
      </p:sp>
      <p:sp>
        <p:nvSpPr>
          <p:cNvPr id="10" name="ZoneTexte 4">
            <a:extLst>
              <a:ext uri="{FF2B5EF4-FFF2-40B4-BE49-F238E27FC236}">
                <a16:creationId xmlns:a16="http://schemas.microsoft.com/office/drawing/2014/main" id="{A4BBEADF-FA47-D08A-535D-E171672756F6}"/>
              </a:ext>
            </a:extLst>
          </p:cNvPr>
          <p:cNvSpPr txBox="1"/>
          <p:nvPr/>
        </p:nvSpPr>
        <p:spPr>
          <a:xfrm>
            <a:off x="1757296" y="2359193"/>
            <a:ext cx="657552" cy="2616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FR" sz="1050" dirty="0"/>
              <a:t>Bundle1</a:t>
            </a:r>
          </a:p>
        </p:txBody>
      </p:sp>
      <p:sp>
        <p:nvSpPr>
          <p:cNvPr id="11" name="ZoneTexte 5">
            <a:extLst>
              <a:ext uri="{FF2B5EF4-FFF2-40B4-BE49-F238E27FC236}">
                <a16:creationId xmlns:a16="http://schemas.microsoft.com/office/drawing/2014/main" id="{CA6EFC96-8C85-B455-AF2F-4FB532C294AC}"/>
              </a:ext>
            </a:extLst>
          </p:cNvPr>
          <p:cNvSpPr txBox="1"/>
          <p:nvPr/>
        </p:nvSpPr>
        <p:spPr>
          <a:xfrm>
            <a:off x="1742885" y="3664793"/>
            <a:ext cx="657552" cy="2616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FR" sz="1050" dirty="0"/>
              <a:t>Bundle2</a:t>
            </a:r>
          </a:p>
        </p:txBody>
      </p:sp>
      <p:sp>
        <p:nvSpPr>
          <p:cNvPr id="12" name="ZoneTexte 6">
            <a:extLst>
              <a:ext uri="{FF2B5EF4-FFF2-40B4-BE49-F238E27FC236}">
                <a16:creationId xmlns:a16="http://schemas.microsoft.com/office/drawing/2014/main" id="{3D6D62FC-F6A3-6588-C86F-8C4CA69946E3}"/>
              </a:ext>
            </a:extLst>
          </p:cNvPr>
          <p:cNvSpPr txBox="1"/>
          <p:nvPr/>
        </p:nvSpPr>
        <p:spPr>
          <a:xfrm>
            <a:off x="1907994" y="4889087"/>
            <a:ext cx="492443" cy="2616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FR" sz="1050" dirty="0"/>
              <a:t>Part1</a:t>
            </a:r>
          </a:p>
        </p:txBody>
      </p:sp>
      <p:sp>
        <p:nvSpPr>
          <p:cNvPr id="13" name="ZoneTexte 7">
            <a:extLst>
              <a:ext uri="{FF2B5EF4-FFF2-40B4-BE49-F238E27FC236}">
                <a16:creationId xmlns:a16="http://schemas.microsoft.com/office/drawing/2014/main" id="{584B81F5-CE13-0224-9F02-1F06BA42F216}"/>
              </a:ext>
            </a:extLst>
          </p:cNvPr>
          <p:cNvSpPr txBox="1"/>
          <p:nvPr/>
        </p:nvSpPr>
        <p:spPr>
          <a:xfrm>
            <a:off x="1900847" y="5426501"/>
            <a:ext cx="492443" cy="2616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FR" sz="1050" dirty="0"/>
              <a:t>Part2</a:t>
            </a:r>
          </a:p>
        </p:txBody>
      </p:sp>
      <p:sp>
        <p:nvSpPr>
          <p:cNvPr id="14" name="ZoneTexte 8">
            <a:extLst>
              <a:ext uri="{FF2B5EF4-FFF2-40B4-BE49-F238E27FC236}">
                <a16:creationId xmlns:a16="http://schemas.microsoft.com/office/drawing/2014/main" id="{6FFEF0A9-63E3-133A-6B7E-2A3657C58FDD}"/>
              </a:ext>
            </a:extLst>
          </p:cNvPr>
          <p:cNvSpPr txBox="1"/>
          <p:nvPr/>
        </p:nvSpPr>
        <p:spPr>
          <a:xfrm>
            <a:off x="1895043" y="5918058"/>
            <a:ext cx="492443" cy="2616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FR" sz="1050" dirty="0"/>
              <a:t>Part3</a:t>
            </a:r>
          </a:p>
        </p:txBody>
      </p:sp>
      <p:cxnSp>
        <p:nvCxnSpPr>
          <p:cNvPr id="15" name="Connecteur droit 10">
            <a:extLst>
              <a:ext uri="{FF2B5EF4-FFF2-40B4-BE49-F238E27FC236}">
                <a16:creationId xmlns:a16="http://schemas.microsoft.com/office/drawing/2014/main" id="{BEE119B0-0352-2A8A-46E6-DA0DB5C11ECC}"/>
              </a:ext>
            </a:extLst>
          </p:cNvPr>
          <p:cNvCxnSpPr>
            <a:stCxn id="9" idx="2"/>
            <a:endCxn id="10" idx="1"/>
          </p:cNvCxnSpPr>
          <p:nvPr/>
        </p:nvCxnSpPr>
        <p:spPr>
          <a:xfrm rot="16200000" flipH="1">
            <a:off x="1469336" y="2202037"/>
            <a:ext cx="279221" cy="296699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0">
            <a:extLst>
              <a:ext uri="{FF2B5EF4-FFF2-40B4-BE49-F238E27FC236}">
                <a16:creationId xmlns:a16="http://schemas.microsoft.com/office/drawing/2014/main" id="{D9E2EAD4-C05C-30AF-7743-6AA3A5C2648F}"/>
              </a:ext>
            </a:extLst>
          </p:cNvPr>
          <p:cNvCxnSpPr>
            <a:stCxn id="9" idx="2"/>
            <a:endCxn id="11" idx="1"/>
          </p:cNvCxnSpPr>
          <p:nvPr/>
        </p:nvCxnSpPr>
        <p:spPr>
          <a:xfrm rot="16200000" flipH="1">
            <a:off x="809331" y="2862043"/>
            <a:ext cx="1584821" cy="282288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0">
            <a:extLst>
              <a:ext uri="{FF2B5EF4-FFF2-40B4-BE49-F238E27FC236}">
                <a16:creationId xmlns:a16="http://schemas.microsoft.com/office/drawing/2014/main" id="{5BAE415E-DE9E-ADEB-8FA8-002C399F7A40}"/>
              </a:ext>
            </a:extLst>
          </p:cNvPr>
          <p:cNvCxnSpPr>
            <a:stCxn id="9" idx="2"/>
            <a:endCxn id="12" idx="1"/>
          </p:cNvCxnSpPr>
          <p:nvPr/>
        </p:nvCxnSpPr>
        <p:spPr>
          <a:xfrm rot="16200000" flipH="1">
            <a:off x="279738" y="3391635"/>
            <a:ext cx="2809115" cy="447397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e 23">
            <a:extLst>
              <a:ext uri="{FF2B5EF4-FFF2-40B4-BE49-F238E27FC236}">
                <a16:creationId xmlns:a16="http://schemas.microsoft.com/office/drawing/2014/main" id="{0AB62746-D066-8CEA-E62F-EDC9FF7F0D65}"/>
              </a:ext>
            </a:extLst>
          </p:cNvPr>
          <p:cNvGrpSpPr/>
          <p:nvPr/>
        </p:nvGrpSpPr>
        <p:grpSpPr>
          <a:xfrm>
            <a:off x="1495652" y="4839587"/>
            <a:ext cx="298848" cy="267166"/>
            <a:chOff x="5618002" y="554276"/>
            <a:chExt cx="432000" cy="432000"/>
          </a:xfrm>
        </p:grpSpPr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B54045A9-3373-32E5-18A2-6A7C488D5504}"/>
                </a:ext>
              </a:extLst>
            </p:cNvPr>
            <p:cNvCxnSpPr/>
            <p:nvPr/>
          </p:nvCxnSpPr>
          <p:spPr>
            <a:xfrm flipH="1">
              <a:off x="5618002" y="806276"/>
              <a:ext cx="180000" cy="18000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eur droit 19">
              <a:extLst>
                <a:ext uri="{FF2B5EF4-FFF2-40B4-BE49-F238E27FC236}">
                  <a16:creationId xmlns:a16="http://schemas.microsoft.com/office/drawing/2014/main" id="{92B9698A-EFE3-8DD2-8473-FB56057968FC}"/>
                </a:ext>
              </a:extLst>
            </p:cNvPr>
            <p:cNvCxnSpPr/>
            <p:nvPr/>
          </p:nvCxnSpPr>
          <p:spPr>
            <a:xfrm flipV="1">
              <a:off x="5798002" y="806276"/>
              <a:ext cx="252000" cy="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eur droit 22">
              <a:extLst>
                <a:ext uri="{FF2B5EF4-FFF2-40B4-BE49-F238E27FC236}">
                  <a16:creationId xmlns:a16="http://schemas.microsoft.com/office/drawing/2014/main" id="{780857E5-8D8B-D979-9589-097E0B301B72}"/>
                </a:ext>
              </a:extLst>
            </p:cNvPr>
            <p:cNvCxnSpPr/>
            <p:nvPr/>
          </p:nvCxnSpPr>
          <p:spPr>
            <a:xfrm flipV="1">
              <a:off x="5798002" y="554276"/>
              <a:ext cx="0" cy="25200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" name="Connecteur droit 10">
            <a:extLst>
              <a:ext uri="{FF2B5EF4-FFF2-40B4-BE49-F238E27FC236}">
                <a16:creationId xmlns:a16="http://schemas.microsoft.com/office/drawing/2014/main" id="{952E4C4A-F8E9-9DF9-BE4B-313A453C1EDE}"/>
              </a:ext>
            </a:extLst>
          </p:cNvPr>
          <p:cNvCxnSpPr>
            <a:stCxn id="9" idx="2"/>
            <a:endCxn id="13" idx="1"/>
          </p:cNvCxnSpPr>
          <p:nvPr/>
        </p:nvCxnSpPr>
        <p:spPr>
          <a:xfrm rot="16200000" flipH="1">
            <a:off x="7458" y="3663916"/>
            <a:ext cx="3346529" cy="440250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10">
            <a:extLst>
              <a:ext uri="{FF2B5EF4-FFF2-40B4-BE49-F238E27FC236}">
                <a16:creationId xmlns:a16="http://schemas.microsoft.com/office/drawing/2014/main" id="{C9D4CF4F-8F02-8DEE-7532-21B80CDC6601}"/>
              </a:ext>
            </a:extLst>
          </p:cNvPr>
          <p:cNvCxnSpPr>
            <a:stCxn id="9" idx="2"/>
            <a:endCxn id="14" idx="1"/>
          </p:cNvCxnSpPr>
          <p:nvPr/>
        </p:nvCxnSpPr>
        <p:spPr>
          <a:xfrm rot="16200000" flipH="1">
            <a:off x="-241223" y="3912597"/>
            <a:ext cx="3838086" cy="434446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ZoneTexte 31">
            <a:extLst>
              <a:ext uri="{FF2B5EF4-FFF2-40B4-BE49-F238E27FC236}">
                <a16:creationId xmlns:a16="http://schemas.microsoft.com/office/drawing/2014/main" id="{80733B5F-9663-E96E-EBD5-6023BA9F3671}"/>
              </a:ext>
            </a:extLst>
          </p:cNvPr>
          <p:cNvSpPr txBox="1"/>
          <p:nvPr/>
        </p:nvSpPr>
        <p:spPr>
          <a:xfrm>
            <a:off x="2239976" y="2745423"/>
            <a:ext cx="320922" cy="2616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FR" sz="1050" dirty="0"/>
              <a:t>F1</a:t>
            </a:r>
          </a:p>
        </p:txBody>
      </p:sp>
      <p:grpSp>
        <p:nvGrpSpPr>
          <p:cNvPr id="25" name="Groupe 33">
            <a:extLst>
              <a:ext uri="{FF2B5EF4-FFF2-40B4-BE49-F238E27FC236}">
                <a16:creationId xmlns:a16="http://schemas.microsoft.com/office/drawing/2014/main" id="{E341C25A-9029-4503-00D0-FF66CCFBFAF0}"/>
              </a:ext>
            </a:extLst>
          </p:cNvPr>
          <p:cNvGrpSpPr/>
          <p:nvPr/>
        </p:nvGrpSpPr>
        <p:grpSpPr>
          <a:xfrm>
            <a:off x="1510301" y="5363015"/>
            <a:ext cx="284199" cy="217666"/>
            <a:chOff x="5618002" y="554276"/>
            <a:chExt cx="432000" cy="432000"/>
          </a:xfrm>
        </p:grpSpPr>
        <p:cxnSp>
          <p:nvCxnSpPr>
            <p:cNvPr id="26" name="Connecteur droit 34">
              <a:extLst>
                <a:ext uri="{FF2B5EF4-FFF2-40B4-BE49-F238E27FC236}">
                  <a16:creationId xmlns:a16="http://schemas.microsoft.com/office/drawing/2014/main" id="{493C0E59-8CA0-7732-3B7C-CBB550F14FB5}"/>
                </a:ext>
              </a:extLst>
            </p:cNvPr>
            <p:cNvCxnSpPr/>
            <p:nvPr/>
          </p:nvCxnSpPr>
          <p:spPr>
            <a:xfrm flipH="1">
              <a:off x="5618002" y="806276"/>
              <a:ext cx="180000" cy="18000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eur droit 35">
              <a:extLst>
                <a:ext uri="{FF2B5EF4-FFF2-40B4-BE49-F238E27FC236}">
                  <a16:creationId xmlns:a16="http://schemas.microsoft.com/office/drawing/2014/main" id="{11740F86-AA25-4664-D742-3905B2CA1522}"/>
                </a:ext>
              </a:extLst>
            </p:cNvPr>
            <p:cNvCxnSpPr/>
            <p:nvPr/>
          </p:nvCxnSpPr>
          <p:spPr>
            <a:xfrm flipV="1">
              <a:off x="5798002" y="806276"/>
              <a:ext cx="252000" cy="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eur droit 36">
              <a:extLst>
                <a:ext uri="{FF2B5EF4-FFF2-40B4-BE49-F238E27FC236}">
                  <a16:creationId xmlns:a16="http://schemas.microsoft.com/office/drawing/2014/main" id="{62522687-17F5-87F4-6A7B-2F455F851244}"/>
                </a:ext>
              </a:extLst>
            </p:cNvPr>
            <p:cNvCxnSpPr/>
            <p:nvPr/>
          </p:nvCxnSpPr>
          <p:spPr>
            <a:xfrm flipV="1">
              <a:off x="5798002" y="554276"/>
              <a:ext cx="0" cy="25200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e 38">
            <a:extLst>
              <a:ext uri="{FF2B5EF4-FFF2-40B4-BE49-F238E27FC236}">
                <a16:creationId xmlns:a16="http://schemas.microsoft.com/office/drawing/2014/main" id="{A55C5F60-BC6A-4900-235D-70AB642E11A9}"/>
              </a:ext>
            </a:extLst>
          </p:cNvPr>
          <p:cNvGrpSpPr/>
          <p:nvPr/>
        </p:nvGrpSpPr>
        <p:grpSpPr>
          <a:xfrm>
            <a:off x="1428750" y="5791084"/>
            <a:ext cx="284199" cy="217666"/>
            <a:chOff x="5618002" y="554276"/>
            <a:chExt cx="432000" cy="432000"/>
          </a:xfrm>
        </p:grpSpPr>
        <p:cxnSp>
          <p:nvCxnSpPr>
            <p:cNvPr id="30" name="Connecteur droit 39">
              <a:extLst>
                <a:ext uri="{FF2B5EF4-FFF2-40B4-BE49-F238E27FC236}">
                  <a16:creationId xmlns:a16="http://schemas.microsoft.com/office/drawing/2014/main" id="{AC83A3F4-52BB-1B84-276F-00263C2B32A4}"/>
                </a:ext>
              </a:extLst>
            </p:cNvPr>
            <p:cNvCxnSpPr/>
            <p:nvPr/>
          </p:nvCxnSpPr>
          <p:spPr>
            <a:xfrm flipH="1">
              <a:off x="5618002" y="806276"/>
              <a:ext cx="180000" cy="18000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eur droit 40">
              <a:extLst>
                <a:ext uri="{FF2B5EF4-FFF2-40B4-BE49-F238E27FC236}">
                  <a16:creationId xmlns:a16="http://schemas.microsoft.com/office/drawing/2014/main" id="{D633EF67-AE33-2754-FC37-286FFEDBE502}"/>
                </a:ext>
              </a:extLst>
            </p:cNvPr>
            <p:cNvCxnSpPr/>
            <p:nvPr/>
          </p:nvCxnSpPr>
          <p:spPr>
            <a:xfrm flipV="1">
              <a:off x="5798002" y="806276"/>
              <a:ext cx="252000" cy="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eur droit 41">
              <a:extLst>
                <a:ext uri="{FF2B5EF4-FFF2-40B4-BE49-F238E27FC236}">
                  <a16:creationId xmlns:a16="http://schemas.microsoft.com/office/drawing/2014/main" id="{32665A72-5F95-8142-9CA7-F0B9B4AC5BA9}"/>
                </a:ext>
              </a:extLst>
            </p:cNvPr>
            <p:cNvCxnSpPr/>
            <p:nvPr/>
          </p:nvCxnSpPr>
          <p:spPr>
            <a:xfrm flipV="1">
              <a:off x="5798002" y="554276"/>
              <a:ext cx="0" cy="25200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ZoneTexte 43">
            <a:extLst>
              <a:ext uri="{FF2B5EF4-FFF2-40B4-BE49-F238E27FC236}">
                <a16:creationId xmlns:a16="http://schemas.microsoft.com/office/drawing/2014/main" id="{4616CAA6-7B45-6D0D-8A91-311CF47D75D7}"/>
              </a:ext>
            </a:extLst>
          </p:cNvPr>
          <p:cNvSpPr txBox="1"/>
          <p:nvPr/>
        </p:nvSpPr>
        <p:spPr>
          <a:xfrm>
            <a:off x="2242153" y="3106175"/>
            <a:ext cx="320922" cy="2616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FR" sz="1050" dirty="0"/>
              <a:t>F2</a:t>
            </a:r>
          </a:p>
        </p:txBody>
      </p:sp>
      <p:sp>
        <p:nvSpPr>
          <p:cNvPr id="34" name="ZoneTexte 44">
            <a:extLst>
              <a:ext uri="{FF2B5EF4-FFF2-40B4-BE49-F238E27FC236}">
                <a16:creationId xmlns:a16="http://schemas.microsoft.com/office/drawing/2014/main" id="{CED8B149-8016-C752-1F71-1BC5A84D2226}"/>
              </a:ext>
            </a:extLst>
          </p:cNvPr>
          <p:cNvSpPr txBox="1"/>
          <p:nvPr/>
        </p:nvSpPr>
        <p:spPr>
          <a:xfrm>
            <a:off x="2244495" y="3991931"/>
            <a:ext cx="322524" cy="25391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FR" sz="1050" dirty="0"/>
              <a:t>F3</a:t>
            </a:r>
          </a:p>
        </p:txBody>
      </p:sp>
      <p:cxnSp>
        <p:nvCxnSpPr>
          <p:cNvPr id="36" name="Connecteur droit 10">
            <a:extLst>
              <a:ext uri="{FF2B5EF4-FFF2-40B4-BE49-F238E27FC236}">
                <a16:creationId xmlns:a16="http://schemas.microsoft.com/office/drawing/2014/main" id="{730A1337-DAD9-CC31-206C-0162F738956C}"/>
              </a:ext>
            </a:extLst>
          </p:cNvPr>
          <p:cNvCxnSpPr>
            <a:stCxn id="10" idx="2"/>
            <a:endCxn id="24" idx="1"/>
          </p:cNvCxnSpPr>
          <p:nvPr/>
        </p:nvCxnSpPr>
        <p:spPr>
          <a:xfrm rot="16200000" flipH="1">
            <a:off x="2035312" y="2671563"/>
            <a:ext cx="255425" cy="153904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 droit 10">
            <a:extLst>
              <a:ext uri="{FF2B5EF4-FFF2-40B4-BE49-F238E27FC236}">
                <a16:creationId xmlns:a16="http://schemas.microsoft.com/office/drawing/2014/main" id="{E19618AD-358B-72FB-F170-CE54C5981220}"/>
              </a:ext>
            </a:extLst>
          </p:cNvPr>
          <p:cNvCxnSpPr>
            <a:stCxn id="10" idx="2"/>
            <a:endCxn id="33" idx="1"/>
          </p:cNvCxnSpPr>
          <p:nvPr/>
        </p:nvCxnSpPr>
        <p:spPr>
          <a:xfrm rot="16200000" flipH="1">
            <a:off x="1856024" y="2850850"/>
            <a:ext cx="616177" cy="156081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10">
            <a:extLst>
              <a:ext uri="{FF2B5EF4-FFF2-40B4-BE49-F238E27FC236}">
                <a16:creationId xmlns:a16="http://schemas.microsoft.com/office/drawing/2014/main" id="{C1D9B5C6-9DF2-57DC-24EB-7FD91F201B4C}"/>
              </a:ext>
            </a:extLst>
          </p:cNvPr>
          <p:cNvCxnSpPr>
            <a:cxnSpLocks/>
            <a:stCxn id="11" idx="2"/>
            <a:endCxn id="34" idx="2"/>
          </p:cNvCxnSpPr>
          <p:nvPr/>
        </p:nvCxnSpPr>
        <p:spPr>
          <a:xfrm rot="16200000" flipH="1">
            <a:off x="2078987" y="3919077"/>
            <a:ext cx="319444" cy="334096"/>
          </a:xfrm>
          <a:prstGeom prst="bentConnector3">
            <a:avLst>
              <a:gd name="adj1" fmla="val 171562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10">
            <a:extLst>
              <a:ext uri="{FF2B5EF4-FFF2-40B4-BE49-F238E27FC236}">
                <a16:creationId xmlns:a16="http://schemas.microsoft.com/office/drawing/2014/main" id="{53F01E25-696F-035D-4412-1BC75B256ACB}"/>
              </a:ext>
            </a:extLst>
          </p:cNvPr>
          <p:cNvCxnSpPr>
            <a:stCxn id="11" idx="2"/>
            <a:endCxn id="34" idx="1"/>
          </p:cNvCxnSpPr>
          <p:nvPr/>
        </p:nvCxnSpPr>
        <p:spPr>
          <a:xfrm rot="16200000" flipH="1">
            <a:off x="2061835" y="3936229"/>
            <a:ext cx="192486" cy="172834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 droit avec flèche 60">
            <a:extLst>
              <a:ext uri="{FF2B5EF4-FFF2-40B4-BE49-F238E27FC236}">
                <a16:creationId xmlns:a16="http://schemas.microsoft.com/office/drawing/2014/main" id="{069AE347-0A4F-8FD1-AFB1-211F4ABD768B}"/>
              </a:ext>
            </a:extLst>
          </p:cNvPr>
          <p:cNvCxnSpPr>
            <a:cxnSpLocks/>
            <a:stCxn id="10" idx="3"/>
          </p:cNvCxnSpPr>
          <p:nvPr/>
        </p:nvCxnSpPr>
        <p:spPr>
          <a:xfrm flipH="1">
            <a:off x="1613640" y="2489998"/>
            <a:ext cx="801208" cy="2432232"/>
          </a:xfrm>
          <a:prstGeom prst="curvedConnector4">
            <a:avLst>
              <a:gd name="adj1" fmla="val -28532"/>
              <a:gd name="adj2" fmla="val 5268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avec flèche 60">
            <a:extLst>
              <a:ext uri="{FF2B5EF4-FFF2-40B4-BE49-F238E27FC236}">
                <a16:creationId xmlns:a16="http://schemas.microsoft.com/office/drawing/2014/main" id="{4F1339E7-8C17-90D7-883B-A83CC485730E}"/>
              </a:ext>
            </a:extLst>
          </p:cNvPr>
          <p:cNvCxnSpPr>
            <a:cxnSpLocks/>
            <a:stCxn id="11" idx="3"/>
          </p:cNvCxnSpPr>
          <p:nvPr/>
        </p:nvCxnSpPr>
        <p:spPr>
          <a:xfrm flipH="1">
            <a:off x="1718333" y="3795598"/>
            <a:ext cx="682104" cy="1630903"/>
          </a:xfrm>
          <a:prstGeom prst="curvedConnector4">
            <a:avLst>
              <a:gd name="adj1" fmla="val -92656"/>
              <a:gd name="adj2" fmla="val 5401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avec flèche 60">
            <a:extLst>
              <a:ext uri="{FF2B5EF4-FFF2-40B4-BE49-F238E27FC236}">
                <a16:creationId xmlns:a16="http://schemas.microsoft.com/office/drawing/2014/main" id="{94B46226-F0B3-6278-DBF5-0120CC7D644F}"/>
              </a:ext>
            </a:extLst>
          </p:cNvPr>
          <p:cNvCxnSpPr>
            <a:cxnSpLocks/>
            <a:stCxn id="11" idx="3"/>
          </p:cNvCxnSpPr>
          <p:nvPr/>
        </p:nvCxnSpPr>
        <p:spPr>
          <a:xfrm flipH="1">
            <a:off x="1679426" y="3795598"/>
            <a:ext cx="721011" cy="2122460"/>
          </a:xfrm>
          <a:prstGeom prst="curvedConnector4">
            <a:avLst>
              <a:gd name="adj1" fmla="val -110036"/>
              <a:gd name="adj2" fmla="val 5308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avec flèche 60">
            <a:extLst>
              <a:ext uri="{FF2B5EF4-FFF2-40B4-BE49-F238E27FC236}">
                <a16:creationId xmlns:a16="http://schemas.microsoft.com/office/drawing/2014/main" id="{3BBBC5D6-4396-8B37-65CA-00368F5EE2A2}"/>
              </a:ext>
            </a:extLst>
          </p:cNvPr>
          <p:cNvCxnSpPr>
            <a:cxnSpLocks/>
            <a:stCxn id="10" idx="3"/>
          </p:cNvCxnSpPr>
          <p:nvPr/>
        </p:nvCxnSpPr>
        <p:spPr>
          <a:xfrm flipH="1">
            <a:off x="1653469" y="2489998"/>
            <a:ext cx="761379" cy="2899677"/>
          </a:xfrm>
          <a:prstGeom prst="curvedConnector4">
            <a:avLst>
              <a:gd name="adj1" fmla="val -30024"/>
              <a:gd name="adj2" fmla="val 5225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Groupe 141">
            <a:extLst>
              <a:ext uri="{FF2B5EF4-FFF2-40B4-BE49-F238E27FC236}">
                <a16:creationId xmlns:a16="http://schemas.microsoft.com/office/drawing/2014/main" id="{54532F10-257B-68B0-6294-7E2B2E3AC048}"/>
              </a:ext>
            </a:extLst>
          </p:cNvPr>
          <p:cNvGrpSpPr/>
          <p:nvPr/>
        </p:nvGrpSpPr>
        <p:grpSpPr>
          <a:xfrm>
            <a:off x="1898431" y="2701127"/>
            <a:ext cx="298848" cy="267166"/>
            <a:chOff x="5618002" y="554276"/>
            <a:chExt cx="432000" cy="432000"/>
          </a:xfrm>
        </p:grpSpPr>
        <p:cxnSp>
          <p:nvCxnSpPr>
            <p:cNvPr id="45" name="Connecteur droit 142">
              <a:extLst>
                <a:ext uri="{FF2B5EF4-FFF2-40B4-BE49-F238E27FC236}">
                  <a16:creationId xmlns:a16="http://schemas.microsoft.com/office/drawing/2014/main" id="{C567DBBF-2E56-A066-2DD2-81787E31C01F}"/>
                </a:ext>
              </a:extLst>
            </p:cNvPr>
            <p:cNvCxnSpPr/>
            <p:nvPr/>
          </p:nvCxnSpPr>
          <p:spPr>
            <a:xfrm flipH="1">
              <a:off x="5618002" y="806276"/>
              <a:ext cx="180000" cy="18000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cteur droit 143">
              <a:extLst>
                <a:ext uri="{FF2B5EF4-FFF2-40B4-BE49-F238E27FC236}">
                  <a16:creationId xmlns:a16="http://schemas.microsoft.com/office/drawing/2014/main" id="{7763BE6C-3E6E-2962-BEE1-A25667A99E5D}"/>
                </a:ext>
              </a:extLst>
            </p:cNvPr>
            <p:cNvCxnSpPr/>
            <p:nvPr/>
          </p:nvCxnSpPr>
          <p:spPr>
            <a:xfrm flipV="1">
              <a:off x="5798002" y="806276"/>
              <a:ext cx="252000" cy="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cteur droit 144">
              <a:extLst>
                <a:ext uri="{FF2B5EF4-FFF2-40B4-BE49-F238E27FC236}">
                  <a16:creationId xmlns:a16="http://schemas.microsoft.com/office/drawing/2014/main" id="{789A6CCF-3B55-97C3-0124-52922AB48340}"/>
                </a:ext>
              </a:extLst>
            </p:cNvPr>
            <p:cNvCxnSpPr/>
            <p:nvPr/>
          </p:nvCxnSpPr>
          <p:spPr>
            <a:xfrm flipV="1">
              <a:off x="5798002" y="554276"/>
              <a:ext cx="0" cy="25200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e 145">
            <a:extLst>
              <a:ext uri="{FF2B5EF4-FFF2-40B4-BE49-F238E27FC236}">
                <a16:creationId xmlns:a16="http://schemas.microsoft.com/office/drawing/2014/main" id="{D1527104-F177-1138-ACAF-CD8ABA5BF5EA}"/>
              </a:ext>
            </a:extLst>
          </p:cNvPr>
          <p:cNvGrpSpPr/>
          <p:nvPr/>
        </p:nvGrpSpPr>
        <p:grpSpPr>
          <a:xfrm>
            <a:off x="1915142" y="3060740"/>
            <a:ext cx="298848" cy="267166"/>
            <a:chOff x="5618002" y="554276"/>
            <a:chExt cx="432000" cy="432000"/>
          </a:xfrm>
        </p:grpSpPr>
        <p:cxnSp>
          <p:nvCxnSpPr>
            <p:cNvPr id="49" name="Connecteur droit 146">
              <a:extLst>
                <a:ext uri="{FF2B5EF4-FFF2-40B4-BE49-F238E27FC236}">
                  <a16:creationId xmlns:a16="http://schemas.microsoft.com/office/drawing/2014/main" id="{24F144A3-0CB4-B699-7F50-088C34584E02}"/>
                </a:ext>
              </a:extLst>
            </p:cNvPr>
            <p:cNvCxnSpPr/>
            <p:nvPr/>
          </p:nvCxnSpPr>
          <p:spPr>
            <a:xfrm flipH="1">
              <a:off x="5618002" y="806276"/>
              <a:ext cx="180000" cy="18000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eur droit 147">
              <a:extLst>
                <a:ext uri="{FF2B5EF4-FFF2-40B4-BE49-F238E27FC236}">
                  <a16:creationId xmlns:a16="http://schemas.microsoft.com/office/drawing/2014/main" id="{197A7B02-D815-5806-BC93-4D2D3383A32A}"/>
                </a:ext>
              </a:extLst>
            </p:cNvPr>
            <p:cNvCxnSpPr/>
            <p:nvPr/>
          </p:nvCxnSpPr>
          <p:spPr>
            <a:xfrm flipV="1">
              <a:off x="5798002" y="806276"/>
              <a:ext cx="252000" cy="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necteur droit 148">
              <a:extLst>
                <a:ext uri="{FF2B5EF4-FFF2-40B4-BE49-F238E27FC236}">
                  <a16:creationId xmlns:a16="http://schemas.microsoft.com/office/drawing/2014/main" id="{AC8D1EEE-4D3D-13B6-35F6-B4D89A70760C}"/>
                </a:ext>
              </a:extLst>
            </p:cNvPr>
            <p:cNvCxnSpPr/>
            <p:nvPr/>
          </p:nvCxnSpPr>
          <p:spPr>
            <a:xfrm flipV="1">
              <a:off x="5798002" y="554276"/>
              <a:ext cx="0" cy="25200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Groupe 149">
            <a:extLst>
              <a:ext uri="{FF2B5EF4-FFF2-40B4-BE49-F238E27FC236}">
                <a16:creationId xmlns:a16="http://schemas.microsoft.com/office/drawing/2014/main" id="{5FB0338F-43BC-39BF-0021-33AF12307444}"/>
              </a:ext>
            </a:extLst>
          </p:cNvPr>
          <p:cNvGrpSpPr/>
          <p:nvPr/>
        </p:nvGrpSpPr>
        <p:grpSpPr>
          <a:xfrm>
            <a:off x="1892753" y="4005363"/>
            <a:ext cx="298848" cy="267166"/>
            <a:chOff x="5618002" y="554276"/>
            <a:chExt cx="432000" cy="432000"/>
          </a:xfrm>
        </p:grpSpPr>
        <p:cxnSp>
          <p:nvCxnSpPr>
            <p:cNvPr id="53" name="Connecteur droit 150">
              <a:extLst>
                <a:ext uri="{FF2B5EF4-FFF2-40B4-BE49-F238E27FC236}">
                  <a16:creationId xmlns:a16="http://schemas.microsoft.com/office/drawing/2014/main" id="{424C6A40-1590-CE3F-901A-101C48373DF6}"/>
                </a:ext>
              </a:extLst>
            </p:cNvPr>
            <p:cNvCxnSpPr/>
            <p:nvPr/>
          </p:nvCxnSpPr>
          <p:spPr>
            <a:xfrm flipH="1">
              <a:off x="5618002" y="806276"/>
              <a:ext cx="180000" cy="18000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necteur droit 151">
              <a:extLst>
                <a:ext uri="{FF2B5EF4-FFF2-40B4-BE49-F238E27FC236}">
                  <a16:creationId xmlns:a16="http://schemas.microsoft.com/office/drawing/2014/main" id="{58D2A1B3-C09A-5F24-8D8B-35A70C5F1C9A}"/>
                </a:ext>
              </a:extLst>
            </p:cNvPr>
            <p:cNvCxnSpPr/>
            <p:nvPr/>
          </p:nvCxnSpPr>
          <p:spPr>
            <a:xfrm flipV="1">
              <a:off x="5798002" y="806276"/>
              <a:ext cx="252000" cy="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necteur droit 152">
              <a:extLst>
                <a:ext uri="{FF2B5EF4-FFF2-40B4-BE49-F238E27FC236}">
                  <a16:creationId xmlns:a16="http://schemas.microsoft.com/office/drawing/2014/main" id="{33FEFDB2-61EE-0D42-23F1-76BC57C4E245}"/>
                </a:ext>
              </a:extLst>
            </p:cNvPr>
            <p:cNvCxnSpPr/>
            <p:nvPr/>
          </p:nvCxnSpPr>
          <p:spPr>
            <a:xfrm flipV="1">
              <a:off x="5798002" y="554276"/>
              <a:ext cx="0" cy="25200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Groupe 153">
            <a:extLst>
              <a:ext uri="{FF2B5EF4-FFF2-40B4-BE49-F238E27FC236}">
                <a16:creationId xmlns:a16="http://schemas.microsoft.com/office/drawing/2014/main" id="{519A372F-0B7A-CB64-D1D7-DE9D84B99A2F}"/>
              </a:ext>
            </a:extLst>
          </p:cNvPr>
          <p:cNvGrpSpPr/>
          <p:nvPr/>
        </p:nvGrpSpPr>
        <p:grpSpPr>
          <a:xfrm>
            <a:off x="1886188" y="4387113"/>
            <a:ext cx="298848" cy="267166"/>
            <a:chOff x="5618002" y="554276"/>
            <a:chExt cx="432000" cy="432000"/>
          </a:xfrm>
        </p:grpSpPr>
        <p:cxnSp>
          <p:nvCxnSpPr>
            <p:cNvPr id="57" name="Connecteur droit 154">
              <a:extLst>
                <a:ext uri="{FF2B5EF4-FFF2-40B4-BE49-F238E27FC236}">
                  <a16:creationId xmlns:a16="http://schemas.microsoft.com/office/drawing/2014/main" id="{D6D01FEF-1B23-9CE9-CF6C-7041881FA991}"/>
                </a:ext>
              </a:extLst>
            </p:cNvPr>
            <p:cNvCxnSpPr/>
            <p:nvPr/>
          </p:nvCxnSpPr>
          <p:spPr>
            <a:xfrm flipH="1">
              <a:off x="5618002" y="806276"/>
              <a:ext cx="180000" cy="18000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necteur droit 155">
              <a:extLst>
                <a:ext uri="{FF2B5EF4-FFF2-40B4-BE49-F238E27FC236}">
                  <a16:creationId xmlns:a16="http://schemas.microsoft.com/office/drawing/2014/main" id="{2DE08E90-2281-70C7-F088-C0238E52D535}"/>
                </a:ext>
              </a:extLst>
            </p:cNvPr>
            <p:cNvCxnSpPr/>
            <p:nvPr/>
          </p:nvCxnSpPr>
          <p:spPr>
            <a:xfrm flipV="1">
              <a:off x="5798002" y="806276"/>
              <a:ext cx="252000" cy="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eur droit 156">
              <a:extLst>
                <a:ext uri="{FF2B5EF4-FFF2-40B4-BE49-F238E27FC236}">
                  <a16:creationId xmlns:a16="http://schemas.microsoft.com/office/drawing/2014/main" id="{638C9CB2-77DA-2A08-CC2E-124FB0442104}"/>
                </a:ext>
              </a:extLst>
            </p:cNvPr>
            <p:cNvCxnSpPr/>
            <p:nvPr/>
          </p:nvCxnSpPr>
          <p:spPr>
            <a:xfrm flipV="1">
              <a:off x="5798002" y="554276"/>
              <a:ext cx="0" cy="25200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" name="ZoneTexte 3">
            <a:extLst>
              <a:ext uri="{FF2B5EF4-FFF2-40B4-BE49-F238E27FC236}">
                <a16:creationId xmlns:a16="http://schemas.microsoft.com/office/drawing/2014/main" id="{2AA3E4B0-2474-84A4-9D66-BEF14FADC260}"/>
              </a:ext>
            </a:extLst>
          </p:cNvPr>
          <p:cNvSpPr txBox="1"/>
          <p:nvPr/>
        </p:nvSpPr>
        <p:spPr>
          <a:xfrm>
            <a:off x="6144852" y="1920035"/>
            <a:ext cx="1329210" cy="25391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FR" sz="1050" dirty="0" err="1"/>
              <a:t>AssemblyDefinition</a:t>
            </a:r>
            <a:endParaRPr lang="fr-FR" sz="1050" dirty="0"/>
          </a:p>
        </p:txBody>
      </p:sp>
      <p:sp>
        <p:nvSpPr>
          <p:cNvPr id="61" name="ZoneTexte 4">
            <a:extLst>
              <a:ext uri="{FF2B5EF4-FFF2-40B4-BE49-F238E27FC236}">
                <a16:creationId xmlns:a16="http://schemas.microsoft.com/office/drawing/2014/main" id="{188B68E8-090B-70C7-3BEE-F2225BEE51B3}"/>
              </a:ext>
            </a:extLst>
          </p:cNvPr>
          <p:cNvSpPr txBox="1"/>
          <p:nvPr/>
        </p:nvSpPr>
        <p:spPr>
          <a:xfrm>
            <a:off x="8284566" y="2322367"/>
            <a:ext cx="470000" cy="25391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FR" sz="1050" dirty="0"/>
              <a:t>MG1</a:t>
            </a:r>
          </a:p>
        </p:txBody>
      </p:sp>
      <p:sp>
        <p:nvSpPr>
          <p:cNvPr id="62" name="ZoneTexte 5">
            <a:extLst>
              <a:ext uri="{FF2B5EF4-FFF2-40B4-BE49-F238E27FC236}">
                <a16:creationId xmlns:a16="http://schemas.microsoft.com/office/drawing/2014/main" id="{A338BF98-1BFE-8A54-79D4-FCE78491447B}"/>
              </a:ext>
            </a:extLst>
          </p:cNvPr>
          <p:cNvSpPr txBox="1"/>
          <p:nvPr/>
        </p:nvSpPr>
        <p:spPr>
          <a:xfrm>
            <a:off x="8270155" y="3547285"/>
            <a:ext cx="470000" cy="25391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FR" sz="1050" dirty="0"/>
              <a:t>MG2</a:t>
            </a:r>
          </a:p>
        </p:txBody>
      </p:sp>
      <p:sp>
        <p:nvSpPr>
          <p:cNvPr id="63" name="ZoneTexte 6">
            <a:extLst>
              <a:ext uri="{FF2B5EF4-FFF2-40B4-BE49-F238E27FC236}">
                <a16:creationId xmlns:a16="http://schemas.microsoft.com/office/drawing/2014/main" id="{E7FDFBA2-E515-8D71-4602-BACAA2EA6997}"/>
              </a:ext>
            </a:extLst>
          </p:cNvPr>
          <p:cNvSpPr txBox="1"/>
          <p:nvPr/>
        </p:nvSpPr>
        <p:spPr>
          <a:xfrm>
            <a:off x="7264410" y="4852261"/>
            <a:ext cx="492443" cy="2616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FR" sz="1050" dirty="0"/>
              <a:t>Part1</a:t>
            </a:r>
          </a:p>
        </p:txBody>
      </p:sp>
      <p:sp>
        <p:nvSpPr>
          <p:cNvPr id="64" name="ZoneTexte 7">
            <a:extLst>
              <a:ext uri="{FF2B5EF4-FFF2-40B4-BE49-F238E27FC236}">
                <a16:creationId xmlns:a16="http://schemas.microsoft.com/office/drawing/2014/main" id="{5F6C0599-531B-16D7-D355-DF8A9D990759}"/>
              </a:ext>
            </a:extLst>
          </p:cNvPr>
          <p:cNvSpPr txBox="1"/>
          <p:nvPr/>
        </p:nvSpPr>
        <p:spPr>
          <a:xfrm>
            <a:off x="7257263" y="5389675"/>
            <a:ext cx="492443" cy="2616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FR" sz="1050" dirty="0"/>
              <a:t>Part2</a:t>
            </a:r>
          </a:p>
        </p:txBody>
      </p:sp>
      <p:sp>
        <p:nvSpPr>
          <p:cNvPr id="65" name="ZoneTexte 8">
            <a:extLst>
              <a:ext uri="{FF2B5EF4-FFF2-40B4-BE49-F238E27FC236}">
                <a16:creationId xmlns:a16="http://schemas.microsoft.com/office/drawing/2014/main" id="{440A52B4-9FF0-D4A8-C2C8-5BA6CD844E55}"/>
              </a:ext>
            </a:extLst>
          </p:cNvPr>
          <p:cNvSpPr txBox="1"/>
          <p:nvPr/>
        </p:nvSpPr>
        <p:spPr>
          <a:xfrm>
            <a:off x="7251459" y="5881232"/>
            <a:ext cx="492443" cy="2616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FR" sz="1050" dirty="0"/>
              <a:t>Part3</a:t>
            </a:r>
          </a:p>
        </p:txBody>
      </p:sp>
      <p:cxnSp>
        <p:nvCxnSpPr>
          <p:cNvPr id="67" name="Connecteur droit 10">
            <a:extLst>
              <a:ext uri="{FF2B5EF4-FFF2-40B4-BE49-F238E27FC236}">
                <a16:creationId xmlns:a16="http://schemas.microsoft.com/office/drawing/2014/main" id="{7D0E2521-B0BF-D27B-E316-79572340D98B}"/>
              </a:ext>
            </a:extLst>
          </p:cNvPr>
          <p:cNvCxnSpPr>
            <a:cxnSpLocks/>
            <a:stCxn id="60" idx="3"/>
            <a:endCxn id="62" idx="3"/>
          </p:cNvCxnSpPr>
          <p:nvPr/>
        </p:nvCxnSpPr>
        <p:spPr>
          <a:xfrm>
            <a:off x="7474062" y="2046993"/>
            <a:ext cx="1266093" cy="1627250"/>
          </a:xfrm>
          <a:prstGeom prst="bentConnector3">
            <a:avLst>
              <a:gd name="adj1" fmla="val 118056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eur droit 10">
            <a:extLst>
              <a:ext uri="{FF2B5EF4-FFF2-40B4-BE49-F238E27FC236}">
                <a16:creationId xmlns:a16="http://schemas.microsoft.com/office/drawing/2014/main" id="{4BCABFAF-0F5F-792E-1310-2F682A0229BA}"/>
              </a:ext>
            </a:extLst>
          </p:cNvPr>
          <p:cNvCxnSpPr>
            <a:stCxn id="60" idx="2"/>
            <a:endCxn id="63" idx="1"/>
          </p:cNvCxnSpPr>
          <p:nvPr/>
        </p:nvCxnSpPr>
        <p:spPr>
          <a:xfrm rot="16200000" flipH="1">
            <a:off x="5632376" y="3351031"/>
            <a:ext cx="2809115" cy="454953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Groupe 23">
            <a:extLst>
              <a:ext uri="{FF2B5EF4-FFF2-40B4-BE49-F238E27FC236}">
                <a16:creationId xmlns:a16="http://schemas.microsoft.com/office/drawing/2014/main" id="{DCE50921-DE74-44D2-4AFD-7D1BE26125C2}"/>
              </a:ext>
            </a:extLst>
          </p:cNvPr>
          <p:cNvGrpSpPr/>
          <p:nvPr/>
        </p:nvGrpSpPr>
        <p:grpSpPr>
          <a:xfrm>
            <a:off x="6852068" y="4802761"/>
            <a:ext cx="298848" cy="267166"/>
            <a:chOff x="5618002" y="554276"/>
            <a:chExt cx="432000" cy="432000"/>
          </a:xfrm>
        </p:grpSpPr>
        <p:cxnSp>
          <p:nvCxnSpPr>
            <p:cNvPr id="70" name="Connecteur droit 18">
              <a:extLst>
                <a:ext uri="{FF2B5EF4-FFF2-40B4-BE49-F238E27FC236}">
                  <a16:creationId xmlns:a16="http://schemas.microsoft.com/office/drawing/2014/main" id="{35224C3C-79C0-F78B-B7AC-1DC94B7B468D}"/>
                </a:ext>
              </a:extLst>
            </p:cNvPr>
            <p:cNvCxnSpPr/>
            <p:nvPr/>
          </p:nvCxnSpPr>
          <p:spPr>
            <a:xfrm flipH="1">
              <a:off x="5618002" y="806276"/>
              <a:ext cx="180000" cy="18000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necteur droit 19">
              <a:extLst>
                <a:ext uri="{FF2B5EF4-FFF2-40B4-BE49-F238E27FC236}">
                  <a16:creationId xmlns:a16="http://schemas.microsoft.com/office/drawing/2014/main" id="{2595C0C9-66FA-B61A-440C-D519E9E3C291}"/>
                </a:ext>
              </a:extLst>
            </p:cNvPr>
            <p:cNvCxnSpPr/>
            <p:nvPr/>
          </p:nvCxnSpPr>
          <p:spPr>
            <a:xfrm flipV="1">
              <a:off x="5798002" y="806276"/>
              <a:ext cx="252000" cy="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necteur droit 22">
              <a:extLst>
                <a:ext uri="{FF2B5EF4-FFF2-40B4-BE49-F238E27FC236}">
                  <a16:creationId xmlns:a16="http://schemas.microsoft.com/office/drawing/2014/main" id="{206D850F-34A0-AA34-FA4C-D0E9635AF078}"/>
                </a:ext>
              </a:extLst>
            </p:cNvPr>
            <p:cNvCxnSpPr/>
            <p:nvPr/>
          </p:nvCxnSpPr>
          <p:spPr>
            <a:xfrm flipV="1">
              <a:off x="5798002" y="554276"/>
              <a:ext cx="0" cy="25200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3" name="Connecteur droit 10">
            <a:extLst>
              <a:ext uri="{FF2B5EF4-FFF2-40B4-BE49-F238E27FC236}">
                <a16:creationId xmlns:a16="http://schemas.microsoft.com/office/drawing/2014/main" id="{C8531FEE-3548-1D5A-6DD9-33712433FB3D}"/>
              </a:ext>
            </a:extLst>
          </p:cNvPr>
          <p:cNvCxnSpPr>
            <a:stCxn id="60" idx="2"/>
            <a:endCxn id="64" idx="1"/>
          </p:cNvCxnSpPr>
          <p:nvPr/>
        </p:nvCxnSpPr>
        <p:spPr>
          <a:xfrm rot="16200000" flipH="1">
            <a:off x="5360096" y="3623312"/>
            <a:ext cx="3346529" cy="447806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eur droit 10">
            <a:extLst>
              <a:ext uri="{FF2B5EF4-FFF2-40B4-BE49-F238E27FC236}">
                <a16:creationId xmlns:a16="http://schemas.microsoft.com/office/drawing/2014/main" id="{4AF95CBB-FACB-2A27-EEF3-839514DC9C28}"/>
              </a:ext>
            </a:extLst>
          </p:cNvPr>
          <p:cNvCxnSpPr>
            <a:stCxn id="60" idx="2"/>
            <a:endCxn id="65" idx="1"/>
          </p:cNvCxnSpPr>
          <p:nvPr/>
        </p:nvCxnSpPr>
        <p:spPr>
          <a:xfrm rot="16200000" flipH="1">
            <a:off x="5111415" y="3871993"/>
            <a:ext cx="3838086" cy="442002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ZoneTexte 31">
            <a:extLst>
              <a:ext uri="{FF2B5EF4-FFF2-40B4-BE49-F238E27FC236}">
                <a16:creationId xmlns:a16="http://schemas.microsoft.com/office/drawing/2014/main" id="{6D4970A5-2C39-AF0B-DB36-DC9533DDEACF}"/>
              </a:ext>
            </a:extLst>
          </p:cNvPr>
          <p:cNvSpPr txBox="1"/>
          <p:nvPr/>
        </p:nvSpPr>
        <p:spPr>
          <a:xfrm>
            <a:off x="7260217" y="2708597"/>
            <a:ext cx="320922" cy="2616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FR" sz="1050" dirty="0"/>
              <a:t>F1</a:t>
            </a:r>
          </a:p>
        </p:txBody>
      </p:sp>
      <p:grpSp>
        <p:nvGrpSpPr>
          <p:cNvPr id="76" name="Groupe 33">
            <a:extLst>
              <a:ext uri="{FF2B5EF4-FFF2-40B4-BE49-F238E27FC236}">
                <a16:creationId xmlns:a16="http://schemas.microsoft.com/office/drawing/2014/main" id="{B03E9DFB-BE4B-177F-6DA3-D0D8035C08C5}"/>
              </a:ext>
            </a:extLst>
          </p:cNvPr>
          <p:cNvGrpSpPr/>
          <p:nvPr/>
        </p:nvGrpSpPr>
        <p:grpSpPr>
          <a:xfrm>
            <a:off x="6866717" y="5326189"/>
            <a:ext cx="284199" cy="217666"/>
            <a:chOff x="5618002" y="554276"/>
            <a:chExt cx="432000" cy="432000"/>
          </a:xfrm>
        </p:grpSpPr>
        <p:cxnSp>
          <p:nvCxnSpPr>
            <p:cNvPr id="77" name="Connecteur droit 34">
              <a:extLst>
                <a:ext uri="{FF2B5EF4-FFF2-40B4-BE49-F238E27FC236}">
                  <a16:creationId xmlns:a16="http://schemas.microsoft.com/office/drawing/2014/main" id="{FD800232-0C99-06D1-3C63-E5056247F4B7}"/>
                </a:ext>
              </a:extLst>
            </p:cNvPr>
            <p:cNvCxnSpPr/>
            <p:nvPr/>
          </p:nvCxnSpPr>
          <p:spPr>
            <a:xfrm flipH="1">
              <a:off x="5618002" y="806276"/>
              <a:ext cx="180000" cy="18000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necteur droit 35">
              <a:extLst>
                <a:ext uri="{FF2B5EF4-FFF2-40B4-BE49-F238E27FC236}">
                  <a16:creationId xmlns:a16="http://schemas.microsoft.com/office/drawing/2014/main" id="{C230AB5B-3674-8AD0-DE62-E8CD2BC96EAD}"/>
                </a:ext>
              </a:extLst>
            </p:cNvPr>
            <p:cNvCxnSpPr/>
            <p:nvPr/>
          </p:nvCxnSpPr>
          <p:spPr>
            <a:xfrm flipV="1">
              <a:off x="5798002" y="806276"/>
              <a:ext cx="252000" cy="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necteur droit 36">
              <a:extLst>
                <a:ext uri="{FF2B5EF4-FFF2-40B4-BE49-F238E27FC236}">
                  <a16:creationId xmlns:a16="http://schemas.microsoft.com/office/drawing/2014/main" id="{CD985123-A629-D6AD-77E6-108A0242C0E2}"/>
                </a:ext>
              </a:extLst>
            </p:cNvPr>
            <p:cNvCxnSpPr/>
            <p:nvPr/>
          </p:nvCxnSpPr>
          <p:spPr>
            <a:xfrm flipV="1">
              <a:off x="5798002" y="554276"/>
              <a:ext cx="0" cy="25200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" name="Groupe 38">
            <a:extLst>
              <a:ext uri="{FF2B5EF4-FFF2-40B4-BE49-F238E27FC236}">
                <a16:creationId xmlns:a16="http://schemas.microsoft.com/office/drawing/2014/main" id="{44B67B61-B211-1837-A145-26919E85C83F}"/>
              </a:ext>
            </a:extLst>
          </p:cNvPr>
          <p:cNvGrpSpPr/>
          <p:nvPr/>
        </p:nvGrpSpPr>
        <p:grpSpPr>
          <a:xfrm>
            <a:off x="6785166" y="5754258"/>
            <a:ext cx="284199" cy="217666"/>
            <a:chOff x="5618002" y="554276"/>
            <a:chExt cx="432000" cy="432000"/>
          </a:xfrm>
        </p:grpSpPr>
        <p:cxnSp>
          <p:nvCxnSpPr>
            <p:cNvPr id="81" name="Connecteur droit 39">
              <a:extLst>
                <a:ext uri="{FF2B5EF4-FFF2-40B4-BE49-F238E27FC236}">
                  <a16:creationId xmlns:a16="http://schemas.microsoft.com/office/drawing/2014/main" id="{39005019-74C1-BE55-4D09-CD5EBC09EC69}"/>
                </a:ext>
              </a:extLst>
            </p:cNvPr>
            <p:cNvCxnSpPr/>
            <p:nvPr/>
          </p:nvCxnSpPr>
          <p:spPr>
            <a:xfrm flipH="1">
              <a:off x="5618002" y="806276"/>
              <a:ext cx="180000" cy="18000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necteur droit 40">
              <a:extLst>
                <a:ext uri="{FF2B5EF4-FFF2-40B4-BE49-F238E27FC236}">
                  <a16:creationId xmlns:a16="http://schemas.microsoft.com/office/drawing/2014/main" id="{B6D010E3-BBA3-F8AC-FD72-F5D536A53193}"/>
                </a:ext>
              </a:extLst>
            </p:cNvPr>
            <p:cNvCxnSpPr/>
            <p:nvPr/>
          </p:nvCxnSpPr>
          <p:spPr>
            <a:xfrm flipV="1">
              <a:off x="5798002" y="806276"/>
              <a:ext cx="252000" cy="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necteur droit 41">
              <a:extLst>
                <a:ext uri="{FF2B5EF4-FFF2-40B4-BE49-F238E27FC236}">
                  <a16:creationId xmlns:a16="http://schemas.microsoft.com/office/drawing/2014/main" id="{C18F2C34-0AA0-E295-C9F6-F88C7927EC78}"/>
                </a:ext>
              </a:extLst>
            </p:cNvPr>
            <p:cNvCxnSpPr/>
            <p:nvPr/>
          </p:nvCxnSpPr>
          <p:spPr>
            <a:xfrm flipV="1">
              <a:off x="5798002" y="554276"/>
              <a:ext cx="0" cy="25200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4" name="ZoneTexte 43">
            <a:extLst>
              <a:ext uri="{FF2B5EF4-FFF2-40B4-BE49-F238E27FC236}">
                <a16:creationId xmlns:a16="http://schemas.microsoft.com/office/drawing/2014/main" id="{DF5AD5A4-0010-A187-E9F6-2B3B35A8C956}"/>
              </a:ext>
            </a:extLst>
          </p:cNvPr>
          <p:cNvSpPr txBox="1"/>
          <p:nvPr/>
        </p:nvSpPr>
        <p:spPr>
          <a:xfrm>
            <a:off x="7262394" y="3069349"/>
            <a:ext cx="320922" cy="2616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FR" sz="1050" dirty="0"/>
              <a:t>F2</a:t>
            </a:r>
          </a:p>
        </p:txBody>
      </p:sp>
      <p:sp>
        <p:nvSpPr>
          <p:cNvPr id="85" name="ZoneTexte 44">
            <a:extLst>
              <a:ext uri="{FF2B5EF4-FFF2-40B4-BE49-F238E27FC236}">
                <a16:creationId xmlns:a16="http://schemas.microsoft.com/office/drawing/2014/main" id="{2C0B4154-0CE5-E44E-EA38-08AE1DEB9D4C}"/>
              </a:ext>
            </a:extLst>
          </p:cNvPr>
          <p:cNvSpPr txBox="1"/>
          <p:nvPr/>
        </p:nvSpPr>
        <p:spPr>
          <a:xfrm>
            <a:off x="7237842" y="3955105"/>
            <a:ext cx="320922" cy="2616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FR" sz="1050" dirty="0"/>
              <a:t>F3</a:t>
            </a:r>
          </a:p>
        </p:txBody>
      </p:sp>
      <p:cxnSp>
        <p:nvCxnSpPr>
          <p:cNvPr id="87" name="Connecteur droit 10">
            <a:extLst>
              <a:ext uri="{FF2B5EF4-FFF2-40B4-BE49-F238E27FC236}">
                <a16:creationId xmlns:a16="http://schemas.microsoft.com/office/drawing/2014/main" id="{0880F78E-77B5-CD83-6DBF-979AC4F8D8B3}"/>
              </a:ext>
            </a:extLst>
          </p:cNvPr>
          <p:cNvCxnSpPr>
            <a:cxnSpLocks/>
            <a:stCxn id="60" idx="2"/>
            <a:endCxn id="75" idx="1"/>
          </p:cNvCxnSpPr>
          <p:nvPr/>
        </p:nvCxnSpPr>
        <p:spPr>
          <a:xfrm rot="16200000" flipH="1">
            <a:off x="6702112" y="2281296"/>
            <a:ext cx="665451" cy="450760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eur droit 10">
            <a:extLst>
              <a:ext uri="{FF2B5EF4-FFF2-40B4-BE49-F238E27FC236}">
                <a16:creationId xmlns:a16="http://schemas.microsoft.com/office/drawing/2014/main" id="{177288B7-CB2B-F545-7A98-810FFE10AED7}"/>
              </a:ext>
            </a:extLst>
          </p:cNvPr>
          <p:cNvCxnSpPr>
            <a:cxnSpLocks/>
            <a:stCxn id="60" idx="2"/>
            <a:endCxn id="84" idx="1"/>
          </p:cNvCxnSpPr>
          <p:nvPr/>
        </p:nvCxnSpPr>
        <p:spPr>
          <a:xfrm rot="16200000" flipH="1">
            <a:off x="6522824" y="2460583"/>
            <a:ext cx="1026203" cy="452937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necteur droit 10">
            <a:extLst>
              <a:ext uri="{FF2B5EF4-FFF2-40B4-BE49-F238E27FC236}">
                <a16:creationId xmlns:a16="http://schemas.microsoft.com/office/drawing/2014/main" id="{BEE27BDA-E6DB-4D81-819C-A5F07BC879D1}"/>
              </a:ext>
            </a:extLst>
          </p:cNvPr>
          <p:cNvCxnSpPr>
            <a:cxnSpLocks/>
            <a:stCxn id="60" idx="2"/>
            <a:endCxn id="85" idx="2"/>
          </p:cNvCxnSpPr>
          <p:nvPr/>
        </p:nvCxnSpPr>
        <p:spPr>
          <a:xfrm rot="16200000" flipH="1">
            <a:off x="6082498" y="2900910"/>
            <a:ext cx="2042764" cy="588846"/>
          </a:xfrm>
          <a:prstGeom prst="bentConnector3">
            <a:avLst>
              <a:gd name="adj1" fmla="val 111191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cteur droit 10">
            <a:extLst>
              <a:ext uri="{FF2B5EF4-FFF2-40B4-BE49-F238E27FC236}">
                <a16:creationId xmlns:a16="http://schemas.microsoft.com/office/drawing/2014/main" id="{21B22229-1605-BD9A-CF4C-1046B3BC1F23}"/>
              </a:ext>
            </a:extLst>
          </p:cNvPr>
          <p:cNvCxnSpPr>
            <a:cxnSpLocks/>
            <a:stCxn id="60" idx="2"/>
            <a:endCxn id="85" idx="1"/>
          </p:cNvCxnSpPr>
          <p:nvPr/>
        </p:nvCxnSpPr>
        <p:spPr>
          <a:xfrm rot="16200000" flipH="1">
            <a:off x="6067670" y="2915737"/>
            <a:ext cx="1911959" cy="428385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eur droit avec flèche 60">
            <a:extLst>
              <a:ext uri="{FF2B5EF4-FFF2-40B4-BE49-F238E27FC236}">
                <a16:creationId xmlns:a16="http://schemas.microsoft.com/office/drawing/2014/main" id="{E69277F1-8696-00A9-4495-CE5469DF4920}"/>
              </a:ext>
            </a:extLst>
          </p:cNvPr>
          <p:cNvCxnSpPr>
            <a:cxnSpLocks/>
            <a:stCxn id="61" idx="3"/>
          </p:cNvCxnSpPr>
          <p:nvPr/>
        </p:nvCxnSpPr>
        <p:spPr>
          <a:xfrm flipH="1">
            <a:off x="6982869" y="2449325"/>
            <a:ext cx="1771697" cy="2393815"/>
          </a:xfrm>
          <a:prstGeom prst="curvedConnector4">
            <a:avLst>
              <a:gd name="adj1" fmla="val -12903"/>
              <a:gd name="adj2" fmla="val 5265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eur droit avec flèche 60">
            <a:extLst>
              <a:ext uri="{FF2B5EF4-FFF2-40B4-BE49-F238E27FC236}">
                <a16:creationId xmlns:a16="http://schemas.microsoft.com/office/drawing/2014/main" id="{C76DD873-7468-C7E6-5751-91B2E9CA4EB3}"/>
              </a:ext>
            </a:extLst>
          </p:cNvPr>
          <p:cNvCxnSpPr>
            <a:cxnSpLocks/>
            <a:stCxn id="62" idx="3"/>
          </p:cNvCxnSpPr>
          <p:nvPr/>
        </p:nvCxnSpPr>
        <p:spPr>
          <a:xfrm flipH="1">
            <a:off x="7100321" y="3674243"/>
            <a:ext cx="1639834" cy="1749186"/>
          </a:xfrm>
          <a:prstGeom prst="curvedConnector4">
            <a:avLst>
              <a:gd name="adj1" fmla="val -13940"/>
              <a:gd name="adj2" fmla="val 5362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avec flèche 60">
            <a:extLst>
              <a:ext uri="{FF2B5EF4-FFF2-40B4-BE49-F238E27FC236}">
                <a16:creationId xmlns:a16="http://schemas.microsoft.com/office/drawing/2014/main" id="{28F2BE90-BC3A-3475-04C9-E6248C075028}"/>
              </a:ext>
            </a:extLst>
          </p:cNvPr>
          <p:cNvCxnSpPr>
            <a:cxnSpLocks/>
            <a:stCxn id="62" idx="3"/>
          </p:cNvCxnSpPr>
          <p:nvPr/>
        </p:nvCxnSpPr>
        <p:spPr>
          <a:xfrm flipH="1">
            <a:off x="6967419" y="3674243"/>
            <a:ext cx="1772736" cy="2206989"/>
          </a:xfrm>
          <a:prstGeom prst="curvedConnector4">
            <a:avLst>
              <a:gd name="adj1" fmla="val -12895"/>
              <a:gd name="adj2" fmla="val 5287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cteur droit avec flèche 60">
            <a:extLst>
              <a:ext uri="{FF2B5EF4-FFF2-40B4-BE49-F238E27FC236}">
                <a16:creationId xmlns:a16="http://schemas.microsoft.com/office/drawing/2014/main" id="{33060987-F052-C7D8-C466-8C176F29CF13}"/>
              </a:ext>
            </a:extLst>
          </p:cNvPr>
          <p:cNvCxnSpPr>
            <a:cxnSpLocks/>
            <a:stCxn id="61" idx="3"/>
          </p:cNvCxnSpPr>
          <p:nvPr/>
        </p:nvCxnSpPr>
        <p:spPr>
          <a:xfrm flipH="1">
            <a:off x="7020428" y="2449325"/>
            <a:ext cx="1734138" cy="2940350"/>
          </a:xfrm>
          <a:prstGeom prst="curvedConnector4">
            <a:avLst>
              <a:gd name="adj1" fmla="val -13182"/>
              <a:gd name="adj2" fmla="val 5215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5" name="Groupe 141">
            <a:extLst>
              <a:ext uri="{FF2B5EF4-FFF2-40B4-BE49-F238E27FC236}">
                <a16:creationId xmlns:a16="http://schemas.microsoft.com/office/drawing/2014/main" id="{E418B608-1503-375A-C2AE-9BBE52F153A7}"/>
              </a:ext>
            </a:extLst>
          </p:cNvPr>
          <p:cNvGrpSpPr/>
          <p:nvPr/>
        </p:nvGrpSpPr>
        <p:grpSpPr>
          <a:xfrm>
            <a:off x="6918672" y="2664301"/>
            <a:ext cx="298848" cy="267166"/>
            <a:chOff x="5618002" y="554276"/>
            <a:chExt cx="432000" cy="432000"/>
          </a:xfrm>
        </p:grpSpPr>
        <p:cxnSp>
          <p:nvCxnSpPr>
            <p:cNvPr id="96" name="Connecteur droit 142">
              <a:extLst>
                <a:ext uri="{FF2B5EF4-FFF2-40B4-BE49-F238E27FC236}">
                  <a16:creationId xmlns:a16="http://schemas.microsoft.com/office/drawing/2014/main" id="{E35FEC32-5DF3-21CD-F7E4-286E638FB08E}"/>
                </a:ext>
              </a:extLst>
            </p:cNvPr>
            <p:cNvCxnSpPr/>
            <p:nvPr/>
          </p:nvCxnSpPr>
          <p:spPr>
            <a:xfrm flipH="1">
              <a:off x="5618002" y="806276"/>
              <a:ext cx="180000" cy="180000"/>
            </a:xfrm>
            <a:prstGeom prst="line">
              <a:avLst/>
            </a:prstGeom>
            <a:ln>
              <a:solidFill>
                <a:srgbClr val="0070C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Connecteur droit 143">
              <a:extLst>
                <a:ext uri="{FF2B5EF4-FFF2-40B4-BE49-F238E27FC236}">
                  <a16:creationId xmlns:a16="http://schemas.microsoft.com/office/drawing/2014/main" id="{ACBF8F8F-80F5-E432-FAA1-9070C18DD5BE}"/>
                </a:ext>
              </a:extLst>
            </p:cNvPr>
            <p:cNvCxnSpPr/>
            <p:nvPr/>
          </p:nvCxnSpPr>
          <p:spPr>
            <a:xfrm flipV="1">
              <a:off x="5798002" y="806276"/>
              <a:ext cx="252000" cy="0"/>
            </a:xfrm>
            <a:prstGeom prst="line">
              <a:avLst/>
            </a:prstGeom>
            <a:ln>
              <a:solidFill>
                <a:srgbClr val="0070C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Connecteur droit 144">
              <a:extLst>
                <a:ext uri="{FF2B5EF4-FFF2-40B4-BE49-F238E27FC236}">
                  <a16:creationId xmlns:a16="http://schemas.microsoft.com/office/drawing/2014/main" id="{E6A2E1CC-4C33-6478-E6EA-4604A1559D88}"/>
                </a:ext>
              </a:extLst>
            </p:cNvPr>
            <p:cNvCxnSpPr/>
            <p:nvPr/>
          </p:nvCxnSpPr>
          <p:spPr>
            <a:xfrm flipV="1">
              <a:off x="5798002" y="554276"/>
              <a:ext cx="0" cy="252000"/>
            </a:xfrm>
            <a:prstGeom prst="line">
              <a:avLst/>
            </a:prstGeom>
            <a:ln>
              <a:solidFill>
                <a:srgbClr val="0070C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9" name="Groupe 145">
            <a:extLst>
              <a:ext uri="{FF2B5EF4-FFF2-40B4-BE49-F238E27FC236}">
                <a16:creationId xmlns:a16="http://schemas.microsoft.com/office/drawing/2014/main" id="{56C12628-D058-8DE1-6C6D-65FEF9F63869}"/>
              </a:ext>
            </a:extLst>
          </p:cNvPr>
          <p:cNvGrpSpPr/>
          <p:nvPr/>
        </p:nvGrpSpPr>
        <p:grpSpPr>
          <a:xfrm>
            <a:off x="6935383" y="3023914"/>
            <a:ext cx="298848" cy="267166"/>
            <a:chOff x="5618002" y="554276"/>
            <a:chExt cx="432000" cy="432000"/>
          </a:xfrm>
        </p:grpSpPr>
        <p:cxnSp>
          <p:nvCxnSpPr>
            <p:cNvPr id="100" name="Connecteur droit 146">
              <a:extLst>
                <a:ext uri="{FF2B5EF4-FFF2-40B4-BE49-F238E27FC236}">
                  <a16:creationId xmlns:a16="http://schemas.microsoft.com/office/drawing/2014/main" id="{0EF2ECBF-7586-1EE9-5FE3-209DD6FB0009}"/>
                </a:ext>
              </a:extLst>
            </p:cNvPr>
            <p:cNvCxnSpPr/>
            <p:nvPr/>
          </p:nvCxnSpPr>
          <p:spPr>
            <a:xfrm flipH="1">
              <a:off x="5618002" y="806276"/>
              <a:ext cx="180000" cy="180000"/>
            </a:xfrm>
            <a:prstGeom prst="line">
              <a:avLst/>
            </a:prstGeom>
            <a:ln>
              <a:solidFill>
                <a:srgbClr val="0070C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Connecteur droit 147">
              <a:extLst>
                <a:ext uri="{FF2B5EF4-FFF2-40B4-BE49-F238E27FC236}">
                  <a16:creationId xmlns:a16="http://schemas.microsoft.com/office/drawing/2014/main" id="{0A780063-633A-8A24-E582-BAE732E7A941}"/>
                </a:ext>
              </a:extLst>
            </p:cNvPr>
            <p:cNvCxnSpPr/>
            <p:nvPr/>
          </p:nvCxnSpPr>
          <p:spPr>
            <a:xfrm flipV="1">
              <a:off x="5798002" y="806276"/>
              <a:ext cx="252000" cy="0"/>
            </a:xfrm>
            <a:prstGeom prst="line">
              <a:avLst/>
            </a:prstGeom>
            <a:ln>
              <a:solidFill>
                <a:srgbClr val="0070C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Connecteur droit 148">
              <a:extLst>
                <a:ext uri="{FF2B5EF4-FFF2-40B4-BE49-F238E27FC236}">
                  <a16:creationId xmlns:a16="http://schemas.microsoft.com/office/drawing/2014/main" id="{B554EF70-9E85-0EA7-9B6D-6841D6C7F4BC}"/>
                </a:ext>
              </a:extLst>
            </p:cNvPr>
            <p:cNvCxnSpPr/>
            <p:nvPr/>
          </p:nvCxnSpPr>
          <p:spPr>
            <a:xfrm flipV="1">
              <a:off x="5798002" y="554276"/>
              <a:ext cx="0" cy="252000"/>
            </a:xfrm>
            <a:prstGeom prst="line">
              <a:avLst/>
            </a:prstGeom>
            <a:ln>
              <a:solidFill>
                <a:srgbClr val="0070C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3" name="Groupe 149">
            <a:extLst>
              <a:ext uri="{FF2B5EF4-FFF2-40B4-BE49-F238E27FC236}">
                <a16:creationId xmlns:a16="http://schemas.microsoft.com/office/drawing/2014/main" id="{7E2222B3-35C3-64F1-E051-74ACB8D603B9}"/>
              </a:ext>
            </a:extLst>
          </p:cNvPr>
          <p:cNvGrpSpPr/>
          <p:nvPr/>
        </p:nvGrpSpPr>
        <p:grpSpPr>
          <a:xfrm>
            <a:off x="6912994" y="3968537"/>
            <a:ext cx="298848" cy="267166"/>
            <a:chOff x="5618002" y="554276"/>
            <a:chExt cx="432000" cy="432000"/>
          </a:xfrm>
        </p:grpSpPr>
        <p:cxnSp>
          <p:nvCxnSpPr>
            <p:cNvPr id="104" name="Connecteur droit 150">
              <a:extLst>
                <a:ext uri="{FF2B5EF4-FFF2-40B4-BE49-F238E27FC236}">
                  <a16:creationId xmlns:a16="http://schemas.microsoft.com/office/drawing/2014/main" id="{0F17361C-FD47-9FD3-08DC-128A0512F6EA}"/>
                </a:ext>
              </a:extLst>
            </p:cNvPr>
            <p:cNvCxnSpPr/>
            <p:nvPr/>
          </p:nvCxnSpPr>
          <p:spPr>
            <a:xfrm flipH="1">
              <a:off x="5618002" y="806276"/>
              <a:ext cx="180000" cy="180000"/>
            </a:xfrm>
            <a:prstGeom prst="line">
              <a:avLst/>
            </a:prstGeom>
            <a:ln>
              <a:solidFill>
                <a:srgbClr val="0070C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onnecteur droit 151">
              <a:extLst>
                <a:ext uri="{FF2B5EF4-FFF2-40B4-BE49-F238E27FC236}">
                  <a16:creationId xmlns:a16="http://schemas.microsoft.com/office/drawing/2014/main" id="{995CE240-23F7-A461-0DBC-1FACBF97B8C9}"/>
                </a:ext>
              </a:extLst>
            </p:cNvPr>
            <p:cNvCxnSpPr/>
            <p:nvPr/>
          </p:nvCxnSpPr>
          <p:spPr>
            <a:xfrm flipV="1">
              <a:off x="5798002" y="806276"/>
              <a:ext cx="252000" cy="0"/>
            </a:xfrm>
            <a:prstGeom prst="line">
              <a:avLst/>
            </a:prstGeom>
            <a:ln>
              <a:solidFill>
                <a:srgbClr val="0070C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Connecteur droit 152">
              <a:extLst>
                <a:ext uri="{FF2B5EF4-FFF2-40B4-BE49-F238E27FC236}">
                  <a16:creationId xmlns:a16="http://schemas.microsoft.com/office/drawing/2014/main" id="{CA3D8290-1B7D-C899-B745-DBEE0C488BD2}"/>
                </a:ext>
              </a:extLst>
            </p:cNvPr>
            <p:cNvCxnSpPr/>
            <p:nvPr/>
          </p:nvCxnSpPr>
          <p:spPr>
            <a:xfrm flipV="1">
              <a:off x="5798002" y="554276"/>
              <a:ext cx="0" cy="252000"/>
            </a:xfrm>
            <a:prstGeom prst="line">
              <a:avLst/>
            </a:prstGeom>
            <a:ln>
              <a:solidFill>
                <a:srgbClr val="0070C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7" name="Groupe 153">
            <a:extLst>
              <a:ext uri="{FF2B5EF4-FFF2-40B4-BE49-F238E27FC236}">
                <a16:creationId xmlns:a16="http://schemas.microsoft.com/office/drawing/2014/main" id="{227EC399-DAED-F313-EE8F-DD13B12F32A0}"/>
              </a:ext>
            </a:extLst>
          </p:cNvPr>
          <p:cNvGrpSpPr/>
          <p:nvPr/>
        </p:nvGrpSpPr>
        <p:grpSpPr>
          <a:xfrm>
            <a:off x="6906429" y="4350287"/>
            <a:ext cx="298848" cy="267166"/>
            <a:chOff x="5618002" y="554276"/>
            <a:chExt cx="432000" cy="432000"/>
          </a:xfrm>
        </p:grpSpPr>
        <p:cxnSp>
          <p:nvCxnSpPr>
            <p:cNvPr id="108" name="Connecteur droit 154">
              <a:extLst>
                <a:ext uri="{FF2B5EF4-FFF2-40B4-BE49-F238E27FC236}">
                  <a16:creationId xmlns:a16="http://schemas.microsoft.com/office/drawing/2014/main" id="{602E0E37-7F30-FE1F-EC6A-C1C33D58893C}"/>
                </a:ext>
              </a:extLst>
            </p:cNvPr>
            <p:cNvCxnSpPr/>
            <p:nvPr/>
          </p:nvCxnSpPr>
          <p:spPr>
            <a:xfrm flipH="1">
              <a:off x="5618002" y="806276"/>
              <a:ext cx="180000" cy="180000"/>
            </a:xfrm>
            <a:prstGeom prst="line">
              <a:avLst/>
            </a:prstGeom>
            <a:ln>
              <a:solidFill>
                <a:srgbClr val="0070C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eur droit 155">
              <a:extLst>
                <a:ext uri="{FF2B5EF4-FFF2-40B4-BE49-F238E27FC236}">
                  <a16:creationId xmlns:a16="http://schemas.microsoft.com/office/drawing/2014/main" id="{A581EFD3-137B-576B-AFD5-85B3F8EA3D3F}"/>
                </a:ext>
              </a:extLst>
            </p:cNvPr>
            <p:cNvCxnSpPr/>
            <p:nvPr/>
          </p:nvCxnSpPr>
          <p:spPr>
            <a:xfrm flipV="1">
              <a:off x="5798002" y="806276"/>
              <a:ext cx="252000" cy="0"/>
            </a:xfrm>
            <a:prstGeom prst="line">
              <a:avLst/>
            </a:prstGeom>
            <a:ln>
              <a:solidFill>
                <a:srgbClr val="0070C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Connecteur droit 156">
              <a:extLst>
                <a:ext uri="{FF2B5EF4-FFF2-40B4-BE49-F238E27FC236}">
                  <a16:creationId xmlns:a16="http://schemas.microsoft.com/office/drawing/2014/main" id="{CBFD24FF-7C9D-033D-0468-CC4694D66B87}"/>
                </a:ext>
              </a:extLst>
            </p:cNvPr>
            <p:cNvCxnSpPr/>
            <p:nvPr/>
          </p:nvCxnSpPr>
          <p:spPr>
            <a:xfrm flipV="1">
              <a:off x="5798002" y="554276"/>
              <a:ext cx="0" cy="252000"/>
            </a:xfrm>
            <a:prstGeom prst="line">
              <a:avLst/>
            </a:prstGeom>
            <a:ln>
              <a:solidFill>
                <a:srgbClr val="0070C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1" name="ZoneTexte 3">
            <a:extLst>
              <a:ext uri="{FF2B5EF4-FFF2-40B4-BE49-F238E27FC236}">
                <a16:creationId xmlns:a16="http://schemas.microsoft.com/office/drawing/2014/main" id="{8A906DE7-76FD-E86D-628D-71222ED5B698}"/>
              </a:ext>
            </a:extLst>
          </p:cNvPr>
          <p:cNvSpPr txBox="1"/>
          <p:nvPr/>
        </p:nvSpPr>
        <p:spPr>
          <a:xfrm>
            <a:off x="7236939" y="1615108"/>
            <a:ext cx="1154483" cy="25391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FR" sz="1050" dirty="0"/>
              <a:t>Part/</a:t>
            </a:r>
            <a:r>
              <a:rPr lang="fr-FR" sz="1050" dirty="0" err="1"/>
              <a:t>PartVersion</a:t>
            </a:r>
            <a:endParaRPr lang="fr-FR" sz="1050" dirty="0"/>
          </a:p>
        </p:txBody>
      </p:sp>
      <p:sp>
        <p:nvSpPr>
          <p:cNvPr id="129" name="Textfeld 128">
            <a:extLst>
              <a:ext uri="{FF2B5EF4-FFF2-40B4-BE49-F238E27FC236}">
                <a16:creationId xmlns:a16="http://schemas.microsoft.com/office/drawing/2014/main" id="{038D4EB5-FA2B-FA6D-4438-7BDBF7C9B229}"/>
              </a:ext>
            </a:extLst>
          </p:cNvPr>
          <p:cNvSpPr txBox="1"/>
          <p:nvPr/>
        </p:nvSpPr>
        <p:spPr>
          <a:xfrm>
            <a:off x="8096566" y="4653285"/>
            <a:ext cx="1305918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de-DE" b="0" i="0" dirty="0" err="1">
                <a:solidFill>
                  <a:schemeClr val="accent1">
                    <a:lumMod val="75000"/>
                  </a:schemeClr>
                </a:solidFill>
                <a:effectLst/>
                <a:latin typeface="-apple-system"/>
              </a:rPr>
              <a:t>LinkedParts</a:t>
            </a:r>
            <a:endParaRPr lang="de-DE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35" name="ZoneTexte 31">
            <a:extLst>
              <a:ext uri="{FF2B5EF4-FFF2-40B4-BE49-F238E27FC236}">
                <a16:creationId xmlns:a16="http://schemas.microsoft.com/office/drawing/2014/main" id="{3BF0DE42-F8FC-591F-F9D1-9E233C14BE2C}"/>
              </a:ext>
            </a:extLst>
          </p:cNvPr>
          <p:cNvSpPr txBox="1"/>
          <p:nvPr/>
        </p:nvSpPr>
        <p:spPr>
          <a:xfrm>
            <a:off x="8192543" y="2713080"/>
            <a:ext cx="460382" cy="25391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FR" sz="1050" dirty="0"/>
              <a:t>MC1</a:t>
            </a:r>
          </a:p>
        </p:txBody>
      </p:sp>
      <p:sp>
        <p:nvSpPr>
          <p:cNvPr id="136" name="ZoneTexte 43">
            <a:extLst>
              <a:ext uri="{FF2B5EF4-FFF2-40B4-BE49-F238E27FC236}">
                <a16:creationId xmlns:a16="http://schemas.microsoft.com/office/drawing/2014/main" id="{A2083659-0A6B-EC66-9B79-35F86852CFB1}"/>
              </a:ext>
            </a:extLst>
          </p:cNvPr>
          <p:cNvSpPr txBox="1"/>
          <p:nvPr/>
        </p:nvSpPr>
        <p:spPr>
          <a:xfrm>
            <a:off x="8194720" y="3073832"/>
            <a:ext cx="460382" cy="25391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FR" sz="1050" dirty="0"/>
              <a:t>MC2</a:t>
            </a:r>
          </a:p>
        </p:txBody>
      </p:sp>
      <p:sp>
        <p:nvSpPr>
          <p:cNvPr id="137" name="ZoneTexte 44">
            <a:extLst>
              <a:ext uri="{FF2B5EF4-FFF2-40B4-BE49-F238E27FC236}">
                <a16:creationId xmlns:a16="http://schemas.microsoft.com/office/drawing/2014/main" id="{929BD4B4-9A37-1986-03BD-2B970B3224F1}"/>
              </a:ext>
            </a:extLst>
          </p:cNvPr>
          <p:cNvSpPr txBox="1"/>
          <p:nvPr/>
        </p:nvSpPr>
        <p:spPr>
          <a:xfrm>
            <a:off x="8170168" y="3959588"/>
            <a:ext cx="460382" cy="25391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FR" sz="1050" dirty="0"/>
              <a:t>MC3</a:t>
            </a:r>
          </a:p>
        </p:txBody>
      </p:sp>
      <p:cxnSp>
        <p:nvCxnSpPr>
          <p:cNvPr id="140" name="Connecteur droit 10">
            <a:extLst>
              <a:ext uri="{FF2B5EF4-FFF2-40B4-BE49-F238E27FC236}">
                <a16:creationId xmlns:a16="http://schemas.microsoft.com/office/drawing/2014/main" id="{1F3363F0-2ECC-E8BF-1F13-7BF7EF854E61}"/>
              </a:ext>
            </a:extLst>
          </p:cNvPr>
          <p:cNvCxnSpPr>
            <a:cxnSpLocks/>
            <a:endCxn id="135" idx="1"/>
          </p:cNvCxnSpPr>
          <p:nvPr/>
        </p:nvCxnSpPr>
        <p:spPr>
          <a:xfrm>
            <a:off x="7060350" y="2606244"/>
            <a:ext cx="1132193" cy="233794"/>
          </a:xfrm>
          <a:prstGeom prst="bentConnector3">
            <a:avLst>
              <a:gd name="adj1" fmla="val 50000"/>
            </a:avLst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Connecteur droit 10">
            <a:extLst>
              <a:ext uri="{FF2B5EF4-FFF2-40B4-BE49-F238E27FC236}">
                <a16:creationId xmlns:a16="http://schemas.microsoft.com/office/drawing/2014/main" id="{2E2230BF-B069-BE25-D66B-A3715F524DA2}"/>
              </a:ext>
            </a:extLst>
          </p:cNvPr>
          <p:cNvCxnSpPr>
            <a:cxnSpLocks/>
            <a:stCxn id="61" idx="2"/>
            <a:endCxn id="135" idx="3"/>
          </p:cNvCxnSpPr>
          <p:nvPr/>
        </p:nvCxnSpPr>
        <p:spPr>
          <a:xfrm rot="16200000" flipH="1">
            <a:off x="8454368" y="2641480"/>
            <a:ext cx="263755" cy="133359"/>
          </a:xfrm>
          <a:prstGeom prst="bentConnector4">
            <a:avLst>
              <a:gd name="adj1" fmla="val 25932"/>
              <a:gd name="adj2" fmla="val 245512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Connecteur droit 10">
            <a:extLst>
              <a:ext uri="{FF2B5EF4-FFF2-40B4-BE49-F238E27FC236}">
                <a16:creationId xmlns:a16="http://schemas.microsoft.com/office/drawing/2014/main" id="{A61FB6F8-442E-CAEE-5188-012B326CFAC2}"/>
              </a:ext>
            </a:extLst>
          </p:cNvPr>
          <p:cNvCxnSpPr>
            <a:cxnSpLocks/>
            <a:stCxn id="61" idx="2"/>
            <a:endCxn id="136" idx="3"/>
          </p:cNvCxnSpPr>
          <p:nvPr/>
        </p:nvCxnSpPr>
        <p:spPr>
          <a:xfrm rot="16200000" flipH="1">
            <a:off x="8275081" y="2820768"/>
            <a:ext cx="624507" cy="135536"/>
          </a:xfrm>
          <a:prstGeom prst="bentConnector4">
            <a:avLst>
              <a:gd name="adj1" fmla="val 11364"/>
              <a:gd name="adj2" fmla="val 241569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necteur droit 10">
            <a:extLst>
              <a:ext uri="{FF2B5EF4-FFF2-40B4-BE49-F238E27FC236}">
                <a16:creationId xmlns:a16="http://schemas.microsoft.com/office/drawing/2014/main" id="{43F31B34-8613-5293-FE1C-91BCCBC3BB3B}"/>
              </a:ext>
            </a:extLst>
          </p:cNvPr>
          <p:cNvCxnSpPr>
            <a:cxnSpLocks/>
            <a:endCxn id="136" idx="1"/>
          </p:cNvCxnSpPr>
          <p:nvPr/>
        </p:nvCxnSpPr>
        <p:spPr>
          <a:xfrm flipV="1">
            <a:off x="7100321" y="3200790"/>
            <a:ext cx="1094399" cy="196602"/>
          </a:xfrm>
          <a:prstGeom prst="bentConnector3">
            <a:avLst>
              <a:gd name="adj1" fmla="val 50000"/>
            </a:avLst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Connecteur droit 10">
            <a:extLst>
              <a:ext uri="{FF2B5EF4-FFF2-40B4-BE49-F238E27FC236}">
                <a16:creationId xmlns:a16="http://schemas.microsoft.com/office/drawing/2014/main" id="{6F8A79CF-B7E1-D5A9-212C-D8999DD525A6}"/>
              </a:ext>
            </a:extLst>
          </p:cNvPr>
          <p:cNvCxnSpPr>
            <a:cxnSpLocks/>
            <a:endCxn id="137" idx="1"/>
          </p:cNvCxnSpPr>
          <p:nvPr/>
        </p:nvCxnSpPr>
        <p:spPr>
          <a:xfrm>
            <a:off x="7099410" y="3891308"/>
            <a:ext cx="1070758" cy="195238"/>
          </a:xfrm>
          <a:prstGeom prst="bentConnector3">
            <a:avLst>
              <a:gd name="adj1" fmla="val 50000"/>
            </a:avLst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Connecteur droit 10">
            <a:extLst>
              <a:ext uri="{FF2B5EF4-FFF2-40B4-BE49-F238E27FC236}">
                <a16:creationId xmlns:a16="http://schemas.microsoft.com/office/drawing/2014/main" id="{A6BBE314-2AC3-E339-0955-BD0182EC3F86}"/>
              </a:ext>
            </a:extLst>
          </p:cNvPr>
          <p:cNvCxnSpPr>
            <a:cxnSpLocks/>
            <a:stCxn id="137" idx="3"/>
            <a:endCxn id="62" idx="2"/>
          </p:cNvCxnSpPr>
          <p:nvPr/>
        </p:nvCxnSpPr>
        <p:spPr>
          <a:xfrm flipH="1" flipV="1">
            <a:off x="8505155" y="3801201"/>
            <a:ext cx="125395" cy="285345"/>
          </a:xfrm>
          <a:prstGeom prst="bentConnector4">
            <a:avLst>
              <a:gd name="adj1" fmla="val -182304"/>
              <a:gd name="adj2" fmla="val 72246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Connecteur droit 10">
            <a:extLst>
              <a:ext uri="{FF2B5EF4-FFF2-40B4-BE49-F238E27FC236}">
                <a16:creationId xmlns:a16="http://schemas.microsoft.com/office/drawing/2014/main" id="{79CC5027-A204-0C91-0740-47C361BF7CE2}"/>
              </a:ext>
            </a:extLst>
          </p:cNvPr>
          <p:cNvCxnSpPr>
            <a:cxnSpLocks/>
            <a:endCxn id="137" idx="1"/>
          </p:cNvCxnSpPr>
          <p:nvPr/>
        </p:nvCxnSpPr>
        <p:spPr>
          <a:xfrm flipV="1">
            <a:off x="7074097" y="4086546"/>
            <a:ext cx="1096071" cy="487047"/>
          </a:xfrm>
          <a:prstGeom prst="bentConnector3">
            <a:avLst>
              <a:gd name="adj1" fmla="val 50000"/>
            </a:avLst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Connecteur droit 10">
            <a:extLst>
              <a:ext uri="{FF2B5EF4-FFF2-40B4-BE49-F238E27FC236}">
                <a16:creationId xmlns:a16="http://schemas.microsoft.com/office/drawing/2014/main" id="{C8470A96-5F3F-3C5F-0B38-0D0213D010FB}"/>
              </a:ext>
            </a:extLst>
          </p:cNvPr>
          <p:cNvCxnSpPr>
            <a:cxnSpLocks/>
            <a:stCxn id="60" idx="0"/>
            <a:endCxn id="111" idx="1"/>
          </p:cNvCxnSpPr>
          <p:nvPr/>
        </p:nvCxnSpPr>
        <p:spPr>
          <a:xfrm rot="5400000" flipH="1" flipV="1">
            <a:off x="6934214" y="1617310"/>
            <a:ext cx="177969" cy="427482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10">
            <a:extLst>
              <a:ext uri="{FF2B5EF4-FFF2-40B4-BE49-F238E27FC236}">
                <a16:creationId xmlns:a16="http://schemas.microsoft.com/office/drawing/2014/main" id="{89B04E45-CDC5-7BD0-A432-90394E3AF43F}"/>
              </a:ext>
            </a:extLst>
          </p:cNvPr>
          <p:cNvCxnSpPr>
            <a:cxnSpLocks/>
            <a:stCxn id="60" idx="3"/>
            <a:endCxn id="61" idx="3"/>
          </p:cNvCxnSpPr>
          <p:nvPr/>
        </p:nvCxnSpPr>
        <p:spPr>
          <a:xfrm>
            <a:off x="7474062" y="2046993"/>
            <a:ext cx="1280504" cy="402332"/>
          </a:xfrm>
          <a:prstGeom prst="bentConnector3">
            <a:avLst>
              <a:gd name="adj1" fmla="val 116464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4989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3D0925-393E-F51C-0D47-5C05D6AFF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Edition 5 </a:t>
            </a:r>
            <a:r>
              <a:rPr lang="de-DE" dirty="0" err="1"/>
              <a:t>example</a:t>
            </a:r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601751D-8FC5-664F-D90D-A743C1B05EE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/>
              <a:t>PDM-IF Winter Workshop - 28th of January &amp; 4th of February 2025</a:t>
            </a:r>
            <a:endParaRPr lang="en-US" noProof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58AD02F-35D8-A8F4-DE3D-37AF2E450B6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0FD2C4-56EC-4F07-B0B8-CEAC86EF6E31}" type="slidenum">
              <a:rPr lang="en-US" noProof="0" smtClean="0"/>
              <a:pPr/>
              <a:t>13</a:t>
            </a:fld>
            <a:endParaRPr lang="en-US" noProof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4ADD169-A1CE-C2EE-7F0D-4E31A8BFBC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Mapping </a:t>
            </a:r>
            <a:r>
              <a:rPr lang="de-DE" dirty="0" err="1"/>
              <a:t>from</a:t>
            </a:r>
            <a:r>
              <a:rPr lang="de-DE" dirty="0"/>
              <a:t> BMW </a:t>
            </a:r>
            <a:r>
              <a:rPr lang="de-DE" dirty="0" err="1"/>
              <a:t>to</a:t>
            </a:r>
            <a:r>
              <a:rPr lang="de-DE" dirty="0"/>
              <a:t> AP242 </a:t>
            </a:r>
            <a:r>
              <a:rPr lang="de-DE" dirty="0" err="1"/>
              <a:t>DomainModel</a:t>
            </a:r>
            <a:endParaRPr lang="de-DE" dirty="0"/>
          </a:p>
        </p:txBody>
      </p:sp>
      <p:sp>
        <p:nvSpPr>
          <p:cNvPr id="60" name="ZoneTexte 3">
            <a:extLst>
              <a:ext uri="{FF2B5EF4-FFF2-40B4-BE49-F238E27FC236}">
                <a16:creationId xmlns:a16="http://schemas.microsoft.com/office/drawing/2014/main" id="{2AA3E4B0-2474-84A4-9D66-BEF14FADC260}"/>
              </a:ext>
            </a:extLst>
          </p:cNvPr>
          <p:cNvSpPr txBox="1"/>
          <p:nvPr/>
        </p:nvSpPr>
        <p:spPr>
          <a:xfrm>
            <a:off x="6144852" y="1920035"/>
            <a:ext cx="1329210" cy="25391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FR" sz="1050" dirty="0" err="1"/>
              <a:t>AssemblyDefinition</a:t>
            </a:r>
            <a:endParaRPr lang="fr-FR" sz="1050" dirty="0"/>
          </a:p>
        </p:txBody>
      </p:sp>
      <p:sp>
        <p:nvSpPr>
          <p:cNvPr id="61" name="ZoneTexte 4">
            <a:extLst>
              <a:ext uri="{FF2B5EF4-FFF2-40B4-BE49-F238E27FC236}">
                <a16:creationId xmlns:a16="http://schemas.microsoft.com/office/drawing/2014/main" id="{188B68E8-090B-70C7-3BEE-F2225BEE51B3}"/>
              </a:ext>
            </a:extLst>
          </p:cNvPr>
          <p:cNvSpPr txBox="1"/>
          <p:nvPr/>
        </p:nvSpPr>
        <p:spPr>
          <a:xfrm>
            <a:off x="8284566" y="2322367"/>
            <a:ext cx="470000" cy="25391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FR" sz="1050" dirty="0"/>
              <a:t>MG1</a:t>
            </a:r>
          </a:p>
        </p:txBody>
      </p:sp>
      <p:sp>
        <p:nvSpPr>
          <p:cNvPr id="62" name="ZoneTexte 5">
            <a:extLst>
              <a:ext uri="{FF2B5EF4-FFF2-40B4-BE49-F238E27FC236}">
                <a16:creationId xmlns:a16="http://schemas.microsoft.com/office/drawing/2014/main" id="{A338BF98-1BFE-8A54-79D4-FCE78491447B}"/>
              </a:ext>
            </a:extLst>
          </p:cNvPr>
          <p:cNvSpPr txBox="1"/>
          <p:nvPr/>
        </p:nvSpPr>
        <p:spPr>
          <a:xfrm>
            <a:off x="8270155" y="4374145"/>
            <a:ext cx="470000" cy="25391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FR" sz="1050" dirty="0"/>
              <a:t>MG4</a:t>
            </a:r>
          </a:p>
        </p:txBody>
      </p:sp>
      <p:sp>
        <p:nvSpPr>
          <p:cNvPr id="64" name="ZoneTexte 7">
            <a:extLst>
              <a:ext uri="{FF2B5EF4-FFF2-40B4-BE49-F238E27FC236}">
                <a16:creationId xmlns:a16="http://schemas.microsoft.com/office/drawing/2014/main" id="{5F6C0599-531B-16D7-D355-DF8A9D990759}"/>
              </a:ext>
            </a:extLst>
          </p:cNvPr>
          <p:cNvSpPr txBox="1"/>
          <p:nvPr/>
        </p:nvSpPr>
        <p:spPr>
          <a:xfrm>
            <a:off x="6838970" y="5389675"/>
            <a:ext cx="492443" cy="2616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FR" sz="1050" dirty="0"/>
              <a:t>Part2</a:t>
            </a:r>
          </a:p>
        </p:txBody>
      </p:sp>
      <p:cxnSp>
        <p:nvCxnSpPr>
          <p:cNvPr id="66" name="Connecteur droit 10">
            <a:extLst>
              <a:ext uri="{FF2B5EF4-FFF2-40B4-BE49-F238E27FC236}">
                <a16:creationId xmlns:a16="http://schemas.microsoft.com/office/drawing/2014/main" id="{5C3076F6-5BAF-6DC6-DC6F-8C69A755D2D3}"/>
              </a:ext>
            </a:extLst>
          </p:cNvPr>
          <p:cNvCxnSpPr>
            <a:cxnSpLocks/>
            <a:stCxn id="60" idx="3"/>
            <a:endCxn id="61" idx="3"/>
          </p:cNvCxnSpPr>
          <p:nvPr/>
        </p:nvCxnSpPr>
        <p:spPr>
          <a:xfrm>
            <a:off x="7474062" y="2046993"/>
            <a:ext cx="1280504" cy="402332"/>
          </a:xfrm>
          <a:prstGeom prst="bentConnector3">
            <a:avLst>
              <a:gd name="adj1" fmla="val 116662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10">
            <a:extLst>
              <a:ext uri="{FF2B5EF4-FFF2-40B4-BE49-F238E27FC236}">
                <a16:creationId xmlns:a16="http://schemas.microsoft.com/office/drawing/2014/main" id="{7D0E2521-B0BF-D27B-E316-79572340D98B}"/>
              </a:ext>
            </a:extLst>
          </p:cNvPr>
          <p:cNvCxnSpPr>
            <a:cxnSpLocks/>
            <a:stCxn id="60" idx="3"/>
            <a:endCxn id="62" idx="3"/>
          </p:cNvCxnSpPr>
          <p:nvPr/>
        </p:nvCxnSpPr>
        <p:spPr>
          <a:xfrm>
            <a:off x="7474062" y="2046993"/>
            <a:ext cx="1266093" cy="2454110"/>
          </a:xfrm>
          <a:prstGeom prst="bentConnector3">
            <a:avLst>
              <a:gd name="adj1" fmla="val 118056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eur droit 10">
            <a:extLst>
              <a:ext uri="{FF2B5EF4-FFF2-40B4-BE49-F238E27FC236}">
                <a16:creationId xmlns:a16="http://schemas.microsoft.com/office/drawing/2014/main" id="{C8531FEE-3548-1D5A-6DD9-33712433FB3D}"/>
              </a:ext>
            </a:extLst>
          </p:cNvPr>
          <p:cNvCxnSpPr>
            <a:cxnSpLocks/>
          </p:cNvCxnSpPr>
          <p:nvPr/>
        </p:nvCxnSpPr>
        <p:spPr>
          <a:xfrm rot="16200000" flipH="1">
            <a:off x="4941805" y="3623312"/>
            <a:ext cx="3346529" cy="447806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ZoneTexte 31">
            <a:extLst>
              <a:ext uri="{FF2B5EF4-FFF2-40B4-BE49-F238E27FC236}">
                <a16:creationId xmlns:a16="http://schemas.microsoft.com/office/drawing/2014/main" id="{6D4970A5-2C39-AF0B-DB36-DC9533DDEACF}"/>
              </a:ext>
            </a:extLst>
          </p:cNvPr>
          <p:cNvSpPr txBox="1"/>
          <p:nvPr/>
        </p:nvSpPr>
        <p:spPr>
          <a:xfrm>
            <a:off x="7260217" y="2708597"/>
            <a:ext cx="372218" cy="25391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FR" sz="1050" dirty="0"/>
              <a:t>JE1</a:t>
            </a:r>
          </a:p>
        </p:txBody>
      </p:sp>
      <p:grpSp>
        <p:nvGrpSpPr>
          <p:cNvPr id="76" name="Groupe 33">
            <a:extLst>
              <a:ext uri="{FF2B5EF4-FFF2-40B4-BE49-F238E27FC236}">
                <a16:creationId xmlns:a16="http://schemas.microsoft.com/office/drawing/2014/main" id="{B03E9DFB-BE4B-177F-6DA3-D0D8035C08C5}"/>
              </a:ext>
            </a:extLst>
          </p:cNvPr>
          <p:cNvGrpSpPr/>
          <p:nvPr/>
        </p:nvGrpSpPr>
        <p:grpSpPr>
          <a:xfrm>
            <a:off x="6448424" y="5326189"/>
            <a:ext cx="284199" cy="217666"/>
            <a:chOff x="5618002" y="554276"/>
            <a:chExt cx="432000" cy="432000"/>
          </a:xfrm>
        </p:grpSpPr>
        <p:cxnSp>
          <p:nvCxnSpPr>
            <p:cNvPr id="77" name="Connecteur droit 34">
              <a:extLst>
                <a:ext uri="{FF2B5EF4-FFF2-40B4-BE49-F238E27FC236}">
                  <a16:creationId xmlns:a16="http://schemas.microsoft.com/office/drawing/2014/main" id="{FD800232-0C99-06D1-3C63-E5056247F4B7}"/>
                </a:ext>
              </a:extLst>
            </p:cNvPr>
            <p:cNvCxnSpPr/>
            <p:nvPr/>
          </p:nvCxnSpPr>
          <p:spPr>
            <a:xfrm flipH="1">
              <a:off x="5618002" y="806276"/>
              <a:ext cx="180000" cy="18000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necteur droit 35">
              <a:extLst>
                <a:ext uri="{FF2B5EF4-FFF2-40B4-BE49-F238E27FC236}">
                  <a16:creationId xmlns:a16="http://schemas.microsoft.com/office/drawing/2014/main" id="{C230AB5B-3674-8AD0-DE62-E8CD2BC96EAD}"/>
                </a:ext>
              </a:extLst>
            </p:cNvPr>
            <p:cNvCxnSpPr/>
            <p:nvPr/>
          </p:nvCxnSpPr>
          <p:spPr>
            <a:xfrm flipV="1">
              <a:off x="5798002" y="806276"/>
              <a:ext cx="252000" cy="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necteur droit 36">
              <a:extLst>
                <a:ext uri="{FF2B5EF4-FFF2-40B4-BE49-F238E27FC236}">
                  <a16:creationId xmlns:a16="http://schemas.microsoft.com/office/drawing/2014/main" id="{CD985123-A629-D6AD-77E6-108A0242C0E2}"/>
                </a:ext>
              </a:extLst>
            </p:cNvPr>
            <p:cNvCxnSpPr/>
            <p:nvPr/>
          </p:nvCxnSpPr>
          <p:spPr>
            <a:xfrm flipV="1">
              <a:off x="5798002" y="554276"/>
              <a:ext cx="0" cy="25200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4" name="ZoneTexte 43">
            <a:extLst>
              <a:ext uri="{FF2B5EF4-FFF2-40B4-BE49-F238E27FC236}">
                <a16:creationId xmlns:a16="http://schemas.microsoft.com/office/drawing/2014/main" id="{DF5AD5A4-0010-A187-E9F6-2B3B35A8C956}"/>
              </a:ext>
            </a:extLst>
          </p:cNvPr>
          <p:cNvSpPr txBox="1"/>
          <p:nvPr/>
        </p:nvSpPr>
        <p:spPr>
          <a:xfrm>
            <a:off x="7262394" y="3069349"/>
            <a:ext cx="372218" cy="25391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FR" sz="1050" dirty="0"/>
              <a:t>JE2</a:t>
            </a:r>
          </a:p>
        </p:txBody>
      </p:sp>
      <p:sp>
        <p:nvSpPr>
          <p:cNvPr id="85" name="ZoneTexte 44">
            <a:extLst>
              <a:ext uri="{FF2B5EF4-FFF2-40B4-BE49-F238E27FC236}">
                <a16:creationId xmlns:a16="http://schemas.microsoft.com/office/drawing/2014/main" id="{2C0B4154-0CE5-E44E-EA38-08AE1DEB9D4C}"/>
              </a:ext>
            </a:extLst>
          </p:cNvPr>
          <p:cNvSpPr txBox="1"/>
          <p:nvPr/>
        </p:nvSpPr>
        <p:spPr>
          <a:xfrm>
            <a:off x="7237842" y="3955105"/>
            <a:ext cx="372218" cy="25391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FR" sz="1050" dirty="0"/>
              <a:t>JE3</a:t>
            </a:r>
          </a:p>
        </p:txBody>
      </p:sp>
      <p:cxnSp>
        <p:nvCxnSpPr>
          <p:cNvPr id="87" name="Connecteur droit 10">
            <a:extLst>
              <a:ext uri="{FF2B5EF4-FFF2-40B4-BE49-F238E27FC236}">
                <a16:creationId xmlns:a16="http://schemas.microsoft.com/office/drawing/2014/main" id="{0880F78E-77B5-CD83-6DBF-979AC4F8D8B3}"/>
              </a:ext>
            </a:extLst>
          </p:cNvPr>
          <p:cNvCxnSpPr>
            <a:cxnSpLocks/>
            <a:stCxn id="200" idx="2"/>
            <a:endCxn id="75" idx="1"/>
          </p:cNvCxnSpPr>
          <p:nvPr/>
        </p:nvCxnSpPr>
        <p:spPr>
          <a:xfrm rot="16200000" flipH="1">
            <a:off x="6952294" y="2527631"/>
            <a:ext cx="213659" cy="402187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eur droit 10">
            <a:extLst>
              <a:ext uri="{FF2B5EF4-FFF2-40B4-BE49-F238E27FC236}">
                <a16:creationId xmlns:a16="http://schemas.microsoft.com/office/drawing/2014/main" id="{177288B7-CB2B-F545-7A98-810FFE10AED7}"/>
              </a:ext>
            </a:extLst>
          </p:cNvPr>
          <p:cNvCxnSpPr>
            <a:cxnSpLocks/>
            <a:stCxn id="200" idx="2"/>
            <a:endCxn id="84" idx="1"/>
          </p:cNvCxnSpPr>
          <p:nvPr/>
        </p:nvCxnSpPr>
        <p:spPr>
          <a:xfrm rot="16200000" flipH="1">
            <a:off x="6773007" y="2706919"/>
            <a:ext cx="574411" cy="404364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necteur droit 10">
            <a:extLst>
              <a:ext uri="{FF2B5EF4-FFF2-40B4-BE49-F238E27FC236}">
                <a16:creationId xmlns:a16="http://schemas.microsoft.com/office/drawing/2014/main" id="{BEE27BDA-E6DB-4D81-819C-A5F07BC879D1}"/>
              </a:ext>
            </a:extLst>
          </p:cNvPr>
          <p:cNvCxnSpPr>
            <a:cxnSpLocks/>
            <a:stCxn id="201" idx="2"/>
            <a:endCxn id="267" idx="1"/>
          </p:cNvCxnSpPr>
          <p:nvPr/>
        </p:nvCxnSpPr>
        <p:spPr>
          <a:xfrm rot="16200000" flipH="1">
            <a:off x="6707489" y="3913262"/>
            <a:ext cx="687981" cy="365409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cteur droit 10">
            <a:extLst>
              <a:ext uri="{FF2B5EF4-FFF2-40B4-BE49-F238E27FC236}">
                <a16:creationId xmlns:a16="http://schemas.microsoft.com/office/drawing/2014/main" id="{21B22229-1605-BD9A-CF4C-1046B3BC1F23}"/>
              </a:ext>
            </a:extLst>
          </p:cNvPr>
          <p:cNvCxnSpPr>
            <a:cxnSpLocks/>
            <a:stCxn id="201" idx="2"/>
            <a:endCxn id="85" idx="1"/>
          </p:cNvCxnSpPr>
          <p:nvPr/>
        </p:nvCxnSpPr>
        <p:spPr>
          <a:xfrm rot="16200000" flipH="1">
            <a:off x="6888265" y="3732486"/>
            <a:ext cx="330086" cy="369067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avec flèche 60">
            <a:extLst>
              <a:ext uri="{FF2B5EF4-FFF2-40B4-BE49-F238E27FC236}">
                <a16:creationId xmlns:a16="http://schemas.microsoft.com/office/drawing/2014/main" id="{28F2BE90-BC3A-3475-04C9-E6248C075028}"/>
              </a:ext>
            </a:extLst>
          </p:cNvPr>
          <p:cNvCxnSpPr>
            <a:cxnSpLocks/>
            <a:stCxn id="220" idx="1"/>
          </p:cNvCxnSpPr>
          <p:nvPr/>
        </p:nvCxnSpPr>
        <p:spPr>
          <a:xfrm rot="10800000" flipV="1">
            <a:off x="6611819" y="3071710"/>
            <a:ext cx="1659925" cy="2171182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cteur droit avec flèche 60">
            <a:extLst>
              <a:ext uri="{FF2B5EF4-FFF2-40B4-BE49-F238E27FC236}">
                <a16:creationId xmlns:a16="http://schemas.microsoft.com/office/drawing/2014/main" id="{33060987-F052-C7D8-C466-8C176F29CF13}"/>
              </a:ext>
            </a:extLst>
          </p:cNvPr>
          <p:cNvCxnSpPr>
            <a:cxnSpLocks/>
            <a:stCxn id="61" idx="1"/>
          </p:cNvCxnSpPr>
          <p:nvPr/>
        </p:nvCxnSpPr>
        <p:spPr>
          <a:xfrm rot="10800000" flipV="1">
            <a:off x="6498088" y="2449325"/>
            <a:ext cx="1786479" cy="2852246"/>
          </a:xfrm>
          <a:prstGeom prst="curved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5" name="Groupe 141">
            <a:extLst>
              <a:ext uri="{FF2B5EF4-FFF2-40B4-BE49-F238E27FC236}">
                <a16:creationId xmlns:a16="http://schemas.microsoft.com/office/drawing/2014/main" id="{E418B608-1503-375A-C2AE-9BBE52F153A7}"/>
              </a:ext>
            </a:extLst>
          </p:cNvPr>
          <p:cNvGrpSpPr/>
          <p:nvPr/>
        </p:nvGrpSpPr>
        <p:grpSpPr>
          <a:xfrm>
            <a:off x="6918672" y="2664301"/>
            <a:ext cx="298848" cy="267166"/>
            <a:chOff x="5618002" y="554276"/>
            <a:chExt cx="432000" cy="432000"/>
          </a:xfrm>
        </p:grpSpPr>
        <p:cxnSp>
          <p:nvCxnSpPr>
            <p:cNvPr id="96" name="Connecteur droit 142">
              <a:extLst>
                <a:ext uri="{FF2B5EF4-FFF2-40B4-BE49-F238E27FC236}">
                  <a16:creationId xmlns:a16="http://schemas.microsoft.com/office/drawing/2014/main" id="{E35FEC32-5DF3-21CD-F7E4-286E638FB08E}"/>
                </a:ext>
              </a:extLst>
            </p:cNvPr>
            <p:cNvCxnSpPr/>
            <p:nvPr/>
          </p:nvCxnSpPr>
          <p:spPr>
            <a:xfrm flipH="1">
              <a:off x="5618002" y="806276"/>
              <a:ext cx="180000" cy="180000"/>
            </a:xfrm>
            <a:prstGeom prst="line">
              <a:avLst/>
            </a:prstGeom>
            <a:ln>
              <a:solidFill>
                <a:srgbClr val="0070C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Connecteur droit 143">
              <a:extLst>
                <a:ext uri="{FF2B5EF4-FFF2-40B4-BE49-F238E27FC236}">
                  <a16:creationId xmlns:a16="http://schemas.microsoft.com/office/drawing/2014/main" id="{ACBF8F8F-80F5-E432-FAA1-9070C18DD5BE}"/>
                </a:ext>
              </a:extLst>
            </p:cNvPr>
            <p:cNvCxnSpPr/>
            <p:nvPr/>
          </p:nvCxnSpPr>
          <p:spPr>
            <a:xfrm flipV="1">
              <a:off x="5798002" y="806276"/>
              <a:ext cx="252000" cy="0"/>
            </a:xfrm>
            <a:prstGeom prst="line">
              <a:avLst/>
            </a:prstGeom>
            <a:ln>
              <a:solidFill>
                <a:srgbClr val="0070C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Connecteur droit 144">
              <a:extLst>
                <a:ext uri="{FF2B5EF4-FFF2-40B4-BE49-F238E27FC236}">
                  <a16:creationId xmlns:a16="http://schemas.microsoft.com/office/drawing/2014/main" id="{E6A2E1CC-4C33-6478-E6EA-4604A1559D88}"/>
                </a:ext>
              </a:extLst>
            </p:cNvPr>
            <p:cNvCxnSpPr/>
            <p:nvPr/>
          </p:nvCxnSpPr>
          <p:spPr>
            <a:xfrm flipV="1">
              <a:off x="5798002" y="554276"/>
              <a:ext cx="0" cy="252000"/>
            </a:xfrm>
            <a:prstGeom prst="line">
              <a:avLst/>
            </a:prstGeom>
            <a:ln>
              <a:solidFill>
                <a:srgbClr val="0070C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9" name="Groupe 145">
            <a:extLst>
              <a:ext uri="{FF2B5EF4-FFF2-40B4-BE49-F238E27FC236}">
                <a16:creationId xmlns:a16="http://schemas.microsoft.com/office/drawing/2014/main" id="{56C12628-D058-8DE1-6C6D-65FEF9F63869}"/>
              </a:ext>
            </a:extLst>
          </p:cNvPr>
          <p:cNvGrpSpPr/>
          <p:nvPr/>
        </p:nvGrpSpPr>
        <p:grpSpPr>
          <a:xfrm>
            <a:off x="6935383" y="3023914"/>
            <a:ext cx="298848" cy="267166"/>
            <a:chOff x="5618002" y="554276"/>
            <a:chExt cx="432000" cy="432000"/>
          </a:xfrm>
        </p:grpSpPr>
        <p:cxnSp>
          <p:nvCxnSpPr>
            <p:cNvPr id="100" name="Connecteur droit 146">
              <a:extLst>
                <a:ext uri="{FF2B5EF4-FFF2-40B4-BE49-F238E27FC236}">
                  <a16:creationId xmlns:a16="http://schemas.microsoft.com/office/drawing/2014/main" id="{0EF2ECBF-7586-1EE9-5FE3-209DD6FB0009}"/>
                </a:ext>
              </a:extLst>
            </p:cNvPr>
            <p:cNvCxnSpPr/>
            <p:nvPr/>
          </p:nvCxnSpPr>
          <p:spPr>
            <a:xfrm flipH="1">
              <a:off x="5618002" y="806276"/>
              <a:ext cx="180000" cy="180000"/>
            </a:xfrm>
            <a:prstGeom prst="line">
              <a:avLst/>
            </a:prstGeom>
            <a:ln>
              <a:solidFill>
                <a:srgbClr val="0070C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Connecteur droit 147">
              <a:extLst>
                <a:ext uri="{FF2B5EF4-FFF2-40B4-BE49-F238E27FC236}">
                  <a16:creationId xmlns:a16="http://schemas.microsoft.com/office/drawing/2014/main" id="{0A780063-633A-8A24-E582-BAE732E7A941}"/>
                </a:ext>
              </a:extLst>
            </p:cNvPr>
            <p:cNvCxnSpPr/>
            <p:nvPr/>
          </p:nvCxnSpPr>
          <p:spPr>
            <a:xfrm flipV="1">
              <a:off x="5798002" y="806276"/>
              <a:ext cx="252000" cy="0"/>
            </a:xfrm>
            <a:prstGeom prst="line">
              <a:avLst/>
            </a:prstGeom>
            <a:ln>
              <a:solidFill>
                <a:srgbClr val="0070C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Connecteur droit 148">
              <a:extLst>
                <a:ext uri="{FF2B5EF4-FFF2-40B4-BE49-F238E27FC236}">
                  <a16:creationId xmlns:a16="http://schemas.microsoft.com/office/drawing/2014/main" id="{B554EF70-9E85-0EA7-9B6D-6841D6C7F4BC}"/>
                </a:ext>
              </a:extLst>
            </p:cNvPr>
            <p:cNvCxnSpPr/>
            <p:nvPr/>
          </p:nvCxnSpPr>
          <p:spPr>
            <a:xfrm flipV="1">
              <a:off x="5798002" y="554276"/>
              <a:ext cx="0" cy="252000"/>
            </a:xfrm>
            <a:prstGeom prst="line">
              <a:avLst/>
            </a:prstGeom>
            <a:ln>
              <a:solidFill>
                <a:srgbClr val="0070C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3" name="Groupe 149">
            <a:extLst>
              <a:ext uri="{FF2B5EF4-FFF2-40B4-BE49-F238E27FC236}">
                <a16:creationId xmlns:a16="http://schemas.microsoft.com/office/drawing/2014/main" id="{7E2222B3-35C3-64F1-E051-74ACB8D603B9}"/>
              </a:ext>
            </a:extLst>
          </p:cNvPr>
          <p:cNvGrpSpPr/>
          <p:nvPr/>
        </p:nvGrpSpPr>
        <p:grpSpPr>
          <a:xfrm>
            <a:off x="6912994" y="3968537"/>
            <a:ext cx="298848" cy="267166"/>
            <a:chOff x="5618002" y="554276"/>
            <a:chExt cx="432000" cy="432000"/>
          </a:xfrm>
        </p:grpSpPr>
        <p:cxnSp>
          <p:nvCxnSpPr>
            <p:cNvPr id="104" name="Connecteur droit 150">
              <a:extLst>
                <a:ext uri="{FF2B5EF4-FFF2-40B4-BE49-F238E27FC236}">
                  <a16:creationId xmlns:a16="http://schemas.microsoft.com/office/drawing/2014/main" id="{0F17361C-FD47-9FD3-08DC-128A0512F6EA}"/>
                </a:ext>
              </a:extLst>
            </p:cNvPr>
            <p:cNvCxnSpPr/>
            <p:nvPr/>
          </p:nvCxnSpPr>
          <p:spPr>
            <a:xfrm flipH="1">
              <a:off x="5618002" y="806276"/>
              <a:ext cx="180000" cy="180000"/>
            </a:xfrm>
            <a:prstGeom prst="line">
              <a:avLst/>
            </a:prstGeom>
            <a:ln>
              <a:solidFill>
                <a:srgbClr val="0070C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onnecteur droit 151">
              <a:extLst>
                <a:ext uri="{FF2B5EF4-FFF2-40B4-BE49-F238E27FC236}">
                  <a16:creationId xmlns:a16="http://schemas.microsoft.com/office/drawing/2014/main" id="{995CE240-23F7-A461-0DBC-1FACBF97B8C9}"/>
                </a:ext>
              </a:extLst>
            </p:cNvPr>
            <p:cNvCxnSpPr/>
            <p:nvPr/>
          </p:nvCxnSpPr>
          <p:spPr>
            <a:xfrm flipV="1">
              <a:off x="5798002" y="806276"/>
              <a:ext cx="252000" cy="0"/>
            </a:xfrm>
            <a:prstGeom prst="line">
              <a:avLst/>
            </a:prstGeom>
            <a:ln>
              <a:solidFill>
                <a:srgbClr val="0070C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Connecteur droit 152">
              <a:extLst>
                <a:ext uri="{FF2B5EF4-FFF2-40B4-BE49-F238E27FC236}">
                  <a16:creationId xmlns:a16="http://schemas.microsoft.com/office/drawing/2014/main" id="{CA3D8290-1B7D-C899-B745-DBEE0C488BD2}"/>
                </a:ext>
              </a:extLst>
            </p:cNvPr>
            <p:cNvCxnSpPr/>
            <p:nvPr/>
          </p:nvCxnSpPr>
          <p:spPr>
            <a:xfrm flipV="1">
              <a:off x="5798002" y="554276"/>
              <a:ext cx="0" cy="252000"/>
            </a:xfrm>
            <a:prstGeom prst="line">
              <a:avLst/>
            </a:prstGeom>
            <a:ln>
              <a:solidFill>
                <a:srgbClr val="0070C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7" name="Groupe 153">
            <a:extLst>
              <a:ext uri="{FF2B5EF4-FFF2-40B4-BE49-F238E27FC236}">
                <a16:creationId xmlns:a16="http://schemas.microsoft.com/office/drawing/2014/main" id="{227EC399-DAED-F313-EE8F-DD13B12F32A0}"/>
              </a:ext>
            </a:extLst>
          </p:cNvPr>
          <p:cNvGrpSpPr/>
          <p:nvPr/>
        </p:nvGrpSpPr>
        <p:grpSpPr>
          <a:xfrm>
            <a:off x="6906429" y="4350287"/>
            <a:ext cx="298848" cy="267166"/>
            <a:chOff x="5618002" y="554276"/>
            <a:chExt cx="432000" cy="432000"/>
          </a:xfrm>
        </p:grpSpPr>
        <p:cxnSp>
          <p:nvCxnSpPr>
            <p:cNvPr id="108" name="Connecteur droit 154">
              <a:extLst>
                <a:ext uri="{FF2B5EF4-FFF2-40B4-BE49-F238E27FC236}">
                  <a16:creationId xmlns:a16="http://schemas.microsoft.com/office/drawing/2014/main" id="{602E0E37-7F30-FE1F-EC6A-C1C33D58893C}"/>
                </a:ext>
              </a:extLst>
            </p:cNvPr>
            <p:cNvCxnSpPr/>
            <p:nvPr/>
          </p:nvCxnSpPr>
          <p:spPr>
            <a:xfrm flipH="1">
              <a:off x="5618002" y="806276"/>
              <a:ext cx="180000" cy="180000"/>
            </a:xfrm>
            <a:prstGeom prst="line">
              <a:avLst/>
            </a:prstGeom>
            <a:ln>
              <a:solidFill>
                <a:srgbClr val="0070C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eur droit 155">
              <a:extLst>
                <a:ext uri="{FF2B5EF4-FFF2-40B4-BE49-F238E27FC236}">
                  <a16:creationId xmlns:a16="http://schemas.microsoft.com/office/drawing/2014/main" id="{A581EFD3-137B-576B-AFD5-85B3F8EA3D3F}"/>
                </a:ext>
              </a:extLst>
            </p:cNvPr>
            <p:cNvCxnSpPr/>
            <p:nvPr/>
          </p:nvCxnSpPr>
          <p:spPr>
            <a:xfrm flipV="1">
              <a:off x="5798002" y="806276"/>
              <a:ext cx="252000" cy="0"/>
            </a:xfrm>
            <a:prstGeom prst="line">
              <a:avLst/>
            </a:prstGeom>
            <a:ln>
              <a:solidFill>
                <a:srgbClr val="0070C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Connecteur droit 156">
              <a:extLst>
                <a:ext uri="{FF2B5EF4-FFF2-40B4-BE49-F238E27FC236}">
                  <a16:creationId xmlns:a16="http://schemas.microsoft.com/office/drawing/2014/main" id="{CBFD24FF-7C9D-033D-0468-CC4694D66B87}"/>
                </a:ext>
              </a:extLst>
            </p:cNvPr>
            <p:cNvCxnSpPr/>
            <p:nvPr/>
          </p:nvCxnSpPr>
          <p:spPr>
            <a:xfrm flipV="1">
              <a:off x="5798002" y="554276"/>
              <a:ext cx="0" cy="252000"/>
            </a:xfrm>
            <a:prstGeom prst="line">
              <a:avLst/>
            </a:prstGeom>
            <a:ln>
              <a:solidFill>
                <a:srgbClr val="0070C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1" name="ZoneTexte 3">
            <a:extLst>
              <a:ext uri="{FF2B5EF4-FFF2-40B4-BE49-F238E27FC236}">
                <a16:creationId xmlns:a16="http://schemas.microsoft.com/office/drawing/2014/main" id="{8A906DE7-76FD-E86D-628D-71222ED5B698}"/>
              </a:ext>
            </a:extLst>
          </p:cNvPr>
          <p:cNvSpPr txBox="1"/>
          <p:nvPr/>
        </p:nvSpPr>
        <p:spPr>
          <a:xfrm>
            <a:off x="7236939" y="1615108"/>
            <a:ext cx="1154483" cy="25391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FR" sz="1050" dirty="0"/>
              <a:t>Part/</a:t>
            </a:r>
            <a:r>
              <a:rPr lang="fr-FR" sz="1050" dirty="0" err="1"/>
              <a:t>PartVersion</a:t>
            </a:r>
            <a:endParaRPr lang="fr-FR" sz="1050" dirty="0"/>
          </a:p>
        </p:txBody>
      </p:sp>
      <p:sp>
        <p:nvSpPr>
          <p:cNvPr id="129" name="Textfeld 128">
            <a:extLst>
              <a:ext uri="{FF2B5EF4-FFF2-40B4-BE49-F238E27FC236}">
                <a16:creationId xmlns:a16="http://schemas.microsoft.com/office/drawing/2014/main" id="{038D4EB5-FA2B-FA6D-4438-7BDBF7C9B229}"/>
              </a:ext>
            </a:extLst>
          </p:cNvPr>
          <p:cNvSpPr txBox="1"/>
          <p:nvPr/>
        </p:nvSpPr>
        <p:spPr>
          <a:xfrm>
            <a:off x="3335356" y="3578507"/>
            <a:ext cx="1305918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de-DE" b="0" i="0" dirty="0" err="1">
                <a:solidFill>
                  <a:schemeClr val="accent1">
                    <a:lumMod val="75000"/>
                  </a:schemeClr>
                </a:solidFill>
                <a:effectLst/>
                <a:latin typeface="-apple-system"/>
              </a:rPr>
              <a:t>LinkedParts</a:t>
            </a:r>
            <a:endParaRPr lang="de-DE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35" name="ZoneTexte 31">
            <a:extLst>
              <a:ext uri="{FF2B5EF4-FFF2-40B4-BE49-F238E27FC236}">
                <a16:creationId xmlns:a16="http://schemas.microsoft.com/office/drawing/2014/main" id="{3BF0DE42-F8FC-591F-F9D1-9E233C14BE2C}"/>
              </a:ext>
            </a:extLst>
          </p:cNvPr>
          <p:cNvSpPr txBox="1"/>
          <p:nvPr/>
        </p:nvSpPr>
        <p:spPr>
          <a:xfrm>
            <a:off x="8192543" y="2644984"/>
            <a:ext cx="460382" cy="25391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FR" sz="1050" dirty="0"/>
              <a:t>MC1</a:t>
            </a:r>
          </a:p>
        </p:txBody>
      </p:sp>
      <p:sp>
        <p:nvSpPr>
          <p:cNvPr id="136" name="ZoneTexte 43">
            <a:extLst>
              <a:ext uri="{FF2B5EF4-FFF2-40B4-BE49-F238E27FC236}">
                <a16:creationId xmlns:a16="http://schemas.microsoft.com/office/drawing/2014/main" id="{A2083659-0A6B-EC66-9B79-35F86852CFB1}"/>
              </a:ext>
            </a:extLst>
          </p:cNvPr>
          <p:cNvSpPr txBox="1"/>
          <p:nvPr/>
        </p:nvSpPr>
        <p:spPr>
          <a:xfrm>
            <a:off x="8194720" y="3278118"/>
            <a:ext cx="460382" cy="25391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FR" sz="1050" dirty="0"/>
              <a:t>MC2</a:t>
            </a:r>
          </a:p>
        </p:txBody>
      </p:sp>
      <p:sp>
        <p:nvSpPr>
          <p:cNvPr id="137" name="ZoneTexte 44">
            <a:extLst>
              <a:ext uri="{FF2B5EF4-FFF2-40B4-BE49-F238E27FC236}">
                <a16:creationId xmlns:a16="http://schemas.microsoft.com/office/drawing/2014/main" id="{929BD4B4-9A37-1986-03BD-2B970B3224F1}"/>
              </a:ext>
            </a:extLst>
          </p:cNvPr>
          <p:cNvSpPr txBox="1"/>
          <p:nvPr/>
        </p:nvSpPr>
        <p:spPr>
          <a:xfrm>
            <a:off x="8170168" y="4786448"/>
            <a:ext cx="460382" cy="25391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FR" sz="1050" dirty="0"/>
              <a:t>MC4</a:t>
            </a:r>
          </a:p>
        </p:txBody>
      </p:sp>
      <p:cxnSp>
        <p:nvCxnSpPr>
          <p:cNvPr id="140" name="Connecteur droit 10">
            <a:extLst>
              <a:ext uri="{FF2B5EF4-FFF2-40B4-BE49-F238E27FC236}">
                <a16:creationId xmlns:a16="http://schemas.microsoft.com/office/drawing/2014/main" id="{1F3363F0-2ECC-E8BF-1F13-7BF7EF854E61}"/>
              </a:ext>
            </a:extLst>
          </p:cNvPr>
          <p:cNvCxnSpPr>
            <a:cxnSpLocks/>
            <a:endCxn id="135" idx="1"/>
          </p:cNvCxnSpPr>
          <p:nvPr/>
        </p:nvCxnSpPr>
        <p:spPr>
          <a:xfrm>
            <a:off x="7099410" y="2644984"/>
            <a:ext cx="1093133" cy="126958"/>
          </a:xfrm>
          <a:prstGeom prst="bentConnector3">
            <a:avLst>
              <a:gd name="adj1" fmla="val 50000"/>
            </a:avLst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Connecteur droit 10">
            <a:extLst>
              <a:ext uri="{FF2B5EF4-FFF2-40B4-BE49-F238E27FC236}">
                <a16:creationId xmlns:a16="http://schemas.microsoft.com/office/drawing/2014/main" id="{2E2230BF-B069-BE25-D66B-A3715F524DA2}"/>
              </a:ext>
            </a:extLst>
          </p:cNvPr>
          <p:cNvCxnSpPr>
            <a:cxnSpLocks/>
            <a:stCxn id="61" idx="2"/>
            <a:endCxn id="135" idx="3"/>
          </p:cNvCxnSpPr>
          <p:nvPr/>
        </p:nvCxnSpPr>
        <p:spPr>
          <a:xfrm rot="16200000" flipH="1">
            <a:off x="8488416" y="2607432"/>
            <a:ext cx="195659" cy="133359"/>
          </a:xfrm>
          <a:prstGeom prst="bentConnector4">
            <a:avLst>
              <a:gd name="adj1" fmla="val 17556"/>
              <a:gd name="adj2" fmla="val 242497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Connecteur droit 10">
            <a:extLst>
              <a:ext uri="{FF2B5EF4-FFF2-40B4-BE49-F238E27FC236}">
                <a16:creationId xmlns:a16="http://schemas.microsoft.com/office/drawing/2014/main" id="{A61FB6F8-442E-CAEE-5188-012B326CFAC2}"/>
              </a:ext>
            </a:extLst>
          </p:cNvPr>
          <p:cNvCxnSpPr>
            <a:cxnSpLocks/>
            <a:stCxn id="220" idx="2"/>
            <a:endCxn id="136" idx="3"/>
          </p:cNvCxnSpPr>
          <p:nvPr/>
        </p:nvCxnSpPr>
        <p:spPr>
          <a:xfrm rot="16200000" flipH="1">
            <a:off x="8477718" y="3227692"/>
            <a:ext cx="206408" cy="148359"/>
          </a:xfrm>
          <a:prstGeom prst="bentConnector4">
            <a:avLst>
              <a:gd name="adj1" fmla="val 19246"/>
              <a:gd name="adj2" fmla="val 230306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necteur droit 10">
            <a:extLst>
              <a:ext uri="{FF2B5EF4-FFF2-40B4-BE49-F238E27FC236}">
                <a16:creationId xmlns:a16="http://schemas.microsoft.com/office/drawing/2014/main" id="{43F31B34-8613-5293-FE1C-91BCCBC3BB3B}"/>
              </a:ext>
            </a:extLst>
          </p:cNvPr>
          <p:cNvCxnSpPr>
            <a:cxnSpLocks/>
            <a:endCxn id="136" idx="1"/>
          </p:cNvCxnSpPr>
          <p:nvPr/>
        </p:nvCxnSpPr>
        <p:spPr>
          <a:xfrm>
            <a:off x="7113145" y="3008127"/>
            <a:ext cx="1081575" cy="396949"/>
          </a:xfrm>
          <a:prstGeom prst="bentConnector3">
            <a:avLst>
              <a:gd name="adj1" fmla="val 50000"/>
            </a:avLst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Connecteur droit 10">
            <a:extLst>
              <a:ext uri="{FF2B5EF4-FFF2-40B4-BE49-F238E27FC236}">
                <a16:creationId xmlns:a16="http://schemas.microsoft.com/office/drawing/2014/main" id="{6F8A79CF-B7E1-D5A9-212C-D8999DD525A6}"/>
              </a:ext>
            </a:extLst>
          </p:cNvPr>
          <p:cNvCxnSpPr>
            <a:cxnSpLocks/>
            <a:endCxn id="137" idx="1"/>
          </p:cNvCxnSpPr>
          <p:nvPr/>
        </p:nvCxnSpPr>
        <p:spPr>
          <a:xfrm>
            <a:off x="7099410" y="4628061"/>
            <a:ext cx="1070758" cy="285345"/>
          </a:xfrm>
          <a:prstGeom prst="bentConnector3">
            <a:avLst>
              <a:gd name="adj1" fmla="val 50000"/>
            </a:avLst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Connecteur droit 10">
            <a:extLst>
              <a:ext uri="{FF2B5EF4-FFF2-40B4-BE49-F238E27FC236}">
                <a16:creationId xmlns:a16="http://schemas.microsoft.com/office/drawing/2014/main" id="{A6BBE314-2AC3-E339-0955-BD0182EC3F86}"/>
              </a:ext>
            </a:extLst>
          </p:cNvPr>
          <p:cNvCxnSpPr>
            <a:cxnSpLocks/>
            <a:stCxn id="137" idx="3"/>
            <a:endCxn id="62" idx="2"/>
          </p:cNvCxnSpPr>
          <p:nvPr/>
        </p:nvCxnSpPr>
        <p:spPr>
          <a:xfrm flipH="1" flipV="1">
            <a:off x="8505155" y="4628061"/>
            <a:ext cx="125395" cy="285345"/>
          </a:xfrm>
          <a:prstGeom prst="bentConnector4">
            <a:avLst>
              <a:gd name="adj1" fmla="val -182304"/>
              <a:gd name="adj2" fmla="val 72246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Connecteur droit 10">
            <a:extLst>
              <a:ext uri="{FF2B5EF4-FFF2-40B4-BE49-F238E27FC236}">
                <a16:creationId xmlns:a16="http://schemas.microsoft.com/office/drawing/2014/main" id="{C8470A96-5F3F-3C5F-0B38-0D0213D010FB}"/>
              </a:ext>
            </a:extLst>
          </p:cNvPr>
          <p:cNvCxnSpPr>
            <a:cxnSpLocks/>
            <a:stCxn id="60" idx="0"/>
            <a:endCxn id="111" idx="1"/>
          </p:cNvCxnSpPr>
          <p:nvPr/>
        </p:nvCxnSpPr>
        <p:spPr>
          <a:xfrm rot="5400000" flipH="1" flipV="1">
            <a:off x="6934214" y="1617310"/>
            <a:ext cx="177969" cy="427482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ZoneTexte 3">
            <a:extLst>
              <a:ext uri="{FF2B5EF4-FFF2-40B4-BE49-F238E27FC236}">
                <a16:creationId xmlns:a16="http://schemas.microsoft.com/office/drawing/2014/main" id="{5A3B29BE-922D-A065-771A-575A18784AF4}"/>
              </a:ext>
            </a:extLst>
          </p:cNvPr>
          <p:cNvSpPr txBox="1"/>
          <p:nvPr/>
        </p:nvSpPr>
        <p:spPr>
          <a:xfrm>
            <a:off x="1979047" y="1956860"/>
            <a:ext cx="429926" cy="25391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FR" sz="1050" dirty="0"/>
              <a:t>Assy</a:t>
            </a:r>
          </a:p>
        </p:txBody>
      </p:sp>
      <p:sp>
        <p:nvSpPr>
          <p:cNvPr id="7" name="ZoneTexte 4">
            <a:extLst>
              <a:ext uri="{FF2B5EF4-FFF2-40B4-BE49-F238E27FC236}">
                <a16:creationId xmlns:a16="http://schemas.microsoft.com/office/drawing/2014/main" id="{E55DEBFE-8794-91C3-2154-861409F57283}"/>
              </a:ext>
            </a:extLst>
          </p:cNvPr>
          <p:cNvSpPr txBox="1"/>
          <p:nvPr/>
        </p:nvSpPr>
        <p:spPr>
          <a:xfrm>
            <a:off x="2490709" y="2367981"/>
            <a:ext cx="492443" cy="25391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FR" sz="1050" dirty="0"/>
              <a:t>Part1</a:t>
            </a:r>
          </a:p>
        </p:txBody>
      </p:sp>
      <p:sp>
        <p:nvSpPr>
          <p:cNvPr id="35" name="ZoneTexte 7">
            <a:extLst>
              <a:ext uri="{FF2B5EF4-FFF2-40B4-BE49-F238E27FC236}">
                <a16:creationId xmlns:a16="http://schemas.microsoft.com/office/drawing/2014/main" id="{8632E433-63C7-056C-C543-B9C7ECB22013}"/>
              </a:ext>
            </a:extLst>
          </p:cNvPr>
          <p:cNvSpPr txBox="1"/>
          <p:nvPr/>
        </p:nvSpPr>
        <p:spPr>
          <a:xfrm>
            <a:off x="2634260" y="5391332"/>
            <a:ext cx="492443" cy="25391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FR" sz="1050" dirty="0"/>
              <a:t>Part2</a:t>
            </a:r>
          </a:p>
        </p:txBody>
      </p:sp>
      <p:cxnSp>
        <p:nvCxnSpPr>
          <p:cNvPr id="113" name="Connecteur droit 10">
            <a:extLst>
              <a:ext uri="{FF2B5EF4-FFF2-40B4-BE49-F238E27FC236}">
                <a16:creationId xmlns:a16="http://schemas.microsoft.com/office/drawing/2014/main" id="{22D31809-8277-B6EE-84E6-2D3B15E8C496}"/>
              </a:ext>
            </a:extLst>
          </p:cNvPr>
          <p:cNvCxnSpPr>
            <a:endCxn id="7" idx="1"/>
          </p:cNvCxnSpPr>
          <p:nvPr/>
        </p:nvCxnSpPr>
        <p:spPr>
          <a:xfrm>
            <a:off x="2166759" y="2227259"/>
            <a:ext cx="323950" cy="26768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5" name="Groupe 23">
            <a:extLst>
              <a:ext uri="{FF2B5EF4-FFF2-40B4-BE49-F238E27FC236}">
                <a16:creationId xmlns:a16="http://schemas.microsoft.com/office/drawing/2014/main" id="{82C9376E-870C-76AF-255D-4BE65663A4FB}"/>
              </a:ext>
            </a:extLst>
          </p:cNvPr>
          <p:cNvGrpSpPr/>
          <p:nvPr/>
        </p:nvGrpSpPr>
        <p:grpSpPr>
          <a:xfrm>
            <a:off x="2183758" y="2299086"/>
            <a:ext cx="298848" cy="267166"/>
            <a:chOff x="5618002" y="554276"/>
            <a:chExt cx="432000" cy="432000"/>
          </a:xfrm>
        </p:grpSpPr>
        <p:cxnSp>
          <p:nvCxnSpPr>
            <p:cNvPr id="116" name="Connecteur droit 18">
              <a:extLst>
                <a:ext uri="{FF2B5EF4-FFF2-40B4-BE49-F238E27FC236}">
                  <a16:creationId xmlns:a16="http://schemas.microsoft.com/office/drawing/2014/main" id="{816F120E-BB54-F07A-3386-790CB1E21B29}"/>
                </a:ext>
              </a:extLst>
            </p:cNvPr>
            <p:cNvCxnSpPr/>
            <p:nvPr/>
          </p:nvCxnSpPr>
          <p:spPr>
            <a:xfrm flipH="1">
              <a:off x="5618002" y="806276"/>
              <a:ext cx="180000" cy="18000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Connecteur droit 19">
              <a:extLst>
                <a:ext uri="{FF2B5EF4-FFF2-40B4-BE49-F238E27FC236}">
                  <a16:creationId xmlns:a16="http://schemas.microsoft.com/office/drawing/2014/main" id="{0634FC08-333C-19AB-90C3-01FC6760619B}"/>
                </a:ext>
              </a:extLst>
            </p:cNvPr>
            <p:cNvCxnSpPr/>
            <p:nvPr/>
          </p:nvCxnSpPr>
          <p:spPr>
            <a:xfrm flipV="1">
              <a:off x="5798002" y="806276"/>
              <a:ext cx="252000" cy="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Connecteur droit 22">
              <a:extLst>
                <a:ext uri="{FF2B5EF4-FFF2-40B4-BE49-F238E27FC236}">
                  <a16:creationId xmlns:a16="http://schemas.microsoft.com/office/drawing/2014/main" id="{12B164E1-128C-0B40-EE22-9B999B68C875}"/>
                </a:ext>
              </a:extLst>
            </p:cNvPr>
            <p:cNvCxnSpPr/>
            <p:nvPr/>
          </p:nvCxnSpPr>
          <p:spPr>
            <a:xfrm flipV="1">
              <a:off x="5798002" y="554276"/>
              <a:ext cx="0" cy="25200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9" name="Connecteur droit 10">
            <a:extLst>
              <a:ext uri="{FF2B5EF4-FFF2-40B4-BE49-F238E27FC236}">
                <a16:creationId xmlns:a16="http://schemas.microsoft.com/office/drawing/2014/main" id="{3E50F93F-13F7-DF11-5ABC-8ECBCAACE084}"/>
              </a:ext>
            </a:extLst>
          </p:cNvPr>
          <p:cNvCxnSpPr>
            <a:endCxn id="35" idx="1"/>
          </p:cNvCxnSpPr>
          <p:nvPr/>
        </p:nvCxnSpPr>
        <p:spPr>
          <a:xfrm rot="16200000" flipH="1">
            <a:off x="1273738" y="4157768"/>
            <a:ext cx="2253542" cy="467502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ZoneTexte 31">
            <a:extLst>
              <a:ext uri="{FF2B5EF4-FFF2-40B4-BE49-F238E27FC236}">
                <a16:creationId xmlns:a16="http://schemas.microsoft.com/office/drawing/2014/main" id="{27CB9D98-7284-4DEC-8080-9A7D14E6CC5F}"/>
              </a:ext>
            </a:extLst>
          </p:cNvPr>
          <p:cNvSpPr txBox="1"/>
          <p:nvPr/>
        </p:nvSpPr>
        <p:spPr>
          <a:xfrm>
            <a:off x="2973389" y="2754211"/>
            <a:ext cx="362600" cy="25391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FR" sz="1050" dirty="0"/>
              <a:t>JE1</a:t>
            </a:r>
          </a:p>
        </p:txBody>
      </p:sp>
      <p:grpSp>
        <p:nvGrpSpPr>
          <p:cNvPr id="122" name="Groupe 33">
            <a:extLst>
              <a:ext uri="{FF2B5EF4-FFF2-40B4-BE49-F238E27FC236}">
                <a16:creationId xmlns:a16="http://schemas.microsoft.com/office/drawing/2014/main" id="{345C1C11-ACCA-AB8B-FB8F-EF8F9A829FDE}"/>
              </a:ext>
            </a:extLst>
          </p:cNvPr>
          <p:cNvGrpSpPr/>
          <p:nvPr/>
        </p:nvGrpSpPr>
        <p:grpSpPr>
          <a:xfrm>
            <a:off x="2243714" y="5327846"/>
            <a:ext cx="284199" cy="217666"/>
            <a:chOff x="5618002" y="554276"/>
            <a:chExt cx="432000" cy="432000"/>
          </a:xfrm>
        </p:grpSpPr>
        <p:cxnSp>
          <p:nvCxnSpPr>
            <p:cNvPr id="123" name="Connecteur droit 34">
              <a:extLst>
                <a:ext uri="{FF2B5EF4-FFF2-40B4-BE49-F238E27FC236}">
                  <a16:creationId xmlns:a16="http://schemas.microsoft.com/office/drawing/2014/main" id="{6F193F7F-41F9-A598-A792-AAEE690AFC5A}"/>
                </a:ext>
              </a:extLst>
            </p:cNvPr>
            <p:cNvCxnSpPr/>
            <p:nvPr/>
          </p:nvCxnSpPr>
          <p:spPr>
            <a:xfrm flipH="1">
              <a:off x="5618002" y="806276"/>
              <a:ext cx="180000" cy="18000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Connecteur droit 35">
              <a:extLst>
                <a:ext uri="{FF2B5EF4-FFF2-40B4-BE49-F238E27FC236}">
                  <a16:creationId xmlns:a16="http://schemas.microsoft.com/office/drawing/2014/main" id="{EFD4DBF6-81D4-D099-8A2E-31B7E5CA346E}"/>
                </a:ext>
              </a:extLst>
            </p:cNvPr>
            <p:cNvCxnSpPr/>
            <p:nvPr/>
          </p:nvCxnSpPr>
          <p:spPr>
            <a:xfrm flipV="1">
              <a:off x="5798002" y="806276"/>
              <a:ext cx="252000" cy="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Connecteur droit 36">
              <a:extLst>
                <a:ext uri="{FF2B5EF4-FFF2-40B4-BE49-F238E27FC236}">
                  <a16:creationId xmlns:a16="http://schemas.microsoft.com/office/drawing/2014/main" id="{BBB5CF68-203B-9F4C-1ACE-C898125F3182}"/>
                </a:ext>
              </a:extLst>
            </p:cNvPr>
            <p:cNvCxnSpPr/>
            <p:nvPr/>
          </p:nvCxnSpPr>
          <p:spPr>
            <a:xfrm flipV="1">
              <a:off x="5798002" y="554276"/>
              <a:ext cx="0" cy="25200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1" name="ZoneTexte 43">
            <a:extLst>
              <a:ext uri="{FF2B5EF4-FFF2-40B4-BE49-F238E27FC236}">
                <a16:creationId xmlns:a16="http://schemas.microsoft.com/office/drawing/2014/main" id="{D237723B-9094-AB43-9F4C-ECA6CF274913}"/>
              </a:ext>
            </a:extLst>
          </p:cNvPr>
          <p:cNvSpPr txBox="1"/>
          <p:nvPr/>
        </p:nvSpPr>
        <p:spPr>
          <a:xfrm>
            <a:off x="2975566" y="3114963"/>
            <a:ext cx="362600" cy="25391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FR" sz="1050" dirty="0"/>
              <a:t>JE2</a:t>
            </a:r>
          </a:p>
        </p:txBody>
      </p:sp>
      <p:cxnSp>
        <p:nvCxnSpPr>
          <p:cNvPr id="132" name="Connecteur droit 10">
            <a:extLst>
              <a:ext uri="{FF2B5EF4-FFF2-40B4-BE49-F238E27FC236}">
                <a16:creationId xmlns:a16="http://schemas.microsoft.com/office/drawing/2014/main" id="{33AE9733-A609-1FD7-5626-707D4E947A2B}"/>
              </a:ext>
            </a:extLst>
          </p:cNvPr>
          <p:cNvCxnSpPr>
            <a:stCxn id="7" idx="2"/>
            <a:endCxn id="121" idx="1"/>
          </p:cNvCxnSpPr>
          <p:nvPr/>
        </p:nvCxnSpPr>
        <p:spPr>
          <a:xfrm rot="16200000" flipH="1">
            <a:off x="2725524" y="2633304"/>
            <a:ext cx="259272" cy="236458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Connecteur droit 10">
            <a:extLst>
              <a:ext uri="{FF2B5EF4-FFF2-40B4-BE49-F238E27FC236}">
                <a16:creationId xmlns:a16="http://schemas.microsoft.com/office/drawing/2014/main" id="{BD5D1470-071F-2903-141E-9AEBCE1D5BD0}"/>
              </a:ext>
            </a:extLst>
          </p:cNvPr>
          <p:cNvCxnSpPr>
            <a:stCxn id="7" idx="2"/>
            <a:endCxn id="131" idx="1"/>
          </p:cNvCxnSpPr>
          <p:nvPr/>
        </p:nvCxnSpPr>
        <p:spPr>
          <a:xfrm rot="16200000" flipH="1">
            <a:off x="2546236" y="2812591"/>
            <a:ext cx="620024" cy="238635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Connecteur droit avec flèche 60">
            <a:extLst>
              <a:ext uri="{FF2B5EF4-FFF2-40B4-BE49-F238E27FC236}">
                <a16:creationId xmlns:a16="http://schemas.microsoft.com/office/drawing/2014/main" id="{7C4DCAFD-59A0-D0C0-ACBA-D24FF3F24CB7}"/>
              </a:ext>
            </a:extLst>
          </p:cNvPr>
          <p:cNvCxnSpPr>
            <a:cxnSpLocks/>
            <a:stCxn id="131" idx="1"/>
          </p:cNvCxnSpPr>
          <p:nvPr/>
        </p:nvCxnSpPr>
        <p:spPr>
          <a:xfrm rot="10800000" flipV="1">
            <a:off x="2344252" y="3241921"/>
            <a:ext cx="631314" cy="2018606"/>
          </a:xfrm>
          <a:prstGeom prst="curvedConnector2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9" name="Groupe 141">
            <a:extLst>
              <a:ext uri="{FF2B5EF4-FFF2-40B4-BE49-F238E27FC236}">
                <a16:creationId xmlns:a16="http://schemas.microsoft.com/office/drawing/2014/main" id="{1917B145-F17C-0E36-77DA-6512977B93BE}"/>
              </a:ext>
            </a:extLst>
          </p:cNvPr>
          <p:cNvGrpSpPr/>
          <p:nvPr/>
        </p:nvGrpSpPr>
        <p:grpSpPr>
          <a:xfrm>
            <a:off x="2631844" y="2709915"/>
            <a:ext cx="298848" cy="267166"/>
            <a:chOff x="5618002" y="554276"/>
            <a:chExt cx="432000" cy="432000"/>
          </a:xfrm>
        </p:grpSpPr>
        <p:cxnSp>
          <p:nvCxnSpPr>
            <p:cNvPr id="141" name="Connecteur droit 142">
              <a:extLst>
                <a:ext uri="{FF2B5EF4-FFF2-40B4-BE49-F238E27FC236}">
                  <a16:creationId xmlns:a16="http://schemas.microsoft.com/office/drawing/2014/main" id="{079A00BC-67FE-C6E9-7A0F-0C15B742D0DC}"/>
                </a:ext>
              </a:extLst>
            </p:cNvPr>
            <p:cNvCxnSpPr/>
            <p:nvPr/>
          </p:nvCxnSpPr>
          <p:spPr>
            <a:xfrm flipH="1">
              <a:off x="5618002" y="806276"/>
              <a:ext cx="180000" cy="18000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Connecteur droit 143">
              <a:extLst>
                <a:ext uri="{FF2B5EF4-FFF2-40B4-BE49-F238E27FC236}">
                  <a16:creationId xmlns:a16="http://schemas.microsoft.com/office/drawing/2014/main" id="{D1ADC2D9-548A-81ED-13D3-63CD35EC031D}"/>
                </a:ext>
              </a:extLst>
            </p:cNvPr>
            <p:cNvCxnSpPr/>
            <p:nvPr/>
          </p:nvCxnSpPr>
          <p:spPr>
            <a:xfrm flipV="1">
              <a:off x="5798002" y="806276"/>
              <a:ext cx="252000" cy="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Connecteur droit 144">
              <a:extLst>
                <a:ext uri="{FF2B5EF4-FFF2-40B4-BE49-F238E27FC236}">
                  <a16:creationId xmlns:a16="http://schemas.microsoft.com/office/drawing/2014/main" id="{84EE6784-40C0-B0C3-823D-43D32BFDF5C2}"/>
                </a:ext>
              </a:extLst>
            </p:cNvPr>
            <p:cNvCxnSpPr/>
            <p:nvPr/>
          </p:nvCxnSpPr>
          <p:spPr>
            <a:xfrm flipV="1">
              <a:off x="5798002" y="554276"/>
              <a:ext cx="0" cy="25200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5" name="Groupe 145">
            <a:extLst>
              <a:ext uri="{FF2B5EF4-FFF2-40B4-BE49-F238E27FC236}">
                <a16:creationId xmlns:a16="http://schemas.microsoft.com/office/drawing/2014/main" id="{B762E407-C231-8D00-920A-756CF9F17029}"/>
              </a:ext>
            </a:extLst>
          </p:cNvPr>
          <p:cNvGrpSpPr/>
          <p:nvPr/>
        </p:nvGrpSpPr>
        <p:grpSpPr>
          <a:xfrm>
            <a:off x="2648555" y="3069528"/>
            <a:ext cx="298848" cy="267166"/>
            <a:chOff x="5618002" y="554276"/>
            <a:chExt cx="432000" cy="432000"/>
          </a:xfrm>
        </p:grpSpPr>
        <p:cxnSp>
          <p:nvCxnSpPr>
            <p:cNvPr id="147" name="Connecteur droit 146">
              <a:extLst>
                <a:ext uri="{FF2B5EF4-FFF2-40B4-BE49-F238E27FC236}">
                  <a16:creationId xmlns:a16="http://schemas.microsoft.com/office/drawing/2014/main" id="{4EA0AD88-7354-C7F1-7501-9FE95A2EEF76}"/>
                </a:ext>
              </a:extLst>
            </p:cNvPr>
            <p:cNvCxnSpPr/>
            <p:nvPr/>
          </p:nvCxnSpPr>
          <p:spPr>
            <a:xfrm flipH="1">
              <a:off x="5618002" y="806276"/>
              <a:ext cx="180000" cy="18000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Connecteur droit 147">
              <a:extLst>
                <a:ext uri="{FF2B5EF4-FFF2-40B4-BE49-F238E27FC236}">
                  <a16:creationId xmlns:a16="http://schemas.microsoft.com/office/drawing/2014/main" id="{7B9480FE-7FC6-3922-589D-97D716889CA4}"/>
                </a:ext>
              </a:extLst>
            </p:cNvPr>
            <p:cNvCxnSpPr/>
            <p:nvPr/>
          </p:nvCxnSpPr>
          <p:spPr>
            <a:xfrm flipV="1">
              <a:off x="5798002" y="806276"/>
              <a:ext cx="252000" cy="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Connecteur droit 148">
              <a:extLst>
                <a:ext uri="{FF2B5EF4-FFF2-40B4-BE49-F238E27FC236}">
                  <a16:creationId xmlns:a16="http://schemas.microsoft.com/office/drawing/2014/main" id="{5C69E573-DB37-2B89-D995-9880BB3AFC67}"/>
                </a:ext>
              </a:extLst>
            </p:cNvPr>
            <p:cNvCxnSpPr/>
            <p:nvPr/>
          </p:nvCxnSpPr>
          <p:spPr>
            <a:xfrm flipV="1">
              <a:off x="5798002" y="554276"/>
              <a:ext cx="0" cy="25200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1" name="Connecteur droit avec flèche 60">
            <a:extLst>
              <a:ext uri="{FF2B5EF4-FFF2-40B4-BE49-F238E27FC236}">
                <a16:creationId xmlns:a16="http://schemas.microsoft.com/office/drawing/2014/main" id="{6FE14E71-E0FD-EF47-AC2D-7695E23E155D}"/>
              </a:ext>
            </a:extLst>
          </p:cNvPr>
          <p:cNvCxnSpPr>
            <a:cxnSpLocks/>
            <a:stCxn id="121" idx="1"/>
          </p:cNvCxnSpPr>
          <p:nvPr/>
        </p:nvCxnSpPr>
        <p:spPr>
          <a:xfrm rot="10800000" flipV="1">
            <a:off x="2413113" y="2881168"/>
            <a:ext cx="560277" cy="2420403"/>
          </a:xfrm>
          <a:prstGeom prst="curved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ZoneTexte 4">
            <a:extLst>
              <a:ext uri="{FF2B5EF4-FFF2-40B4-BE49-F238E27FC236}">
                <a16:creationId xmlns:a16="http://schemas.microsoft.com/office/drawing/2014/main" id="{3DD0B51A-1928-FC51-6C92-4344AF5A5635}"/>
              </a:ext>
            </a:extLst>
          </p:cNvPr>
          <p:cNvSpPr txBox="1"/>
          <p:nvPr/>
        </p:nvSpPr>
        <p:spPr>
          <a:xfrm>
            <a:off x="2501454" y="3498062"/>
            <a:ext cx="492443" cy="25391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FR" sz="1050" dirty="0"/>
              <a:t>Part3</a:t>
            </a:r>
          </a:p>
        </p:txBody>
      </p:sp>
      <p:cxnSp>
        <p:nvCxnSpPr>
          <p:cNvPr id="159" name="Connecteur droit 10">
            <a:extLst>
              <a:ext uri="{FF2B5EF4-FFF2-40B4-BE49-F238E27FC236}">
                <a16:creationId xmlns:a16="http://schemas.microsoft.com/office/drawing/2014/main" id="{4F40DB7E-FF84-FEB9-86C4-4ACDF18EFAAC}"/>
              </a:ext>
            </a:extLst>
          </p:cNvPr>
          <p:cNvCxnSpPr>
            <a:cxnSpLocks/>
            <a:stCxn id="6" idx="2"/>
            <a:endCxn id="158" idx="1"/>
          </p:cNvCxnSpPr>
          <p:nvPr/>
        </p:nvCxnSpPr>
        <p:spPr>
          <a:xfrm rot="16200000" flipH="1">
            <a:off x="1640610" y="2764176"/>
            <a:ext cx="1414244" cy="307444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0" name="Groupe 23">
            <a:extLst>
              <a:ext uri="{FF2B5EF4-FFF2-40B4-BE49-F238E27FC236}">
                <a16:creationId xmlns:a16="http://schemas.microsoft.com/office/drawing/2014/main" id="{B328D200-8548-03E7-96C6-FF245313C63E}"/>
              </a:ext>
            </a:extLst>
          </p:cNvPr>
          <p:cNvGrpSpPr/>
          <p:nvPr/>
        </p:nvGrpSpPr>
        <p:grpSpPr>
          <a:xfrm>
            <a:off x="2194503" y="3429167"/>
            <a:ext cx="298848" cy="267166"/>
            <a:chOff x="5618002" y="554276"/>
            <a:chExt cx="432000" cy="432000"/>
          </a:xfrm>
        </p:grpSpPr>
        <p:cxnSp>
          <p:nvCxnSpPr>
            <p:cNvPr id="162" name="Connecteur droit 18">
              <a:extLst>
                <a:ext uri="{FF2B5EF4-FFF2-40B4-BE49-F238E27FC236}">
                  <a16:creationId xmlns:a16="http://schemas.microsoft.com/office/drawing/2014/main" id="{8DDE3661-4427-D3EC-3669-B5D0A1C1414B}"/>
                </a:ext>
              </a:extLst>
            </p:cNvPr>
            <p:cNvCxnSpPr/>
            <p:nvPr/>
          </p:nvCxnSpPr>
          <p:spPr>
            <a:xfrm flipH="1">
              <a:off x="5618002" y="806276"/>
              <a:ext cx="180000" cy="18000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Connecteur droit 19">
              <a:extLst>
                <a:ext uri="{FF2B5EF4-FFF2-40B4-BE49-F238E27FC236}">
                  <a16:creationId xmlns:a16="http://schemas.microsoft.com/office/drawing/2014/main" id="{CA6BB297-29B2-E9D2-2486-CBE8099DEE39}"/>
                </a:ext>
              </a:extLst>
            </p:cNvPr>
            <p:cNvCxnSpPr/>
            <p:nvPr/>
          </p:nvCxnSpPr>
          <p:spPr>
            <a:xfrm flipV="1">
              <a:off x="5798002" y="806276"/>
              <a:ext cx="252000" cy="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Connecteur droit 22">
              <a:extLst>
                <a:ext uri="{FF2B5EF4-FFF2-40B4-BE49-F238E27FC236}">
                  <a16:creationId xmlns:a16="http://schemas.microsoft.com/office/drawing/2014/main" id="{5FE41DFC-776C-813D-C809-0A2DCC91F929}"/>
                </a:ext>
              </a:extLst>
            </p:cNvPr>
            <p:cNvCxnSpPr/>
            <p:nvPr/>
          </p:nvCxnSpPr>
          <p:spPr>
            <a:xfrm flipV="1">
              <a:off x="5798002" y="554276"/>
              <a:ext cx="0" cy="25200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5" name="ZoneTexte 31">
            <a:extLst>
              <a:ext uri="{FF2B5EF4-FFF2-40B4-BE49-F238E27FC236}">
                <a16:creationId xmlns:a16="http://schemas.microsoft.com/office/drawing/2014/main" id="{98B86018-17EC-C093-5FE1-1E111C41239A}"/>
              </a:ext>
            </a:extLst>
          </p:cNvPr>
          <p:cNvSpPr txBox="1"/>
          <p:nvPr/>
        </p:nvSpPr>
        <p:spPr>
          <a:xfrm>
            <a:off x="2984134" y="3884292"/>
            <a:ext cx="362600" cy="25391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FR" sz="1050" dirty="0"/>
              <a:t>JE3</a:t>
            </a:r>
          </a:p>
        </p:txBody>
      </p:sp>
      <p:cxnSp>
        <p:nvCxnSpPr>
          <p:cNvPr id="167" name="Connecteur droit 10">
            <a:extLst>
              <a:ext uri="{FF2B5EF4-FFF2-40B4-BE49-F238E27FC236}">
                <a16:creationId xmlns:a16="http://schemas.microsoft.com/office/drawing/2014/main" id="{AC402E1D-A405-348A-2C54-D58CF6585F17}"/>
              </a:ext>
            </a:extLst>
          </p:cNvPr>
          <p:cNvCxnSpPr>
            <a:stCxn id="158" idx="2"/>
            <a:endCxn id="165" idx="1"/>
          </p:cNvCxnSpPr>
          <p:nvPr/>
        </p:nvCxnSpPr>
        <p:spPr>
          <a:xfrm rot="16200000" flipH="1">
            <a:off x="2736269" y="3763385"/>
            <a:ext cx="259272" cy="236458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Connecteur droit 10">
            <a:extLst>
              <a:ext uri="{FF2B5EF4-FFF2-40B4-BE49-F238E27FC236}">
                <a16:creationId xmlns:a16="http://schemas.microsoft.com/office/drawing/2014/main" id="{B319A166-9830-A56B-CB54-B7D7F50BC9AF}"/>
              </a:ext>
            </a:extLst>
          </p:cNvPr>
          <p:cNvCxnSpPr>
            <a:cxnSpLocks/>
            <a:stCxn id="158" idx="2"/>
            <a:endCxn id="259" idx="1"/>
          </p:cNvCxnSpPr>
          <p:nvPr/>
        </p:nvCxnSpPr>
        <p:spPr>
          <a:xfrm rot="16200000" flipH="1">
            <a:off x="2560935" y="3938719"/>
            <a:ext cx="605817" cy="232334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9" name="Groupe 141">
            <a:extLst>
              <a:ext uri="{FF2B5EF4-FFF2-40B4-BE49-F238E27FC236}">
                <a16:creationId xmlns:a16="http://schemas.microsoft.com/office/drawing/2014/main" id="{AE73F183-3752-EAAB-102F-11662B9E3691}"/>
              </a:ext>
            </a:extLst>
          </p:cNvPr>
          <p:cNvGrpSpPr/>
          <p:nvPr/>
        </p:nvGrpSpPr>
        <p:grpSpPr>
          <a:xfrm>
            <a:off x="2642589" y="3839996"/>
            <a:ext cx="298848" cy="267166"/>
            <a:chOff x="5618002" y="554276"/>
            <a:chExt cx="432000" cy="432000"/>
          </a:xfrm>
        </p:grpSpPr>
        <p:cxnSp>
          <p:nvCxnSpPr>
            <p:cNvPr id="170" name="Connecteur droit 142">
              <a:extLst>
                <a:ext uri="{FF2B5EF4-FFF2-40B4-BE49-F238E27FC236}">
                  <a16:creationId xmlns:a16="http://schemas.microsoft.com/office/drawing/2014/main" id="{B831ECB4-D5A2-290A-B07D-85D19653B70F}"/>
                </a:ext>
              </a:extLst>
            </p:cNvPr>
            <p:cNvCxnSpPr/>
            <p:nvPr/>
          </p:nvCxnSpPr>
          <p:spPr>
            <a:xfrm flipH="1">
              <a:off x="5618002" y="806276"/>
              <a:ext cx="180000" cy="18000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Connecteur droit 143">
              <a:extLst>
                <a:ext uri="{FF2B5EF4-FFF2-40B4-BE49-F238E27FC236}">
                  <a16:creationId xmlns:a16="http://schemas.microsoft.com/office/drawing/2014/main" id="{2139F75D-477D-0624-7CB3-0330E05982A0}"/>
                </a:ext>
              </a:extLst>
            </p:cNvPr>
            <p:cNvCxnSpPr/>
            <p:nvPr/>
          </p:nvCxnSpPr>
          <p:spPr>
            <a:xfrm flipV="1">
              <a:off x="5798002" y="806276"/>
              <a:ext cx="252000" cy="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Connecteur droit 144">
              <a:extLst>
                <a:ext uri="{FF2B5EF4-FFF2-40B4-BE49-F238E27FC236}">
                  <a16:creationId xmlns:a16="http://schemas.microsoft.com/office/drawing/2014/main" id="{281B8D9B-29F6-60A9-AEA1-1EC508FCA6AC}"/>
                </a:ext>
              </a:extLst>
            </p:cNvPr>
            <p:cNvCxnSpPr/>
            <p:nvPr/>
          </p:nvCxnSpPr>
          <p:spPr>
            <a:xfrm flipV="1">
              <a:off x="5798002" y="554276"/>
              <a:ext cx="0" cy="25200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3" name="Groupe 145">
            <a:extLst>
              <a:ext uri="{FF2B5EF4-FFF2-40B4-BE49-F238E27FC236}">
                <a16:creationId xmlns:a16="http://schemas.microsoft.com/office/drawing/2014/main" id="{35C723E7-99C3-3BCC-67C6-D9AD1054D76C}"/>
              </a:ext>
            </a:extLst>
          </p:cNvPr>
          <p:cNvGrpSpPr/>
          <p:nvPr/>
        </p:nvGrpSpPr>
        <p:grpSpPr>
          <a:xfrm>
            <a:off x="2659300" y="4199609"/>
            <a:ext cx="298848" cy="267166"/>
            <a:chOff x="5618002" y="554276"/>
            <a:chExt cx="432000" cy="432000"/>
          </a:xfrm>
        </p:grpSpPr>
        <p:cxnSp>
          <p:nvCxnSpPr>
            <p:cNvPr id="174" name="Connecteur droit 146">
              <a:extLst>
                <a:ext uri="{FF2B5EF4-FFF2-40B4-BE49-F238E27FC236}">
                  <a16:creationId xmlns:a16="http://schemas.microsoft.com/office/drawing/2014/main" id="{32CFD25A-3FFC-AE0C-5C37-38E64DADE0A4}"/>
                </a:ext>
              </a:extLst>
            </p:cNvPr>
            <p:cNvCxnSpPr/>
            <p:nvPr/>
          </p:nvCxnSpPr>
          <p:spPr>
            <a:xfrm flipH="1">
              <a:off x="5618002" y="806276"/>
              <a:ext cx="180000" cy="18000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Connecteur droit 147">
              <a:extLst>
                <a:ext uri="{FF2B5EF4-FFF2-40B4-BE49-F238E27FC236}">
                  <a16:creationId xmlns:a16="http://schemas.microsoft.com/office/drawing/2014/main" id="{6C4358F1-51B7-B7D3-8F94-7F31EE0822A9}"/>
                </a:ext>
              </a:extLst>
            </p:cNvPr>
            <p:cNvCxnSpPr/>
            <p:nvPr/>
          </p:nvCxnSpPr>
          <p:spPr>
            <a:xfrm flipV="1">
              <a:off x="5798002" y="806276"/>
              <a:ext cx="252000" cy="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Connecteur droit 148">
              <a:extLst>
                <a:ext uri="{FF2B5EF4-FFF2-40B4-BE49-F238E27FC236}">
                  <a16:creationId xmlns:a16="http://schemas.microsoft.com/office/drawing/2014/main" id="{62EA72BA-BB6D-5916-9B5D-CC1775325BC8}"/>
                </a:ext>
              </a:extLst>
            </p:cNvPr>
            <p:cNvCxnSpPr/>
            <p:nvPr/>
          </p:nvCxnSpPr>
          <p:spPr>
            <a:xfrm flipV="1">
              <a:off x="5798002" y="554276"/>
              <a:ext cx="0" cy="25200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7" name="Connecteur droit avec flèche 60">
            <a:extLst>
              <a:ext uri="{FF2B5EF4-FFF2-40B4-BE49-F238E27FC236}">
                <a16:creationId xmlns:a16="http://schemas.microsoft.com/office/drawing/2014/main" id="{91DE835A-56CD-2013-6148-175DEF4A8806}"/>
              </a:ext>
            </a:extLst>
          </p:cNvPr>
          <p:cNvCxnSpPr>
            <a:cxnSpLocks/>
            <a:stCxn id="165" idx="3"/>
          </p:cNvCxnSpPr>
          <p:nvPr/>
        </p:nvCxnSpPr>
        <p:spPr>
          <a:xfrm flipH="1">
            <a:off x="2537868" y="4011250"/>
            <a:ext cx="808866" cy="1378425"/>
          </a:xfrm>
          <a:prstGeom prst="curvedConnector4">
            <a:avLst>
              <a:gd name="adj1" fmla="val -65543"/>
              <a:gd name="adj2" fmla="val 54605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ZoneTexte 4">
            <a:extLst>
              <a:ext uri="{FF2B5EF4-FFF2-40B4-BE49-F238E27FC236}">
                <a16:creationId xmlns:a16="http://schemas.microsoft.com/office/drawing/2014/main" id="{6A67E663-4D5C-D560-B9F1-7CCFEBBA7D3E}"/>
              </a:ext>
            </a:extLst>
          </p:cNvPr>
          <p:cNvSpPr txBox="1"/>
          <p:nvPr/>
        </p:nvSpPr>
        <p:spPr>
          <a:xfrm>
            <a:off x="6611808" y="2367980"/>
            <a:ext cx="492443" cy="25391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FR" sz="1050" dirty="0"/>
              <a:t>Part1</a:t>
            </a:r>
          </a:p>
        </p:txBody>
      </p:sp>
      <p:sp>
        <p:nvSpPr>
          <p:cNvPr id="201" name="ZoneTexte 4">
            <a:extLst>
              <a:ext uri="{FF2B5EF4-FFF2-40B4-BE49-F238E27FC236}">
                <a16:creationId xmlns:a16="http://schemas.microsoft.com/office/drawing/2014/main" id="{E9C15F54-DB6D-34FE-31D7-B21990F7498D}"/>
              </a:ext>
            </a:extLst>
          </p:cNvPr>
          <p:cNvSpPr txBox="1"/>
          <p:nvPr/>
        </p:nvSpPr>
        <p:spPr>
          <a:xfrm>
            <a:off x="6622553" y="3498061"/>
            <a:ext cx="492443" cy="25391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FR" sz="1050" dirty="0"/>
              <a:t>Part3</a:t>
            </a:r>
          </a:p>
        </p:txBody>
      </p:sp>
      <p:cxnSp>
        <p:nvCxnSpPr>
          <p:cNvPr id="206" name="Connecteur droit 10">
            <a:extLst>
              <a:ext uri="{FF2B5EF4-FFF2-40B4-BE49-F238E27FC236}">
                <a16:creationId xmlns:a16="http://schemas.microsoft.com/office/drawing/2014/main" id="{57000DB1-5849-E147-BDC1-8E96A1CB259C}"/>
              </a:ext>
            </a:extLst>
          </p:cNvPr>
          <p:cNvCxnSpPr>
            <a:cxnSpLocks/>
            <a:endCxn id="200" idx="1"/>
          </p:cNvCxnSpPr>
          <p:nvPr/>
        </p:nvCxnSpPr>
        <p:spPr>
          <a:xfrm rot="16200000" flipH="1">
            <a:off x="6340679" y="2223809"/>
            <a:ext cx="320992" cy="221266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Connecteur droit 10">
            <a:extLst>
              <a:ext uri="{FF2B5EF4-FFF2-40B4-BE49-F238E27FC236}">
                <a16:creationId xmlns:a16="http://schemas.microsoft.com/office/drawing/2014/main" id="{4C12D2FD-EB2B-17DB-702A-41739ABCC4FA}"/>
              </a:ext>
            </a:extLst>
          </p:cNvPr>
          <p:cNvCxnSpPr>
            <a:cxnSpLocks/>
            <a:endCxn id="201" idx="1"/>
          </p:cNvCxnSpPr>
          <p:nvPr/>
        </p:nvCxnSpPr>
        <p:spPr>
          <a:xfrm rot="16200000" flipH="1">
            <a:off x="5790951" y="2793417"/>
            <a:ext cx="1431190" cy="232014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2" name="Groupe 23">
            <a:extLst>
              <a:ext uri="{FF2B5EF4-FFF2-40B4-BE49-F238E27FC236}">
                <a16:creationId xmlns:a16="http://schemas.microsoft.com/office/drawing/2014/main" id="{9F1DD005-16DF-3CB9-9978-773D5C29B29D}"/>
              </a:ext>
            </a:extLst>
          </p:cNvPr>
          <p:cNvGrpSpPr/>
          <p:nvPr/>
        </p:nvGrpSpPr>
        <p:grpSpPr>
          <a:xfrm>
            <a:off x="6335221" y="2256156"/>
            <a:ext cx="298848" cy="267166"/>
            <a:chOff x="5618002" y="554276"/>
            <a:chExt cx="432000" cy="432000"/>
          </a:xfrm>
        </p:grpSpPr>
        <p:cxnSp>
          <p:nvCxnSpPr>
            <p:cNvPr id="213" name="Connecteur droit 18">
              <a:extLst>
                <a:ext uri="{FF2B5EF4-FFF2-40B4-BE49-F238E27FC236}">
                  <a16:creationId xmlns:a16="http://schemas.microsoft.com/office/drawing/2014/main" id="{996905EF-8F8D-7928-0649-DDF2FF5DAAAE}"/>
                </a:ext>
              </a:extLst>
            </p:cNvPr>
            <p:cNvCxnSpPr/>
            <p:nvPr/>
          </p:nvCxnSpPr>
          <p:spPr>
            <a:xfrm flipH="1">
              <a:off x="5618002" y="806276"/>
              <a:ext cx="180000" cy="18000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Connecteur droit 19">
              <a:extLst>
                <a:ext uri="{FF2B5EF4-FFF2-40B4-BE49-F238E27FC236}">
                  <a16:creationId xmlns:a16="http://schemas.microsoft.com/office/drawing/2014/main" id="{0F8ACBD8-0271-FB4F-5D88-D46EAC680FBA}"/>
                </a:ext>
              </a:extLst>
            </p:cNvPr>
            <p:cNvCxnSpPr/>
            <p:nvPr/>
          </p:nvCxnSpPr>
          <p:spPr>
            <a:xfrm flipV="1">
              <a:off x="5798002" y="806276"/>
              <a:ext cx="252000" cy="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Connecteur droit 22">
              <a:extLst>
                <a:ext uri="{FF2B5EF4-FFF2-40B4-BE49-F238E27FC236}">
                  <a16:creationId xmlns:a16="http://schemas.microsoft.com/office/drawing/2014/main" id="{E1AD325A-7829-0DEE-FDC7-2D5BF34193F1}"/>
                </a:ext>
              </a:extLst>
            </p:cNvPr>
            <p:cNvCxnSpPr/>
            <p:nvPr/>
          </p:nvCxnSpPr>
          <p:spPr>
            <a:xfrm flipV="1">
              <a:off x="5798002" y="554276"/>
              <a:ext cx="0" cy="25200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6" name="Groupe 23">
            <a:extLst>
              <a:ext uri="{FF2B5EF4-FFF2-40B4-BE49-F238E27FC236}">
                <a16:creationId xmlns:a16="http://schemas.microsoft.com/office/drawing/2014/main" id="{6EFC954E-B775-70AA-1B2A-8CC9CCBE035A}"/>
              </a:ext>
            </a:extLst>
          </p:cNvPr>
          <p:cNvGrpSpPr/>
          <p:nvPr/>
        </p:nvGrpSpPr>
        <p:grpSpPr>
          <a:xfrm>
            <a:off x="6345966" y="3386237"/>
            <a:ext cx="298848" cy="267166"/>
            <a:chOff x="5618002" y="554276"/>
            <a:chExt cx="432000" cy="432000"/>
          </a:xfrm>
        </p:grpSpPr>
        <p:cxnSp>
          <p:nvCxnSpPr>
            <p:cNvPr id="217" name="Connecteur droit 18">
              <a:extLst>
                <a:ext uri="{FF2B5EF4-FFF2-40B4-BE49-F238E27FC236}">
                  <a16:creationId xmlns:a16="http://schemas.microsoft.com/office/drawing/2014/main" id="{749C69D7-53F3-10EC-3EC4-DF62258C04C6}"/>
                </a:ext>
              </a:extLst>
            </p:cNvPr>
            <p:cNvCxnSpPr/>
            <p:nvPr/>
          </p:nvCxnSpPr>
          <p:spPr>
            <a:xfrm flipH="1">
              <a:off x="5618002" y="806276"/>
              <a:ext cx="180000" cy="18000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Connecteur droit 19">
              <a:extLst>
                <a:ext uri="{FF2B5EF4-FFF2-40B4-BE49-F238E27FC236}">
                  <a16:creationId xmlns:a16="http://schemas.microsoft.com/office/drawing/2014/main" id="{E1100385-BA8D-925D-807D-F46326DA8C91}"/>
                </a:ext>
              </a:extLst>
            </p:cNvPr>
            <p:cNvCxnSpPr/>
            <p:nvPr/>
          </p:nvCxnSpPr>
          <p:spPr>
            <a:xfrm flipV="1">
              <a:off x="5798002" y="806276"/>
              <a:ext cx="252000" cy="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Connecteur droit 22">
              <a:extLst>
                <a:ext uri="{FF2B5EF4-FFF2-40B4-BE49-F238E27FC236}">
                  <a16:creationId xmlns:a16="http://schemas.microsoft.com/office/drawing/2014/main" id="{E8B045A4-49F5-3A78-3AD7-C1E6A4A72C08}"/>
                </a:ext>
              </a:extLst>
            </p:cNvPr>
            <p:cNvCxnSpPr/>
            <p:nvPr/>
          </p:nvCxnSpPr>
          <p:spPr>
            <a:xfrm flipV="1">
              <a:off x="5798002" y="554276"/>
              <a:ext cx="0" cy="25200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0" name="ZoneTexte 4">
            <a:extLst>
              <a:ext uri="{FF2B5EF4-FFF2-40B4-BE49-F238E27FC236}">
                <a16:creationId xmlns:a16="http://schemas.microsoft.com/office/drawing/2014/main" id="{5E89F96B-79B4-EA2E-D82F-28126F0B832A}"/>
              </a:ext>
            </a:extLst>
          </p:cNvPr>
          <p:cNvSpPr txBox="1"/>
          <p:nvPr/>
        </p:nvSpPr>
        <p:spPr>
          <a:xfrm>
            <a:off x="8271743" y="2944752"/>
            <a:ext cx="470000" cy="25391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FR" sz="1050" dirty="0"/>
              <a:t>MG2</a:t>
            </a:r>
          </a:p>
        </p:txBody>
      </p:sp>
      <p:sp>
        <p:nvSpPr>
          <p:cNvPr id="222" name="ZoneTexte 43">
            <a:extLst>
              <a:ext uri="{FF2B5EF4-FFF2-40B4-BE49-F238E27FC236}">
                <a16:creationId xmlns:a16="http://schemas.microsoft.com/office/drawing/2014/main" id="{6E3FA82E-711A-5D22-5754-41770ECD5C22}"/>
              </a:ext>
            </a:extLst>
          </p:cNvPr>
          <p:cNvSpPr txBox="1"/>
          <p:nvPr/>
        </p:nvSpPr>
        <p:spPr>
          <a:xfrm>
            <a:off x="8207544" y="4023136"/>
            <a:ext cx="460382" cy="25391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FR" sz="1050" dirty="0"/>
              <a:t>MC3</a:t>
            </a:r>
          </a:p>
        </p:txBody>
      </p:sp>
      <p:cxnSp>
        <p:nvCxnSpPr>
          <p:cNvPr id="223" name="Connecteur droit 10">
            <a:extLst>
              <a:ext uri="{FF2B5EF4-FFF2-40B4-BE49-F238E27FC236}">
                <a16:creationId xmlns:a16="http://schemas.microsoft.com/office/drawing/2014/main" id="{793AC4B8-4260-0571-E446-EE8C6914EC02}"/>
              </a:ext>
            </a:extLst>
          </p:cNvPr>
          <p:cNvCxnSpPr>
            <a:cxnSpLocks/>
            <a:stCxn id="225" idx="2"/>
            <a:endCxn id="222" idx="3"/>
          </p:cNvCxnSpPr>
          <p:nvPr/>
        </p:nvCxnSpPr>
        <p:spPr>
          <a:xfrm rot="16200000" flipH="1">
            <a:off x="8490542" y="3972710"/>
            <a:ext cx="206408" cy="148359"/>
          </a:xfrm>
          <a:prstGeom prst="bentConnector4">
            <a:avLst>
              <a:gd name="adj1" fmla="val 19246"/>
              <a:gd name="adj2" fmla="val 238524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Connecteur droit 10">
            <a:extLst>
              <a:ext uri="{FF2B5EF4-FFF2-40B4-BE49-F238E27FC236}">
                <a16:creationId xmlns:a16="http://schemas.microsoft.com/office/drawing/2014/main" id="{081E72D0-AD2C-77E3-C323-88A547FC0F44}"/>
              </a:ext>
            </a:extLst>
          </p:cNvPr>
          <p:cNvCxnSpPr>
            <a:cxnSpLocks/>
            <a:endCxn id="222" idx="1"/>
          </p:cNvCxnSpPr>
          <p:nvPr/>
        </p:nvCxnSpPr>
        <p:spPr>
          <a:xfrm>
            <a:off x="7074097" y="3884292"/>
            <a:ext cx="1133447" cy="265802"/>
          </a:xfrm>
          <a:prstGeom prst="bentConnector3">
            <a:avLst>
              <a:gd name="adj1" fmla="val 50000"/>
            </a:avLst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ZoneTexte 4">
            <a:extLst>
              <a:ext uri="{FF2B5EF4-FFF2-40B4-BE49-F238E27FC236}">
                <a16:creationId xmlns:a16="http://schemas.microsoft.com/office/drawing/2014/main" id="{096D6612-3506-2564-2FF3-9F67B38382D4}"/>
              </a:ext>
            </a:extLst>
          </p:cNvPr>
          <p:cNvSpPr txBox="1"/>
          <p:nvPr/>
        </p:nvSpPr>
        <p:spPr>
          <a:xfrm>
            <a:off x="8284567" y="3689770"/>
            <a:ext cx="470000" cy="25391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FR" sz="1050" dirty="0"/>
              <a:t>MG3</a:t>
            </a:r>
          </a:p>
        </p:txBody>
      </p:sp>
      <p:cxnSp>
        <p:nvCxnSpPr>
          <p:cNvPr id="246" name="Connecteur droit avec flèche 60">
            <a:extLst>
              <a:ext uri="{FF2B5EF4-FFF2-40B4-BE49-F238E27FC236}">
                <a16:creationId xmlns:a16="http://schemas.microsoft.com/office/drawing/2014/main" id="{22A9E08D-0156-2DC4-04FA-A336E8A54698}"/>
              </a:ext>
            </a:extLst>
          </p:cNvPr>
          <p:cNvCxnSpPr>
            <a:cxnSpLocks/>
            <a:stCxn id="225" idx="3"/>
          </p:cNvCxnSpPr>
          <p:nvPr/>
        </p:nvCxnSpPr>
        <p:spPr>
          <a:xfrm flipH="1">
            <a:off x="6719687" y="3816728"/>
            <a:ext cx="2034880" cy="1501044"/>
          </a:xfrm>
          <a:prstGeom prst="curvedConnector3">
            <a:avLst>
              <a:gd name="adj1" fmla="val -11234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Connecteur droit avec flèche 60">
            <a:extLst>
              <a:ext uri="{FF2B5EF4-FFF2-40B4-BE49-F238E27FC236}">
                <a16:creationId xmlns:a16="http://schemas.microsoft.com/office/drawing/2014/main" id="{197BAF27-0DE6-B4AD-E3D2-CDE771095AB1}"/>
              </a:ext>
            </a:extLst>
          </p:cNvPr>
          <p:cNvCxnSpPr>
            <a:cxnSpLocks/>
            <a:stCxn id="62" idx="3"/>
          </p:cNvCxnSpPr>
          <p:nvPr/>
        </p:nvCxnSpPr>
        <p:spPr>
          <a:xfrm flipH="1">
            <a:off x="6780462" y="4501103"/>
            <a:ext cx="1959693" cy="904850"/>
          </a:xfrm>
          <a:prstGeom prst="curvedConnector3">
            <a:avLst>
              <a:gd name="adj1" fmla="val -1166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ZoneTexte 31">
            <a:extLst>
              <a:ext uri="{FF2B5EF4-FFF2-40B4-BE49-F238E27FC236}">
                <a16:creationId xmlns:a16="http://schemas.microsoft.com/office/drawing/2014/main" id="{DD78A5A8-A102-D1F9-4716-59269B88C75B}"/>
              </a:ext>
            </a:extLst>
          </p:cNvPr>
          <p:cNvSpPr txBox="1"/>
          <p:nvPr/>
        </p:nvSpPr>
        <p:spPr>
          <a:xfrm>
            <a:off x="2980010" y="4230837"/>
            <a:ext cx="362600" cy="25391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FR" sz="1050" dirty="0"/>
              <a:t>JE3</a:t>
            </a:r>
          </a:p>
        </p:txBody>
      </p:sp>
      <p:cxnSp>
        <p:nvCxnSpPr>
          <p:cNvPr id="261" name="Connecteur droit avec flèche 60">
            <a:extLst>
              <a:ext uri="{FF2B5EF4-FFF2-40B4-BE49-F238E27FC236}">
                <a16:creationId xmlns:a16="http://schemas.microsoft.com/office/drawing/2014/main" id="{133560F2-2584-39A8-EE0A-F630F3C7EB47}"/>
              </a:ext>
            </a:extLst>
          </p:cNvPr>
          <p:cNvCxnSpPr>
            <a:cxnSpLocks/>
            <a:stCxn id="259" idx="3"/>
          </p:cNvCxnSpPr>
          <p:nvPr/>
        </p:nvCxnSpPr>
        <p:spPr>
          <a:xfrm flipH="1">
            <a:off x="2569633" y="4357795"/>
            <a:ext cx="772977" cy="1031879"/>
          </a:xfrm>
          <a:prstGeom prst="curvedConnector4">
            <a:avLst>
              <a:gd name="adj1" fmla="val -29574"/>
              <a:gd name="adj2" fmla="val 5615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7" name="ZoneTexte 44">
            <a:extLst>
              <a:ext uri="{FF2B5EF4-FFF2-40B4-BE49-F238E27FC236}">
                <a16:creationId xmlns:a16="http://schemas.microsoft.com/office/drawing/2014/main" id="{F0AD7263-8EF3-5815-8424-CA8DCF7C87B5}"/>
              </a:ext>
            </a:extLst>
          </p:cNvPr>
          <p:cNvSpPr txBox="1"/>
          <p:nvPr/>
        </p:nvSpPr>
        <p:spPr>
          <a:xfrm>
            <a:off x="7234184" y="4313000"/>
            <a:ext cx="372218" cy="25391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FR" sz="1050" dirty="0"/>
              <a:t>JE3</a:t>
            </a:r>
          </a:p>
        </p:txBody>
      </p:sp>
      <p:cxnSp>
        <p:nvCxnSpPr>
          <p:cNvPr id="9" name="Connecteur droit avec flèche 60">
            <a:extLst>
              <a:ext uri="{FF2B5EF4-FFF2-40B4-BE49-F238E27FC236}">
                <a16:creationId xmlns:a16="http://schemas.microsoft.com/office/drawing/2014/main" id="{21B91F92-785E-ED4A-38E6-A05A23A6D5A7}"/>
              </a:ext>
            </a:extLst>
          </p:cNvPr>
          <p:cNvCxnSpPr>
            <a:cxnSpLocks/>
            <a:stCxn id="61" idx="1"/>
          </p:cNvCxnSpPr>
          <p:nvPr/>
        </p:nvCxnSpPr>
        <p:spPr>
          <a:xfrm rot="10800000">
            <a:off x="6498088" y="2227269"/>
            <a:ext cx="1786479" cy="222057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60">
            <a:extLst>
              <a:ext uri="{FF2B5EF4-FFF2-40B4-BE49-F238E27FC236}">
                <a16:creationId xmlns:a16="http://schemas.microsoft.com/office/drawing/2014/main" id="{F764A06B-A642-7555-BE96-C670622B040F}"/>
              </a:ext>
            </a:extLst>
          </p:cNvPr>
          <p:cNvCxnSpPr>
            <a:cxnSpLocks/>
            <a:stCxn id="220" idx="1"/>
          </p:cNvCxnSpPr>
          <p:nvPr/>
        </p:nvCxnSpPr>
        <p:spPr>
          <a:xfrm rot="10800000">
            <a:off x="6498077" y="2576282"/>
            <a:ext cx="1773666" cy="49542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60">
            <a:extLst>
              <a:ext uri="{FF2B5EF4-FFF2-40B4-BE49-F238E27FC236}">
                <a16:creationId xmlns:a16="http://schemas.microsoft.com/office/drawing/2014/main" id="{515B758A-4285-915D-184F-3246E4093AB0}"/>
              </a:ext>
            </a:extLst>
          </p:cNvPr>
          <p:cNvCxnSpPr>
            <a:cxnSpLocks/>
            <a:stCxn id="225" idx="3"/>
          </p:cNvCxnSpPr>
          <p:nvPr/>
        </p:nvCxnSpPr>
        <p:spPr>
          <a:xfrm flipH="1" flipV="1">
            <a:off x="6498077" y="3689770"/>
            <a:ext cx="2256490" cy="126958"/>
          </a:xfrm>
          <a:prstGeom prst="curvedConnector5">
            <a:avLst>
              <a:gd name="adj1" fmla="val -10131"/>
              <a:gd name="adj2" fmla="val -280060"/>
              <a:gd name="adj3" fmla="val 60414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10">
            <a:extLst>
              <a:ext uri="{FF2B5EF4-FFF2-40B4-BE49-F238E27FC236}">
                <a16:creationId xmlns:a16="http://schemas.microsoft.com/office/drawing/2014/main" id="{5EC826D7-488D-7388-1A28-A6166359E6C2}"/>
              </a:ext>
            </a:extLst>
          </p:cNvPr>
          <p:cNvCxnSpPr>
            <a:cxnSpLocks/>
            <a:stCxn id="60" idx="3"/>
            <a:endCxn id="220" idx="3"/>
          </p:cNvCxnSpPr>
          <p:nvPr/>
        </p:nvCxnSpPr>
        <p:spPr>
          <a:xfrm>
            <a:off x="7474062" y="2046993"/>
            <a:ext cx="1267681" cy="1024717"/>
          </a:xfrm>
          <a:prstGeom prst="bentConnector3">
            <a:avLst>
              <a:gd name="adj1" fmla="val 118033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10">
            <a:extLst>
              <a:ext uri="{FF2B5EF4-FFF2-40B4-BE49-F238E27FC236}">
                <a16:creationId xmlns:a16="http://schemas.microsoft.com/office/drawing/2014/main" id="{A26D4EE0-89AF-926D-89D2-67BBDFCB78DB}"/>
              </a:ext>
            </a:extLst>
          </p:cNvPr>
          <p:cNvCxnSpPr>
            <a:cxnSpLocks/>
            <a:stCxn id="60" idx="3"/>
            <a:endCxn id="225" idx="3"/>
          </p:cNvCxnSpPr>
          <p:nvPr/>
        </p:nvCxnSpPr>
        <p:spPr>
          <a:xfrm>
            <a:off x="7474062" y="2046993"/>
            <a:ext cx="1280505" cy="1769735"/>
          </a:xfrm>
          <a:prstGeom prst="bentConnector3">
            <a:avLst>
              <a:gd name="adj1" fmla="val 116662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avec flèche 60">
            <a:extLst>
              <a:ext uri="{FF2B5EF4-FFF2-40B4-BE49-F238E27FC236}">
                <a16:creationId xmlns:a16="http://schemas.microsoft.com/office/drawing/2014/main" id="{B0640615-64FE-44B7-973F-A98286555A61}"/>
              </a:ext>
            </a:extLst>
          </p:cNvPr>
          <p:cNvCxnSpPr>
            <a:cxnSpLocks/>
            <a:stCxn id="62" idx="3"/>
          </p:cNvCxnSpPr>
          <p:nvPr/>
        </p:nvCxnSpPr>
        <p:spPr>
          <a:xfrm flipH="1" flipV="1">
            <a:off x="6498077" y="3816728"/>
            <a:ext cx="2242078" cy="684375"/>
          </a:xfrm>
          <a:prstGeom prst="curvedConnector3">
            <a:avLst>
              <a:gd name="adj1" fmla="val -1019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2427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3D0925-393E-F51C-0D47-5C05D6AFF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Edition 5 </a:t>
            </a:r>
            <a:r>
              <a:rPr lang="de-DE" dirty="0" err="1"/>
              <a:t>example</a:t>
            </a:r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601751D-8FC5-664F-D90D-A743C1B05EE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/>
              <a:t>PDM-IF Winter Workshop - 28th of January &amp; 4th of February 2025</a:t>
            </a:r>
            <a:endParaRPr lang="en-US" noProof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58AD02F-35D8-A8F4-DE3D-37AF2E450B6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0FD2C4-56EC-4F07-B0B8-CEAC86EF6E31}" type="slidenum">
              <a:rPr lang="en-US" noProof="0" smtClean="0"/>
              <a:pPr/>
              <a:t>14</a:t>
            </a:fld>
            <a:endParaRPr lang="en-US" noProof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4ADD169-A1CE-C2EE-7F0D-4E31A8BFBC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Use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AssemblyShapeJoint</a:t>
            </a:r>
            <a:endParaRPr lang="de-DE" dirty="0"/>
          </a:p>
        </p:txBody>
      </p:sp>
      <p:sp>
        <p:nvSpPr>
          <p:cNvPr id="10" name="Inhaltsplatzhalter 5">
            <a:extLst>
              <a:ext uri="{FF2B5EF4-FFF2-40B4-BE49-F238E27FC236}">
                <a16:creationId xmlns:a16="http://schemas.microsoft.com/office/drawing/2014/main" id="{CDA47027-CF7D-9365-F191-D4C8AE3D42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6170506"/>
            <a:ext cx="10423072" cy="541514"/>
          </a:xfrm>
        </p:spPr>
        <p:txBody>
          <a:bodyPr vert="horz" lIns="0" tIns="0" rIns="0" bIns="0" rtlCol="0" anchor="t">
            <a:normAutofit fontScale="47500" lnSpcReduction="20000"/>
          </a:bodyPr>
          <a:lstStyle/>
          <a:p>
            <a:pPr marL="229870" indent="-229870"/>
            <a:r>
              <a:rPr lang="de-DE" dirty="0"/>
              <a:t>Pierre 27.3.25: </a:t>
            </a:r>
            <a:r>
              <a:rPr lang="de-DE" dirty="0" err="1">
                <a:highlight>
                  <a:srgbClr val="00FF00"/>
                </a:highlight>
              </a:rPr>
              <a:t>MatingConnection</a:t>
            </a:r>
            <a:r>
              <a:rPr lang="de-DE" dirty="0"/>
              <a:t> </a:t>
            </a:r>
            <a:r>
              <a:rPr lang="de-DE" dirty="0" err="1"/>
              <a:t>shall</a:t>
            </a:r>
            <a:r>
              <a:rPr lang="de-DE" dirty="0"/>
              <a:t> </a:t>
            </a:r>
            <a:r>
              <a:rPr lang="de-DE" dirty="0" err="1"/>
              <a:t>group</a:t>
            </a:r>
            <a:r>
              <a:rPr lang="de-DE" dirty="0"/>
              <a:t> </a:t>
            </a:r>
            <a:r>
              <a:rPr lang="de-DE" dirty="0" err="1"/>
              <a:t>only</a:t>
            </a:r>
            <a:r>
              <a:rPr lang="de-DE" dirty="0"/>
              <a:t> different </a:t>
            </a:r>
            <a:r>
              <a:rPr lang="de-DE" dirty="0" err="1"/>
              <a:t>occurrences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identical</a:t>
            </a:r>
            <a:r>
              <a:rPr lang="de-DE" dirty="0"/>
              <a:t> </a:t>
            </a:r>
            <a:r>
              <a:rPr lang="de-DE" dirty="0" err="1"/>
              <a:t>fasteners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which</a:t>
            </a:r>
            <a:r>
              <a:rPr lang="de-DE" dirty="0"/>
              <a:t> ALL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parameters</a:t>
            </a:r>
            <a:r>
              <a:rPr lang="de-DE" dirty="0"/>
              <a:t>/</a:t>
            </a:r>
            <a:r>
              <a:rPr lang="de-DE" dirty="0" err="1"/>
              <a:t>requirements</a:t>
            </a:r>
            <a:r>
              <a:rPr lang="de-DE" dirty="0"/>
              <a:t>/…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same</a:t>
            </a:r>
            <a:br>
              <a:rPr lang="de-DE" dirty="0"/>
            </a:br>
            <a:r>
              <a:rPr lang="de-DE" dirty="0"/>
              <a:t>=&gt; </a:t>
            </a:r>
            <a:r>
              <a:rPr lang="de-DE" dirty="0" err="1"/>
              <a:t>RequirementAssignment</a:t>
            </a:r>
            <a:r>
              <a:rPr lang="de-DE" dirty="0"/>
              <a:t> </a:t>
            </a:r>
            <a:r>
              <a:rPr lang="de-DE" dirty="0" err="1"/>
              <a:t>shall</a:t>
            </a:r>
            <a:r>
              <a:rPr lang="de-DE" dirty="0"/>
              <a:t> </a:t>
            </a:r>
            <a:r>
              <a:rPr lang="de-DE" dirty="0" err="1"/>
              <a:t>always</a:t>
            </a:r>
            <a:r>
              <a:rPr lang="de-DE" dirty="0"/>
              <a:t> </a:t>
            </a:r>
            <a:r>
              <a:rPr lang="de-DE" dirty="0" err="1"/>
              <a:t>reference</a:t>
            </a:r>
            <a:r>
              <a:rPr lang="de-DE" dirty="0"/>
              <a:t> </a:t>
            </a:r>
            <a:r>
              <a:rPr lang="de-DE" dirty="0" err="1"/>
              <a:t>MatingGroup</a:t>
            </a:r>
            <a:r>
              <a:rPr lang="de-DE" dirty="0"/>
              <a:t> (</a:t>
            </a:r>
            <a:r>
              <a:rPr lang="de-DE" dirty="0" err="1"/>
              <a:t>even</a:t>
            </a:r>
            <a:r>
              <a:rPr lang="de-DE" dirty="0"/>
              <a:t>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there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only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occurrence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a </a:t>
            </a:r>
            <a:r>
              <a:rPr lang="de-DE" dirty="0" err="1"/>
              <a:t>fastener</a:t>
            </a:r>
            <a:r>
              <a:rPr lang="de-DE" dirty="0"/>
              <a:t> </a:t>
            </a:r>
            <a:r>
              <a:rPr lang="de-DE" dirty="0" err="1"/>
              <a:t>within</a:t>
            </a:r>
            <a:r>
              <a:rPr lang="de-DE" dirty="0"/>
              <a:t> a </a:t>
            </a:r>
            <a:r>
              <a:rPr lang="de-DE" dirty="0" err="1"/>
              <a:t>MatingConnection</a:t>
            </a:r>
            <a:r>
              <a:rPr lang="de-DE" dirty="0"/>
              <a:t>)</a:t>
            </a:r>
            <a:br>
              <a:rPr lang="de-DE" dirty="0"/>
            </a:br>
            <a:r>
              <a:rPr lang="de-DE" dirty="0"/>
              <a:t>=&gt; </a:t>
            </a:r>
            <a:r>
              <a:rPr lang="de-DE" dirty="0" err="1">
                <a:highlight>
                  <a:srgbClr val="00FF00"/>
                </a:highlight>
              </a:rPr>
              <a:t>PartInformationSelect</a:t>
            </a:r>
            <a:r>
              <a:rPr lang="de-DE" dirty="0">
                <a:highlight>
                  <a:srgbClr val="00FF00"/>
                </a:highlight>
              </a:rPr>
              <a:t> </a:t>
            </a:r>
            <a:r>
              <a:rPr lang="de-DE" dirty="0" err="1">
                <a:highlight>
                  <a:srgbClr val="00FF00"/>
                </a:highlight>
              </a:rPr>
              <a:t>shall</a:t>
            </a:r>
            <a:r>
              <a:rPr lang="de-DE" dirty="0">
                <a:highlight>
                  <a:srgbClr val="00FF00"/>
                </a:highlight>
              </a:rPr>
              <a:t> </a:t>
            </a:r>
            <a:r>
              <a:rPr lang="de-DE" dirty="0" err="1">
                <a:highlight>
                  <a:srgbClr val="00FF00"/>
                </a:highlight>
              </a:rPr>
              <a:t>include</a:t>
            </a:r>
            <a:r>
              <a:rPr lang="de-DE" dirty="0">
                <a:highlight>
                  <a:srgbClr val="00FF00"/>
                </a:highlight>
              </a:rPr>
              <a:t> also </a:t>
            </a:r>
            <a:r>
              <a:rPr lang="de-DE" dirty="0" err="1">
                <a:highlight>
                  <a:srgbClr val="00FF00"/>
                </a:highlight>
              </a:rPr>
              <a:t>AssemblyGroup</a:t>
            </a:r>
            <a:r>
              <a:rPr lang="de-DE" dirty="0">
                <a:highlight>
                  <a:srgbClr val="00FF00"/>
                </a:highlight>
              </a:rPr>
              <a:t> (</a:t>
            </a:r>
            <a:r>
              <a:rPr lang="de-DE" dirty="0" err="1">
                <a:highlight>
                  <a:srgbClr val="00FF00"/>
                </a:highlight>
              </a:rPr>
              <a:t>for</a:t>
            </a:r>
            <a:r>
              <a:rPr lang="de-DE" dirty="0">
                <a:highlight>
                  <a:srgbClr val="00FF00"/>
                </a:highlight>
              </a:rPr>
              <a:t> </a:t>
            </a:r>
            <a:r>
              <a:rPr lang="de-DE" dirty="0" err="1">
                <a:highlight>
                  <a:srgbClr val="00FF00"/>
                </a:highlight>
              </a:rPr>
              <a:t>AssemblyShapeJoint.ElementOf</a:t>
            </a:r>
            <a:endParaRPr lang="en-US" dirty="0">
              <a:highlight>
                <a:srgbClr val="00FF00"/>
              </a:highlight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816499D5-822C-A828-6814-A38805B61C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457" y="1299907"/>
            <a:ext cx="9988986" cy="479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937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MBx-IF 2023 - CAx">
  <a:themeElements>
    <a:clrScheme name="CAx-IF 2019">
      <a:dk1>
        <a:srgbClr val="333333"/>
      </a:dk1>
      <a:lt1>
        <a:sysClr val="window" lastClr="FFFFFF"/>
      </a:lt1>
      <a:dk2>
        <a:srgbClr val="941038"/>
      </a:dk2>
      <a:lt2>
        <a:srgbClr val="FFFFFF"/>
      </a:lt2>
      <a:accent1>
        <a:srgbClr val="F6D800"/>
      </a:accent1>
      <a:accent2>
        <a:srgbClr val="D79AA9"/>
      </a:accent2>
      <a:accent3>
        <a:srgbClr val="00006B"/>
      </a:accent3>
      <a:accent4>
        <a:srgbClr val="99CCFF"/>
      </a:accent4>
      <a:accent5>
        <a:srgbClr val="0C560E"/>
      </a:accent5>
      <a:accent6>
        <a:srgbClr val="6DC770"/>
      </a:accent6>
      <a:hlink>
        <a:srgbClr val="AAAAAA"/>
      </a:hlink>
      <a:folHlink>
        <a:srgbClr val="AAAAAA"/>
      </a:folHlink>
    </a:clrScheme>
    <a:fontScheme name="LOTAR Segue UI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Rauchglas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28575" h="4127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ot="0" spcFirstLastPara="0" vertOverflow="overflow" horzOverflow="overflow" vert="horz" wrap="square" lIns="0" tIns="0" rIns="0" bIns="0" numCol="1" spcCol="0" rtlCol="0" fromWordArt="0" anchor="t" anchorCtr="0" forceAA="0" compatLnSpc="1">
        <a:prstTxWarp prst="textNoShape">
          <a:avLst/>
        </a:prstTxWarp>
        <a:noAutofit/>
      </a:bodyPr>
      <a:lstStyle>
        <a:defPPr algn="ctr">
          <a:defRPr sz="16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19050">
          <a:solidFill>
            <a:srgbClr val="B8B8B8"/>
          </a:solidFill>
          <a:head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solidFill>
          <a:schemeClr val="bg1"/>
        </a:solidFill>
      </a:spPr>
      <a:bodyPr wrap="square" lIns="0" tIns="0" rIns="0" bIns="0" rtlCol="0">
        <a:spAutoFit/>
      </a:bodyPr>
      <a:lstStyle>
        <a:defPPr>
          <a:defRPr sz="16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2" id="{3A10A1EB-8BD8-4C1F-8276-ECB5635AF7B8}" vid="{06066961-7147-4286-B2EB-524E2AB80025}"/>
    </a:ext>
  </a:extLst>
</a:theme>
</file>

<file path=ppt/theme/theme2.xml><?xml version="1.0" encoding="utf-8"?>
<a:theme xmlns:a="http://schemas.openxmlformats.org/drawingml/2006/main" name="MBx-IF 2023 - MBx">
  <a:themeElements>
    <a:clrScheme name="CAx-IF 2019">
      <a:dk1>
        <a:srgbClr val="333333"/>
      </a:dk1>
      <a:lt1>
        <a:sysClr val="window" lastClr="FFFFFF"/>
      </a:lt1>
      <a:dk2>
        <a:srgbClr val="941038"/>
      </a:dk2>
      <a:lt2>
        <a:srgbClr val="FFFFFF"/>
      </a:lt2>
      <a:accent1>
        <a:srgbClr val="F6D800"/>
      </a:accent1>
      <a:accent2>
        <a:srgbClr val="D79AA9"/>
      </a:accent2>
      <a:accent3>
        <a:srgbClr val="00006B"/>
      </a:accent3>
      <a:accent4>
        <a:srgbClr val="99CCFF"/>
      </a:accent4>
      <a:accent5>
        <a:srgbClr val="0C560E"/>
      </a:accent5>
      <a:accent6>
        <a:srgbClr val="6DC770"/>
      </a:accent6>
      <a:hlink>
        <a:srgbClr val="AAAAAA"/>
      </a:hlink>
      <a:folHlink>
        <a:srgbClr val="AAAAAA"/>
      </a:folHlink>
    </a:clrScheme>
    <a:fontScheme name="LOTAR Segue UI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Rauchglas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28575" h="4127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ot="0" spcFirstLastPara="0" vertOverflow="overflow" horzOverflow="overflow" vert="horz" wrap="square" lIns="0" tIns="0" rIns="0" bIns="0" numCol="1" spcCol="0" rtlCol="0" fromWordArt="0" anchor="t" anchorCtr="0" forceAA="0" compatLnSpc="1">
        <a:prstTxWarp prst="textNoShape">
          <a:avLst/>
        </a:prstTxWarp>
        <a:noAutofit/>
      </a:bodyPr>
      <a:lstStyle>
        <a:defPPr algn="ctr">
          <a:defRPr sz="16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19050">
          <a:solidFill>
            <a:srgbClr val="B8B8B8"/>
          </a:solidFill>
          <a:head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solidFill>
          <a:schemeClr val="bg1"/>
        </a:solidFill>
      </a:spPr>
      <a:bodyPr wrap="square" lIns="0" tIns="0" rIns="0" bIns="0" rtlCol="0">
        <a:spAutoFit/>
      </a:bodyPr>
      <a:lstStyle>
        <a:defPPr>
          <a:defRPr sz="16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2" id="{3A10A1EB-8BD8-4C1F-8276-ECB5635AF7B8}" vid="{5F77CCFB-6ADE-4EC9-848B-E2DA4ED3C599}"/>
    </a:ext>
  </a:extLst>
</a:theme>
</file>

<file path=ppt/theme/theme3.xml><?xml version="1.0" encoding="utf-8"?>
<a:theme xmlns:a="http://schemas.openxmlformats.org/drawingml/2006/main" name="MBx-IF 2023 - PDM">
  <a:themeElements>
    <a:clrScheme name="CAx-IF 2023">
      <a:dk1>
        <a:srgbClr val="333333"/>
      </a:dk1>
      <a:lt1>
        <a:sysClr val="window" lastClr="FFFFFF"/>
      </a:lt1>
      <a:dk2>
        <a:srgbClr val="941038"/>
      </a:dk2>
      <a:lt2>
        <a:srgbClr val="FFFFFF"/>
      </a:lt2>
      <a:accent1>
        <a:srgbClr val="F6D800"/>
      </a:accent1>
      <a:accent2>
        <a:srgbClr val="D79AA9"/>
      </a:accent2>
      <a:accent3>
        <a:srgbClr val="C35C15"/>
      </a:accent3>
      <a:accent4>
        <a:srgbClr val="F0A572"/>
      </a:accent4>
      <a:accent5>
        <a:srgbClr val="0C560E"/>
      </a:accent5>
      <a:accent6>
        <a:srgbClr val="6DC770"/>
      </a:accent6>
      <a:hlink>
        <a:srgbClr val="AAAAAA"/>
      </a:hlink>
      <a:folHlink>
        <a:srgbClr val="AAAAAA"/>
      </a:folHlink>
    </a:clrScheme>
    <a:fontScheme name="LOTAR Segue UI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Rauchglas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28575" h="4127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ot="0" spcFirstLastPara="0" vertOverflow="overflow" horzOverflow="overflow" vert="horz" wrap="square" lIns="0" tIns="0" rIns="0" bIns="0" numCol="1" spcCol="0" rtlCol="0" fromWordArt="0" anchor="t" anchorCtr="0" forceAA="0" compatLnSpc="1">
        <a:prstTxWarp prst="textNoShape">
          <a:avLst/>
        </a:prstTxWarp>
        <a:noAutofit/>
      </a:bodyPr>
      <a:lstStyle>
        <a:defPPr algn="ctr">
          <a:defRPr sz="16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19050">
          <a:solidFill>
            <a:srgbClr val="B8B8B8"/>
          </a:solidFill>
          <a:head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solidFill>
          <a:schemeClr val="bg1"/>
        </a:solidFill>
      </a:spPr>
      <a:bodyPr wrap="square" lIns="0" tIns="0" rIns="0" bIns="0" rtlCol="0">
        <a:spAutoFit/>
      </a:bodyPr>
      <a:lstStyle>
        <a:defPPr>
          <a:defRPr sz="16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2" id="{3A10A1EB-8BD8-4C1F-8276-ECB5635AF7B8}" vid="{4B6E1269-0EE2-45DB-BEB2-74E08EA57BE9}"/>
    </a:ext>
  </a:extLst>
</a:theme>
</file>

<file path=ppt/theme/theme4.xml><?xml version="1.0" encoding="utf-8"?>
<a:theme xmlns:a="http://schemas.openxmlformats.org/drawingml/2006/main" name="MBx-IF 2019 - EWIS">
  <a:themeElements>
    <a:clrScheme name="CAx-IF 2019">
      <a:dk1>
        <a:srgbClr val="333333"/>
      </a:dk1>
      <a:lt1>
        <a:sysClr val="window" lastClr="FFFFFF"/>
      </a:lt1>
      <a:dk2>
        <a:srgbClr val="941038"/>
      </a:dk2>
      <a:lt2>
        <a:srgbClr val="FFFFFF"/>
      </a:lt2>
      <a:accent1>
        <a:srgbClr val="F6D800"/>
      </a:accent1>
      <a:accent2>
        <a:srgbClr val="D79AA9"/>
      </a:accent2>
      <a:accent3>
        <a:srgbClr val="00006B"/>
      </a:accent3>
      <a:accent4>
        <a:srgbClr val="99CCFF"/>
      </a:accent4>
      <a:accent5>
        <a:srgbClr val="0C560E"/>
      </a:accent5>
      <a:accent6>
        <a:srgbClr val="6DC770"/>
      </a:accent6>
      <a:hlink>
        <a:srgbClr val="AAAAAA"/>
      </a:hlink>
      <a:folHlink>
        <a:srgbClr val="AAAAAA"/>
      </a:folHlink>
    </a:clrScheme>
    <a:fontScheme name="LOTAR Segue UI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Rauchglas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28575" h="4127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ot="0" spcFirstLastPara="0" vertOverflow="overflow" horzOverflow="overflow" vert="horz" wrap="square" lIns="0" tIns="0" rIns="0" bIns="0" numCol="1" spcCol="0" rtlCol="0" fromWordArt="0" anchor="t" anchorCtr="0" forceAA="0" compatLnSpc="1">
        <a:prstTxWarp prst="textNoShape">
          <a:avLst/>
        </a:prstTxWarp>
        <a:noAutofit/>
      </a:bodyPr>
      <a:lstStyle>
        <a:defPPr algn="ctr">
          <a:defRPr sz="16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19050">
          <a:solidFill>
            <a:srgbClr val="B8B8B8"/>
          </a:solidFill>
          <a:head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solidFill>
          <a:schemeClr val="bg1"/>
        </a:solidFill>
      </a:spPr>
      <a:bodyPr wrap="square" lIns="0" tIns="0" rIns="0" bIns="0" rtlCol="0">
        <a:spAutoFit/>
      </a:bodyPr>
      <a:lstStyle>
        <a:defPPr>
          <a:defRPr sz="16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2" id="{3A10A1EB-8BD8-4C1F-8276-ECB5635AF7B8}" vid="{1045C098-BBE8-493C-98DB-F010D499B238}"/>
    </a:ext>
  </a:extLst>
</a:theme>
</file>

<file path=ppt/theme/theme5.xml><?xml version="1.0" encoding="utf-8"?>
<a:theme xmlns:a="http://schemas.openxmlformats.org/drawingml/2006/main" name="2_MBx-IF 2019 - MBx">
  <a:themeElements>
    <a:clrScheme name="CAx-IF 2019">
      <a:dk1>
        <a:srgbClr val="333333"/>
      </a:dk1>
      <a:lt1>
        <a:sysClr val="window" lastClr="FFFFFF"/>
      </a:lt1>
      <a:dk2>
        <a:srgbClr val="941038"/>
      </a:dk2>
      <a:lt2>
        <a:srgbClr val="FFFFFF"/>
      </a:lt2>
      <a:accent1>
        <a:srgbClr val="F6D800"/>
      </a:accent1>
      <a:accent2>
        <a:srgbClr val="D79AA9"/>
      </a:accent2>
      <a:accent3>
        <a:srgbClr val="00006B"/>
      </a:accent3>
      <a:accent4>
        <a:srgbClr val="99CCFF"/>
      </a:accent4>
      <a:accent5>
        <a:srgbClr val="0C560E"/>
      </a:accent5>
      <a:accent6>
        <a:srgbClr val="6DC770"/>
      </a:accent6>
      <a:hlink>
        <a:srgbClr val="AAAAAA"/>
      </a:hlink>
      <a:folHlink>
        <a:srgbClr val="AAAAAA"/>
      </a:folHlink>
    </a:clrScheme>
    <a:fontScheme name="Prostep AG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Rauchglas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28575" h="4127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ot="0" spcFirstLastPara="0" vertOverflow="overflow" horzOverflow="overflow" vert="horz" wrap="square" lIns="0" tIns="0" rIns="0" bIns="0" numCol="1" spcCol="0" rtlCol="0" fromWordArt="0" anchor="t" anchorCtr="0" forceAA="0" compatLnSpc="1">
        <a:prstTxWarp prst="textNoShape">
          <a:avLst/>
        </a:prstTxWarp>
        <a:noAutofit/>
      </a:bodyPr>
      <a:lstStyle>
        <a:defPPr algn="ctr">
          <a:defRPr sz="16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19050">
          <a:solidFill>
            <a:srgbClr val="B8B8B8"/>
          </a:solidFill>
          <a:head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solidFill>
          <a:schemeClr val="bg1"/>
        </a:solidFill>
      </a:spPr>
      <a:bodyPr wrap="square" lIns="0" tIns="0" rIns="0" bIns="0" rtlCol="0">
        <a:spAutoFit/>
      </a:bodyPr>
      <a:lstStyle>
        <a:defPPr>
          <a:defRPr sz="16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3C85DA29-8216-4CC2-B241-2C1F4EFAE7A5}" vid="{D677583C-420C-4129-A03C-D06E95A12FC5}"/>
    </a:ext>
  </a:extLst>
</a:theme>
</file>

<file path=ppt/theme/theme6.xml><?xml version="1.0" encoding="utf-8"?>
<a:theme xmlns:a="http://schemas.openxmlformats.org/drawingml/2006/main" name="Larissa">
  <a:themeElements>
    <a:clrScheme name="Prostep AG">
      <a:dk1>
        <a:sysClr val="windowText" lastClr="000000"/>
      </a:dk1>
      <a:lt1>
        <a:sysClr val="window" lastClr="FFFFFF"/>
      </a:lt1>
      <a:dk2>
        <a:srgbClr val="004489"/>
      </a:dk2>
      <a:lt2>
        <a:srgbClr val="FFFFFF"/>
      </a:lt2>
      <a:accent1>
        <a:srgbClr val="3498DB"/>
      </a:accent1>
      <a:accent2>
        <a:srgbClr val="B70B34"/>
      </a:accent2>
      <a:accent3>
        <a:srgbClr val="9BBB59"/>
      </a:accent3>
      <a:accent4>
        <a:srgbClr val="F8AD02"/>
      </a:accent4>
      <a:accent5>
        <a:srgbClr val="D85C1B"/>
      </a:accent5>
      <a:accent6>
        <a:srgbClr val="2A899F"/>
      </a:accent6>
      <a:hlink>
        <a:srgbClr val="B2B2B2"/>
      </a:hlink>
      <a:folHlink>
        <a:srgbClr val="7F7F7F"/>
      </a:folHlink>
    </a:clrScheme>
    <a:fontScheme name="Prostep AG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Larissa">
  <a:themeElements>
    <a:clrScheme name="Prostep AG">
      <a:dk1>
        <a:sysClr val="windowText" lastClr="000000"/>
      </a:dk1>
      <a:lt1>
        <a:sysClr val="window" lastClr="FFFFFF"/>
      </a:lt1>
      <a:dk2>
        <a:srgbClr val="004489"/>
      </a:dk2>
      <a:lt2>
        <a:srgbClr val="FFFFFF"/>
      </a:lt2>
      <a:accent1>
        <a:srgbClr val="3498DB"/>
      </a:accent1>
      <a:accent2>
        <a:srgbClr val="B70B34"/>
      </a:accent2>
      <a:accent3>
        <a:srgbClr val="9BBB59"/>
      </a:accent3>
      <a:accent4>
        <a:srgbClr val="F8AD02"/>
      </a:accent4>
      <a:accent5>
        <a:srgbClr val="D85C1B"/>
      </a:accent5>
      <a:accent6>
        <a:srgbClr val="2A899F"/>
      </a:accent6>
      <a:hlink>
        <a:srgbClr val="B2B2B2"/>
      </a:hlink>
      <a:folHlink>
        <a:srgbClr val="7F7F7F"/>
      </a:folHlink>
    </a:clrScheme>
    <a:fontScheme name="Prostep AG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0619ad3-09d0-4d22-a7b2-850a6149e099" xsi:nil="true"/>
    <lcf76f155ced4ddcb4097134ff3c332f xmlns="b7289474-4b42-4020-9e35-0b2f6ed77b27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1FE3C90B4048240AC29EDBE158AD17A" ma:contentTypeVersion="" ma:contentTypeDescription="Create a new document." ma:contentTypeScope="" ma:versionID="6f0144bebd5e27a756e23603f91c9a3f">
  <xsd:schema xmlns:xsd="http://www.w3.org/2001/XMLSchema" xmlns:xs="http://www.w3.org/2001/XMLSchema" xmlns:p="http://schemas.microsoft.com/office/2006/metadata/properties" xmlns:ns2="b7289474-4b42-4020-9e35-0b2f6ed77b27" xmlns:ns3="d0619ad3-09d0-4d22-a7b2-850a6149e099" targetNamespace="http://schemas.microsoft.com/office/2006/metadata/properties" ma:root="true" ma:fieldsID="ffc05f7cd7e4968c2f7763c8f86ea337" ns2:_="" ns3:_="">
    <xsd:import namespace="b7289474-4b42-4020-9e35-0b2f6ed77b27"/>
    <xsd:import namespace="d0619ad3-09d0-4d22-a7b2-850a6149e09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289474-4b42-4020-9e35-0b2f6ed77b2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ba16bd0-b0d5-4e71-a169-f8c18b09da3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619ad3-09d0-4d22-a7b2-850a6149e09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4454311e-0909-4bd3-8a84-4b90e6b2ecdf}" ma:internalName="TaxCatchAll" ma:showField="CatchAllData" ma:web="d0619ad3-09d0-4d22-a7b2-850a6149e09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82AC190-01CE-476C-A857-B1A709180E5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9D4A128-8175-4854-B226-EDE9AD836FEB}">
  <ds:schemaRefs>
    <ds:schemaRef ds:uri="http://www.w3.org/XML/1998/namespace"/>
    <ds:schemaRef ds:uri="b7289474-4b42-4020-9e35-0b2f6ed77b27"/>
    <ds:schemaRef ds:uri="http://schemas.openxmlformats.org/package/2006/metadata/core-properties"/>
    <ds:schemaRef ds:uri="http://purl.org/dc/terms/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d0619ad3-09d0-4d22-a7b2-850a6149e099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BA06CD25-D1F0-4A78-AFC9-A36A47F447E7}">
  <ds:schemaRefs>
    <ds:schemaRef ds:uri="b7289474-4b42-4020-9e35-0b2f6ed77b27"/>
    <ds:schemaRef ds:uri="d0619ad3-09d0-4d22-a7b2-850a6149e09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bde4dffc-4b60-4cf6-8b04-a5eeb25f5c4f}" enabled="0" method="" siteId="{bde4dffc-4b60-4cf6-8b04-a5eeb25f5c4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MBx-IF_2023</Template>
  <TotalTime>0</TotalTime>
  <Words>2368</Words>
  <Application>Microsoft Office PowerPoint</Application>
  <PresentationFormat>Benutzerdefiniert</PresentationFormat>
  <Paragraphs>524</Paragraphs>
  <Slides>14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12</vt:i4>
      </vt:variant>
      <vt:variant>
        <vt:lpstr>Design</vt:lpstr>
      </vt:variant>
      <vt:variant>
        <vt:i4>5</vt:i4>
      </vt:variant>
      <vt:variant>
        <vt:lpstr>Folientitel</vt:lpstr>
      </vt:variant>
      <vt:variant>
        <vt:i4>14</vt:i4>
      </vt:variant>
    </vt:vector>
  </HeadingPairs>
  <TitlesOfParts>
    <vt:vector size="31" baseType="lpstr">
      <vt:lpstr>-apple-system</vt:lpstr>
      <vt:lpstr>Arial</vt:lpstr>
      <vt:lpstr>Avenir Book</vt:lpstr>
      <vt:lpstr>Calibri</vt:lpstr>
      <vt:lpstr>Cambria</vt:lpstr>
      <vt:lpstr>Consolas</vt:lpstr>
      <vt:lpstr>CorpoS</vt:lpstr>
      <vt:lpstr>Segoe UI</vt:lpstr>
      <vt:lpstr>Segoe UI Semibold</vt:lpstr>
      <vt:lpstr>Symbol</vt:lpstr>
      <vt:lpstr>Times New Roman</vt:lpstr>
      <vt:lpstr>Wingdings</vt:lpstr>
      <vt:lpstr>MBx-IF 2023 - CAx</vt:lpstr>
      <vt:lpstr>MBx-IF 2023 - MBx</vt:lpstr>
      <vt:lpstr>MBx-IF 2023 - PDM</vt:lpstr>
      <vt:lpstr>MBx-IF 2019 - EWIS</vt:lpstr>
      <vt:lpstr>2_MBx-IF 2019 - MBx</vt:lpstr>
      <vt:lpstr>Fasteners</vt:lpstr>
      <vt:lpstr>PDM-IF Scope</vt:lpstr>
      <vt:lpstr>PDM-IF Scope</vt:lpstr>
      <vt:lpstr>Use Case Status</vt:lpstr>
      <vt:lpstr>Use Case Status</vt:lpstr>
      <vt:lpstr>Use Case Status</vt:lpstr>
      <vt:lpstr>Issues with DomainModel</vt:lpstr>
      <vt:lpstr>DomainModel Proposal for Edition 5</vt:lpstr>
      <vt:lpstr>Issues with χmcf</vt:lpstr>
      <vt:lpstr>Relevant mating types at BMW </vt:lpstr>
      <vt:lpstr>Relevant mating types at Dassault Aviation </vt:lpstr>
      <vt:lpstr>Edition 5 example</vt:lpstr>
      <vt:lpstr>Edition 5 example</vt:lpstr>
      <vt:lpstr>Edition 5 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Winter Workshop Input Guillaume</dc:title>
  <dc:creator>Boy, Jochen</dc:creator>
  <cp:lastModifiedBy>Hirel, Guillaume</cp:lastModifiedBy>
  <cp:revision>531</cp:revision>
  <dcterms:created xsi:type="dcterms:W3CDTF">2023-12-11T12:15:03Z</dcterms:created>
  <dcterms:modified xsi:type="dcterms:W3CDTF">2025-10-15T12:15:33Z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0x01010011FE3C90B4048240AC29EDBE158AD17A</vt:lpwstr>
  </property>
  <property fmtid="{D5CDD505-2E9C-101B-9397-08002B2CF9AE}" pid="3" name="MediaServiceImageTags">
    <vt:lpwstr/>
  </property>
</Properties>
</file>