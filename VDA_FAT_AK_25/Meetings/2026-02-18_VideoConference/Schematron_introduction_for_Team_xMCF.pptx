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25"/>
  </p:notesMasterIdLst>
  <p:sldIdLst>
    <p:sldId id="256" r:id="rId5"/>
    <p:sldId id="277" r:id="rId6"/>
    <p:sldId id="265" r:id="rId7"/>
    <p:sldId id="273" r:id="rId8"/>
    <p:sldId id="257" r:id="rId9"/>
    <p:sldId id="262" r:id="rId10"/>
    <p:sldId id="279" r:id="rId11"/>
    <p:sldId id="281" r:id="rId12"/>
    <p:sldId id="280" r:id="rId13"/>
    <p:sldId id="267" r:id="rId14"/>
    <p:sldId id="274" r:id="rId15"/>
    <p:sldId id="266" r:id="rId16"/>
    <p:sldId id="275" r:id="rId17"/>
    <p:sldId id="272" r:id="rId18"/>
    <p:sldId id="263" r:id="rId19"/>
    <p:sldId id="276" r:id="rId20"/>
    <p:sldId id="264" r:id="rId21"/>
    <p:sldId id="283" r:id="rId22"/>
    <p:sldId id="282" r:id="rId23"/>
    <p:sldId id="284" r:id="rId24"/>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85611F-F503-4249-A771-976EA39BC44C}" v="1119" dt="2026-02-18T15:12:48.435"/>
    <p1510:client id="{DFB607E7-6CA8-8C48-B9F3-2C2E3AAE4250}" v="23" dt="2026-02-18T08:13:18.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75"/>
    <p:restoredTop sz="96213"/>
  </p:normalViewPr>
  <p:slideViewPr>
    <p:cSldViewPr snapToGrid="0">
      <p:cViewPr varScale="1">
        <p:scale>
          <a:sx n="214" d="100"/>
          <a:sy n="214" d="100"/>
        </p:scale>
        <p:origin x="12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57C948-671E-CA48-99A9-51F1BB1A2C3B}" type="datetimeFigureOut">
              <a:rPr lang="en-GB" smtClean="0"/>
              <a:t>18/02/2026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EFB631-BB7A-9D4D-9FA3-FD24B4AFCAF2}" type="slidenum">
              <a:rPr lang="en-GB" smtClean="0"/>
              <a:t>‹#›</a:t>
            </a:fld>
            <a:endParaRPr lang="en-GB"/>
          </a:p>
        </p:txBody>
      </p:sp>
    </p:spTree>
    <p:extLst>
      <p:ext uri="{BB962C8B-B14F-4D97-AF65-F5344CB8AC3E}">
        <p14:creationId xmlns:p14="http://schemas.microsoft.com/office/powerpoint/2010/main" val="2851922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Bx Title">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F8A8387-CD93-458E-9648-94BB16E8E42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44191" y="316279"/>
            <a:ext cx="8503620" cy="3598026"/>
          </a:xfrm>
          <a:prstGeom prst="rect">
            <a:avLst/>
          </a:prstGeom>
        </p:spPr>
      </p:pic>
      <p:sp>
        <p:nvSpPr>
          <p:cNvPr id="2" name="Titel 1"/>
          <p:cNvSpPr>
            <a:spLocks noGrp="1"/>
          </p:cNvSpPr>
          <p:nvPr>
            <p:ph type="title" hasCustomPrompt="1"/>
          </p:nvPr>
        </p:nvSpPr>
        <p:spPr>
          <a:xfrm>
            <a:off x="1857842" y="3135900"/>
            <a:ext cx="8453900" cy="2253600"/>
          </a:xfrm>
        </p:spPr>
        <p:txBody>
          <a:bodyPr rIns="0" anchor="b" anchorCtr="0">
            <a:noAutofit/>
          </a:bodyPr>
          <a:lstStyle>
            <a:lvl1pPr algn="ctr">
              <a:lnSpc>
                <a:spcPct val="80000"/>
              </a:lnSpc>
              <a:spcBef>
                <a:spcPts val="1000"/>
              </a:spcBef>
              <a:defRPr sz="3600">
                <a:solidFill>
                  <a:srgbClr val="333333"/>
                </a:solidFill>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8" name="Untertitel 2"/>
          <p:cNvSpPr>
            <a:spLocks noGrp="1"/>
          </p:cNvSpPr>
          <p:nvPr>
            <p:ph type="subTitle" idx="1" hasCustomPrompt="1"/>
          </p:nvPr>
        </p:nvSpPr>
        <p:spPr>
          <a:xfrm>
            <a:off x="1858416" y="5513091"/>
            <a:ext cx="8455258" cy="540000"/>
          </a:xfrm>
          <a:noFill/>
          <a:ln>
            <a:noFill/>
          </a:ln>
        </p:spPr>
        <p:txBody>
          <a:bodyPr vert="horz" lIns="0" tIns="0" rIns="0" bIns="0" rtlCol="0" anchor="t" anchorCtr="0">
            <a:noAutofit/>
          </a:bodyPr>
          <a:lstStyle>
            <a:lvl1pPr marL="0" marR="0" indent="0" algn="ctr" defTabSz="914400" rtl="0" eaLnBrk="1" fontAlgn="auto" latinLnBrk="0" hangingPunct="1">
              <a:lnSpc>
                <a:spcPct val="80000"/>
              </a:lnSpc>
              <a:spcBef>
                <a:spcPts val="0"/>
              </a:spcBef>
              <a:spcAft>
                <a:spcPts val="0"/>
              </a:spcAft>
              <a:buClrTx/>
              <a:buSzTx/>
              <a:buFont typeface="Arial" panose="020B0604020202020204" pitchFamily="34" charset="0"/>
              <a:buNone/>
              <a:tabLst/>
              <a:defRPr lang="en-US" sz="2400" dirty="0" smtClean="0">
                <a:solidFill>
                  <a:schemeClr val="tx1"/>
                </a:solidFill>
              </a:defRPr>
            </a:lvl1pPr>
          </a:lstStyle>
          <a:p>
            <a:pPr marL="0" marR="0" lvl="0" indent="0" algn="ctr" defTabSz="914400" rtl="0" eaLnBrk="1" fontAlgn="auto" latinLnBrk="0" hangingPunct="1">
              <a:lnSpc>
                <a:spcPct val="80000"/>
              </a:lnSpc>
              <a:spcBef>
                <a:spcPts val="0"/>
              </a:spcBef>
              <a:spcAft>
                <a:spcPts val="0"/>
              </a:spcAft>
              <a:buClrTx/>
              <a:buSzTx/>
              <a:buFont typeface="Arial" panose="020B0604020202020204" pitchFamily="34" charset="0"/>
              <a:buNone/>
              <a:tabLst/>
              <a:defRPr/>
            </a:pPr>
            <a:r>
              <a:rPr lang="en-US" noProof="0"/>
              <a:t>Click to add subtitle</a:t>
            </a:r>
          </a:p>
        </p:txBody>
      </p:sp>
      <p:pic>
        <p:nvPicPr>
          <p:cNvPr id="10" name="Bild 7" descr="170328_Prostep_Logo_dunkelblau_rgb.png">
            <a:extLst>
              <a:ext uri="{FF2B5EF4-FFF2-40B4-BE49-F238E27FC236}">
                <a16:creationId xmlns:a16="http://schemas.microsoft.com/office/drawing/2014/main" id="{7739213E-6440-4109-8C0A-DE49B356122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038807" y="6261189"/>
            <a:ext cx="876932" cy="474472"/>
          </a:xfrm>
          <a:prstGeom prst="rect">
            <a:avLst/>
          </a:prstGeom>
        </p:spPr>
      </p:pic>
      <p:pic>
        <p:nvPicPr>
          <p:cNvPr id="11" name="Picture 2" descr="C:\Offlinedateien\CAX-IF Projektdoku\Misc\Präsentationen\PDES Logo.png">
            <a:extLst>
              <a:ext uri="{FF2B5EF4-FFF2-40B4-BE49-F238E27FC236}">
                <a16:creationId xmlns:a16="http://schemas.microsoft.com/office/drawing/2014/main" id="{75AA605D-6E17-45C9-8FF8-61213833D719}"/>
              </a:ext>
            </a:extLst>
          </p:cNvPr>
          <p:cNvPicPr>
            <a:picLocks noChangeAspect="1" noChangeArrowheads="1"/>
          </p:cNvPicPr>
          <p:nvPr userDrawn="1"/>
        </p:nvPicPr>
        <p:blipFill rotWithShape="1">
          <a:blip r:embed="rId4" cstate="screen">
            <a:extLst>
              <a:ext uri="{28A0092B-C50C-407E-A947-70E740481C1C}">
                <a14:useLocalDpi xmlns:a14="http://schemas.microsoft.com/office/drawing/2010/main"/>
              </a:ext>
            </a:extLst>
          </a:blip>
          <a:srcRect/>
          <a:stretch/>
        </p:blipFill>
        <p:spPr bwMode="auto">
          <a:xfrm>
            <a:off x="5271911" y="6163674"/>
            <a:ext cx="1625762" cy="63880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blue and black logo&#10;&#10;AI-generated content may be incorrect.">
            <a:extLst>
              <a:ext uri="{FF2B5EF4-FFF2-40B4-BE49-F238E27FC236}">
                <a16:creationId xmlns:a16="http://schemas.microsoft.com/office/drawing/2014/main" id="{11AF5F0D-4B7A-B602-BFEA-3C2054093044}"/>
              </a:ext>
            </a:extLst>
          </p:cNvPr>
          <p:cNvPicPr>
            <a:picLocks noChangeAspect="1"/>
          </p:cNvPicPr>
          <p:nvPr userDrawn="1"/>
        </p:nvPicPr>
        <p:blipFill>
          <a:blip r:embed="rId5"/>
          <a:srcRect l="16863" t="26617" r="19191" b="34720"/>
          <a:stretch/>
        </p:blipFill>
        <p:spPr>
          <a:xfrm>
            <a:off x="85962" y="6215796"/>
            <a:ext cx="1571973" cy="534564"/>
          </a:xfrm>
          <a:prstGeom prst="rect">
            <a:avLst/>
          </a:prstGeom>
        </p:spPr>
      </p:pic>
    </p:spTree>
    <p:extLst>
      <p:ext uri="{BB962C8B-B14F-4D97-AF65-F5344CB8AC3E}">
        <p14:creationId xmlns:p14="http://schemas.microsoft.com/office/powerpoint/2010/main" val="273216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Bx Empt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lvl1pPr>
              <a:defRPr/>
            </a:lvl1pPr>
          </a:lstStyle>
          <a:p>
            <a:r>
              <a:rPr lang="en-US"/>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9" name="Textplatzhalter 8"/>
          <p:cNvSpPr>
            <a:spLocks noGrp="1"/>
          </p:cNvSpPr>
          <p:nvPr>
            <p:ph type="body" sz="quarter" idx="16" hasCustomPrompt="1"/>
          </p:nvPr>
        </p:nvSpPr>
        <p:spPr>
          <a:xfrm>
            <a:off x="540070" y="1029150"/>
            <a:ext cx="10798348" cy="540000"/>
          </a:xfrm>
          <a:ln>
            <a:noFill/>
          </a:ln>
        </p:spPr>
        <p:txBody>
          <a:bodyPr/>
          <a:lstStyle>
            <a:lvl1pPr marL="0" indent="0">
              <a:buFont typeface="Arial" panose="020B0604020202020204" pitchFamily="34" charset="0"/>
              <a:buNone/>
              <a:defRPr sz="2000">
                <a:solidFill>
                  <a:schemeClr val="tx1"/>
                </a:solidFill>
              </a:defRPr>
            </a:lvl1pPr>
          </a:lstStyle>
          <a:p>
            <a:pPr lvl="0"/>
            <a:r>
              <a:rPr lang="en-US" noProof="0"/>
              <a:t>Click to add subtitle</a:t>
            </a:r>
          </a:p>
        </p:txBody>
      </p:sp>
    </p:spTree>
    <p:extLst>
      <p:ext uri="{BB962C8B-B14F-4D97-AF65-F5344CB8AC3E}">
        <p14:creationId xmlns:p14="http://schemas.microsoft.com/office/powerpoint/2010/main" val="254299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Bx Single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2" y="1029150"/>
            <a:ext cx="10607335" cy="541514"/>
          </a:xfrm>
          <a:ln>
            <a:noFill/>
          </a:ln>
        </p:spPr>
        <p:txBody>
          <a:bodyPr vert="horz" lIns="0" tIns="0" rIns="0" bIns="0" rtlCol="0">
            <a:noAutofit/>
          </a:bodyPr>
          <a:lstStyle>
            <a:lvl1pPr marL="0" marR="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lang="de-DE" sz="2000" noProof="0" dirty="0" smtClean="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lang="en-US" noProof="0"/>
              <a:t>Click to add subtitle</a:t>
            </a:r>
          </a:p>
        </p:txBody>
      </p:sp>
      <p:sp>
        <p:nvSpPr>
          <p:cNvPr id="7" name="Textplatzhalter 2"/>
          <p:cNvSpPr>
            <a:spLocks noGrp="1"/>
          </p:cNvSpPr>
          <p:nvPr>
            <p:ph idx="1" hasCustomPrompt="1"/>
          </p:nvPr>
        </p:nvSpPr>
        <p:spPr>
          <a:xfrm>
            <a:off x="540070" y="1638415"/>
            <a:ext cx="10605631" cy="4725971"/>
          </a:xfrm>
          <a:prstGeom prst="rect">
            <a:avLst/>
          </a:prstGeom>
          <a:solidFill>
            <a:srgbClr val="FFFFFF">
              <a:alpha val="65098"/>
            </a:srgbClr>
          </a:solidFill>
        </p:spPr>
        <p:txBody>
          <a:bodyPr vert="horz" lIns="0" tIns="0" rIns="0" bIns="0" rtlCol="0">
            <a:noAutofit/>
          </a:bodyPr>
          <a:lstStyle>
            <a:lvl1pPr>
              <a:defRPr lang="en-US" sz="2400" noProof="0" dirty="0"/>
            </a:lvl1pPr>
            <a:lvl2pPr>
              <a:defRPr lang="en-US" sz="2000" noProof="0" dirty="0"/>
            </a:lvl2pPr>
            <a:lvl3pPr>
              <a:defRPr lang="en-US" sz="1800" noProof="0" dirty="0"/>
            </a:lvl3pPr>
            <a:lvl4pPr>
              <a:defRPr lang="en-US" sz="1600" noProof="0" dirty="0"/>
            </a:lvl4pPr>
            <a:lvl5pPr>
              <a:defRPr lang="en-US"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2748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Bx Two Cont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2" y="1029150"/>
            <a:ext cx="10607335" cy="541514"/>
          </a:xfrm>
          <a:ln>
            <a:noFill/>
          </a:ln>
        </p:spPr>
        <p:txBody>
          <a:bodyPr vert="horz" lIns="0" tIns="0" rIns="0" bIns="0" rtlCol="0">
            <a:noAutofit/>
          </a:bodyPr>
          <a:lstStyle>
            <a:lvl1pPr marL="342900" indent="-342900">
              <a:buFont typeface="Arial" panose="020B0604020202020204" pitchFamily="34" charset="0"/>
              <a:buNone/>
              <a:defRPr lang="de-DE" sz="2000" noProof="0" dirty="0" smtClean="0">
                <a:solidFill>
                  <a:schemeClr val="tx1"/>
                </a:solidFill>
              </a:defRPr>
            </a:lvl1pPr>
          </a:lstStyle>
          <a:p>
            <a:pPr marL="0" lvl="0" indent="0"/>
            <a:r>
              <a:rPr lang="en-US" noProof="0"/>
              <a:t>Click to add subtitle</a:t>
            </a:r>
          </a:p>
        </p:txBody>
      </p:sp>
      <p:sp>
        <p:nvSpPr>
          <p:cNvPr id="8" name="Inhaltsplatzhalter 2"/>
          <p:cNvSpPr>
            <a:spLocks noGrp="1"/>
          </p:cNvSpPr>
          <p:nvPr>
            <p:ph idx="1" hasCustomPrompt="1"/>
          </p:nvPr>
        </p:nvSpPr>
        <p:spPr>
          <a:xfrm>
            <a:off x="540073" y="1638414"/>
            <a:ext cx="5108988" cy="4725972"/>
          </a:xfrm>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Inhaltsplatzhalter 2"/>
          <p:cNvSpPr>
            <a:spLocks noGrp="1"/>
          </p:cNvSpPr>
          <p:nvPr>
            <p:ph idx="14" hasCustomPrompt="1"/>
          </p:nvPr>
        </p:nvSpPr>
        <p:spPr>
          <a:xfrm>
            <a:off x="6037686" y="1638414"/>
            <a:ext cx="5108988" cy="4725972"/>
          </a:xfrm>
          <a:solidFill>
            <a:srgbClr val="FFFFFF">
              <a:alpha val="65098"/>
            </a:srgbClr>
          </a:solidFill>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65587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Bx Three Cont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2" y="1029150"/>
            <a:ext cx="10608552" cy="541514"/>
          </a:xfrm>
          <a:ln>
            <a:noFill/>
          </a:ln>
        </p:spPr>
        <p:txBody>
          <a:bodyPr vert="horz" lIns="0" tIns="0" rIns="0" bIns="0" rtlCol="0">
            <a:noAutofit/>
          </a:bodyPr>
          <a:lstStyle>
            <a:lvl1pPr marL="230400" indent="-230400">
              <a:buNone/>
              <a:defRPr lang="de-DE" sz="2000" noProof="0" dirty="0" smtClean="0">
                <a:solidFill>
                  <a:schemeClr val="tx1"/>
                </a:solidFill>
              </a:defRPr>
            </a:lvl1pPr>
          </a:lstStyle>
          <a:p>
            <a:pPr marL="0" lvl="0" indent="0"/>
            <a:r>
              <a:rPr lang="en-US" noProof="0"/>
              <a:t>Click to add subtitle</a:t>
            </a:r>
          </a:p>
        </p:txBody>
      </p:sp>
      <p:sp>
        <p:nvSpPr>
          <p:cNvPr id="8" name="Inhaltsplatzhalter 2"/>
          <p:cNvSpPr>
            <a:spLocks noGrp="1"/>
          </p:cNvSpPr>
          <p:nvPr>
            <p:ph idx="1" hasCustomPrompt="1"/>
          </p:nvPr>
        </p:nvSpPr>
        <p:spPr>
          <a:xfrm>
            <a:off x="540072" y="1638414"/>
            <a:ext cx="3318055" cy="4725972"/>
          </a:xfrm>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Inhaltsplatzhalter 2"/>
          <p:cNvSpPr>
            <a:spLocks noGrp="1"/>
          </p:cNvSpPr>
          <p:nvPr>
            <p:ph idx="14" hasCustomPrompt="1"/>
          </p:nvPr>
        </p:nvSpPr>
        <p:spPr>
          <a:xfrm>
            <a:off x="7830569" y="1638414"/>
            <a:ext cx="3318055" cy="4725972"/>
          </a:xfrm>
          <a:solidFill>
            <a:srgbClr val="FFFFFF">
              <a:alpha val="65098"/>
            </a:srgbClr>
          </a:solidFill>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Inhaltsplatzhalter 2"/>
          <p:cNvSpPr>
            <a:spLocks noGrp="1"/>
          </p:cNvSpPr>
          <p:nvPr>
            <p:ph idx="16" hasCustomPrompt="1"/>
          </p:nvPr>
        </p:nvSpPr>
        <p:spPr>
          <a:xfrm>
            <a:off x="4185320" y="1638414"/>
            <a:ext cx="3318055" cy="4725972"/>
          </a:xfrm>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3571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Bx Content + 1/3 Imag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69" y="484814"/>
            <a:ext cx="6880871" cy="1069200"/>
          </a:xfrm>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1" y="1024814"/>
            <a:ext cx="6880871" cy="541514"/>
          </a:xfrm>
          <a:ln>
            <a:noFill/>
          </a:ln>
        </p:spPr>
        <p:txBody>
          <a:bodyPr vert="horz" lIns="0" tIns="0" rIns="0" bIns="0" rtlCol="0">
            <a:noAutofit/>
          </a:bodyPr>
          <a:lstStyle>
            <a:lvl1pPr marL="230400" indent="-230400">
              <a:buNone/>
              <a:defRPr lang="de-DE" sz="2000" noProof="0" dirty="0" smtClean="0">
                <a:solidFill>
                  <a:schemeClr val="tx1"/>
                </a:solidFill>
              </a:defRPr>
            </a:lvl1pPr>
          </a:lstStyle>
          <a:p>
            <a:pPr marL="0" lvl="0" indent="0"/>
            <a:r>
              <a:rPr lang="en-US" noProof="0"/>
              <a:t>Click to add subtitle</a:t>
            </a:r>
          </a:p>
        </p:txBody>
      </p:sp>
      <p:sp>
        <p:nvSpPr>
          <p:cNvPr id="6" name="Textplatzhalter 2"/>
          <p:cNvSpPr>
            <a:spLocks noGrp="1"/>
          </p:cNvSpPr>
          <p:nvPr>
            <p:ph idx="1" hasCustomPrompt="1"/>
          </p:nvPr>
        </p:nvSpPr>
        <p:spPr>
          <a:xfrm>
            <a:off x="540071" y="1649955"/>
            <a:ext cx="6880871" cy="4776045"/>
          </a:xfrm>
          <a:prstGeom prst="rect">
            <a:avLst/>
          </a:prstGeom>
        </p:spPr>
        <p:txBody>
          <a:bodyPr vert="horz" lIns="0" tIns="0" rIns="0" bIns="0" rtlCol="0">
            <a:noAutofit/>
          </a:bodyPr>
          <a:lstStyle>
            <a:lvl1pPr>
              <a:defRPr sz="2400"/>
            </a:lvl1pPr>
            <a:lvl2pPr>
              <a:defRPr sz="2000"/>
            </a:lvl2pPr>
            <a:lvl3pPr>
              <a:defRPr sz="1800"/>
            </a:lvl3pPr>
            <a:lvl4pPr>
              <a:defRPr sz="1600"/>
            </a:lvl4pPr>
            <a:lvl5pPr>
              <a:defRPr sz="160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Bildplatzhalter 5"/>
          <p:cNvSpPr>
            <a:spLocks noGrp="1"/>
          </p:cNvSpPr>
          <p:nvPr>
            <p:ph type="pic" sz="quarter" idx="25" hasCustomPrompt="1"/>
          </p:nvPr>
        </p:nvSpPr>
        <p:spPr>
          <a:xfrm>
            <a:off x="7420942" y="472501"/>
            <a:ext cx="3734286" cy="5953500"/>
          </a:xfrm>
          <a:solidFill>
            <a:schemeClr val="bg1">
              <a:lumMod val="75000"/>
            </a:schemeClr>
          </a:solidFill>
        </p:spPr>
        <p:txBody>
          <a:bodyPr lIns="144000" tIns="144000" rIns="144000" bIns="144000"/>
          <a:lstStyle>
            <a:lvl1pPr marL="0" indent="0">
              <a:buNone/>
              <a:defRPr>
                <a:solidFill>
                  <a:schemeClr val="tx1"/>
                </a:solidFill>
              </a:defRPr>
            </a:lvl1pPr>
          </a:lstStyle>
          <a:p>
            <a:r>
              <a:rPr lang="en-US" noProof="0"/>
              <a:t>Click icon to add image</a:t>
            </a:r>
          </a:p>
        </p:txBody>
      </p:sp>
    </p:spTree>
    <p:extLst>
      <p:ext uri="{BB962C8B-B14F-4D97-AF65-F5344CB8AC3E}">
        <p14:creationId xmlns:p14="http://schemas.microsoft.com/office/powerpoint/2010/main" val="2755720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Bx Content + 1/2 Ima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3" y="1029150"/>
            <a:ext cx="10607333" cy="541514"/>
          </a:xfrm>
          <a:ln>
            <a:noFill/>
          </a:ln>
        </p:spPr>
        <p:txBody>
          <a:bodyPr vert="horz" lIns="0" tIns="0" rIns="0" bIns="0" rtlCol="0">
            <a:noAutofit/>
          </a:bodyPr>
          <a:lstStyle>
            <a:lvl1pPr marL="230400" indent="-230400">
              <a:buNone/>
              <a:defRPr lang="de-DE" sz="2000" noProof="0" dirty="0" smtClean="0">
                <a:solidFill>
                  <a:schemeClr val="tx1"/>
                </a:solidFill>
              </a:defRPr>
            </a:lvl1pPr>
          </a:lstStyle>
          <a:p>
            <a:pPr marL="0" lvl="0" indent="0"/>
            <a:r>
              <a:rPr lang="en-US" noProof="0"/>
              <a:t>Click to add subtitle</a:t>
            </a:r>
          </a:p>
        </p:txBody>
      </p:sp>
      <p:sp>
        <p:nvSpPr>
          <p:cNvPr id="7" name="Textplatzhalter 2"/>
          <p:cNvSpPr>
            <a:spLocks noGrp="1"/>
          </p:cNvSpPr>
          <p:nvPr>
            <p:ph idx="1" hasCustomPrompt="1"/>
          </p:nvPr>
        </p:nvSpPr>
        <p:spPr>
          <a:xfrm>
            <a:off x="540070" y="1638414"/>
            <a:ext cx="5220680" cy="4725972"/>
          </a:xfrm>
          <a:prstGeom prst="rect">
            <a:avLst/>
          </a:prstGeom>
        </p:spPr>
        <p:txBody>
          <a:bodyPr vert="horz" lIns="0" tIns="0" rIns="0" bIns="0" rtlCol="0">
            <a:noAutofit/>
          </a:bodyPr>
          <a:lstStyle>
            <a:lvl1pPr>
              <a:defRPr/>
            </a:lvl1pPr>
            <a:lvl2pPr>
              <a:defRPr>
                <a:solidFill>
                  <a:schemeClr val="tx1"/>
                </a:solidFill>
              </a:defRPr>
            </a:lvl2pPr>
            <a:lvl3pPr>
              <a:defRPr/>
            </a:lvl3pPr>
            <a:lvl4pPr>
              <a:defRPr/>
            </a:lvl4pPr>
            <a:lvl5pPr>
              <a:defRPr/>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Bildplatzhalter 5"/>
          <p:cNvSpPr>
            <a:spLocks noGrp="1"/>
          </p:cNvSpPr>
          <p:nvPr>
            <p:ph type="pic" sz="quarter" idx="32" hasCustomPrompt="1"/>
          </p:nvPr>
        </p:nvSpPr>
        <p:spPr>
          <a:xfrm>
            <a:off x="5924871" y="1638414"/>
            <a:ext cx="5220680" cy="4725972"/>
          </a:xfrm>
          <a:solidFill>
            <a:schemeClr val="bg1">
              <a:lumMod val="75000"/>
            </a:schemeClr>
          </a:solidFill>
        </p:spPr>
        <p:txBody>
          <a:bodyPr lIns="144000" tIns="144000" rIns="144000" bIns="144000"/>
          <a:lstStyle>
            <a:lvl1pPr marL="0" indent="0">
              <a:buNone/>
              <a:defRPr/>
            </a:lvl1pPr>
          </a:lstStyle>
          <a:p>
            <a:r>
              <a:rPr lang="en-US" noProof="0"/>
              <a:t>Click icon to add image</a:t>
            </a:r>
          </a:p>
        </p:txBody>
      </p:sp>
    </p:spTree>
    <p:extLst>
      <p:ext uri="{BB962C8B-B14F-4D97-AF65-F5344CB8AC3E}">
        <p14:creationId xmlns:p14="http://schemas.microsoft.com/office/powerpoint/2010/main" val="357399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Bx Imag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71" y="493614"/>
            <a:ext cx="10615161" cy="1072386"/>
          </a:xfrm>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39822" y="1050202"/>
            <a:ext cx="10615406" cy="515798"/>
          </a:xfrm>
          <a:ln>
            <a:noFill/>
          </a:ln>
        </p:spPr>
        <p:txBody>
          <a:bodyPr vert="horz" lIns="0" tIns="0" rIns="0" bIns="0" rtlCol="0">
            <a:noAutofit/>
          </a:bodyPr>
          <a:lstStyle>
            <a:lvl1pPr marL="230400" indent="-230400">
              <a:buNone/>
              <a:defRPr lang="de-DE" sz="2000" noProof="0" dirty="0" smtClean="0">
                <a:solidFill>
                  <a:schemeClr val="tx1"/>
                </a:solidFill>
              </a:defRPr>
            </a:lvl1pPr>
          </a:lstStyle>
          <a:p>
            <a:pPr marL="0" lvl="0" indent="0"/>
            <a:r>
              <a:rPr lang="en-US" noProof="0"/>
              <a:t>Click to add subtitle</a:t>
            </a:r>
          </a:p>
        </p:txBody>
      </p:sp>
      <p:sp>
        <p:nvSpPr>
          <p:cNvPr id="6" name="Bildplatzhalter 5"/>
          <p:cNvSpPr>
            <a:spLocks noGrp="1"/>
          </p:cNvSpPr>
          <p:nvPr>
            <p:ph type="pic" sz="quarter" idx="31" hasCustomPrompt="1"/>
          </p:nvPr>
        </p:nvSpPr>
        <p:spPr>
          <a:xfrm>
            <a:off x="539821" y="1638414"/>
            <a:ext cx="10615407" cy="4725972"/>
          </a:xfrm>
          <a:solidFill>
            <a:schemeClr val="bg1">
              <a:lumMod val="75000"/>
            </a:schemeClr>
          </a:solidFill>
        </p:spPr>
        <p:txBody>
          <a:bodyPr lIns="144000" tIns="144000" rIns="144000" bIns="144000"/>
          <a:lstStyle>
            <a:lvl1pPr marL="0" indent="0">
              <a:buNone/>
              <a:defRPr/>
            </a:lvl1pPr>
          </a:lstStyle>
          <a:p>
            <a:r>
              <a:rPr lang="en-US" noProof="0"/>
              <a:t>Click icon to add image</a:t>
            </a:r>
          </a:p>
        </p:txBody>
      </p:sp>
    </p:spTree>
    <p:extLst>
      <p:ext uri="{BB962C8B-B14F-4D97-AF65-F5344CB8AC3E}">
        <p14:creationId xmlns:p14="http://schemas.microsoft.com/office/powerpoint/2010/main" val="396461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Bx Comparison x2">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71" y="493614"/>
            <a:ext cx="10603979" cy="1072386"/>
          </a:xfrm>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4" y="1029150"/>
            <a:ext cx="10603977" cy="541514"/>
          </a:xfrm>
          <a:ln>
            <a:noFill/>
          </a:ln>
        </p:spPr>
        <p:txBody>
          <a:bodyPr vert="horz" lIns="0" tIns="0" rIns="0" bIns="0" rtlCol="0">
            <a:noAutofit/>
          </a:bodyPr>
          <a:lstStyle>
            <a:lvl1pPr marL="342900" indent="-342900">
              <a:buFont typeface="Arial" panose="020B0604020202020204" pitchFamily="34" charset="0"/>
              <a:buNone/>
              <a:defRPr lang="de-DE" sz="2000" noProof="0" dirty="0" smtClean="0">
                <a:solidFill>
                  <a:schemeClr val="tx1"/>
                </a:solidFill>
              </a:defRPr>
            </a:lvl1pPr>
          </a:lstStyle>
          <a:p>
            <a:pPr marL="0" lvl="0" indent="0"/>
            <a:r>
              <a:rPr lang="en-US" noProof="0"/>
              <a:t>Click to add subtitle</a:t>
            </a:r>
          </a:p>
        </p:txBody>
      </p:sp>
      <p:sp>
        <p:nvSpPr>
          <p:cNvPr id="6" name="Text Placeholder 2"/>
          <p:cNvSpPr>
            <a:spLocks noGrp="1"/>
          </p:cNvSpPr>
          <p:nvPr>
            <p:ph type="body" idx="1" hasCustomPrompt="1"/>
          </p:nvPr>
        </p:nvSpPr>
        <p:spPr bwMode="gray">
          <a:xfrm>
            <a:off x="540070" y="1638414"/>
            <a:ext cx="5220680" cy="360000"/>
          </a:xfrm>
          <a:solidFill>
            <a:srgbClr val="F6D800"/>
          </a:solidFill>
        </p:spPr>
        <p:txBody>
          <a:bodyPr vert="horz" lIns="216000" tIns="0" rIns="144000" bIns="0" rtlCol="0" anchor="ctr">
            <a:noAutofit/>
          </a:bodyPr>
          <a:lstStyle>
            <a:lvl1pPr>
              <a:defRPr lang="en-US" sz="2000" b="1" noProof="0">
                <a:latin typeface="+mj-lt"/>
              </a:defRPr>
            </a:lvl1pPr>
          </a:lstStyle>
          <a:p>
            <a:pPr marL="0" marR="0" lvl="0" indent="0" fontAlgn="auto">
              <a:spcAft>
                <a:spcPts val="0"/>
              </a:spcAft>
              <a:buClrTx/>
              <a:buSzTx/>
              <a:buNone/>
              <a:tabLst/>
            </a:pPr>
            <a:r>
              <a:rPr lang="en-US" noProof="0"/>
              <a:t>Edit master text format</a:t>
            </a:r>
          </a:p>
        </p:txBody>
      </p:sp>
      <p:sp>
        <p:nvSpPr>
          <p:cNvPr id="7" name="Content Placeholder 3"/>
          <p:cNvSpPr>
            <a:spLocks noGrp="1"/>
          </p:cNvSpPr>
          <p:nvPr>
            <p:ph sz="half" idx="2" hasCustomPrompt="1"/>
          </p:nvPr>
        </p:nvSpPr>
        <p:spPr bwMode="gray">
          <a:xfrm>
            <a:off x="540070" y="1998414"/>
            <a:ext cx="5220680" cy="4365972"/>
          </a:xfrm>
        </p:spPr>
        <p:txBody>
          <a:bodyPr vert="horz" lIns="0" tIns="108000" rIns="0" bIns="0" rtlCol="0">
            <a:noAutofit/>
          </a:bodyPr>
          <a:lstStyle>
            <a:lvl1pPr>
              <a:defRPr lang="en-US" sz="2000" noProof="0" dirty="0"/>
            </a:lvl1pPr>
            <a:lvl2pPr>
              <a:defRPr lang="en-US" sz="1800" noProof="0" dirty="0"/>
            </a:lvl2pPr>
            <a:lvl3pPr>
              <a:defRPr lang="en-US" sz="1600" noProof="0" dirty="0"/>
            </a:lvl3pPr>
            <a:lvl4pPr>
              <a:defRPr lang="en-US" sz="1400" noProof="0" dirty="0"/>
            </a:lvl4pPr>
            <a:lvl5pPr>
              <a:defRPr lang="en-US" sz="14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4"/>
          <p:cNvSpPr>
            <a:spLocks noGrp="1"/>
          </p:cNvSpPr>
          <p:nvPr>
            <p:ph type="body" sz="quarter" idx="3" hasCustomPrompt="1"/>
          </p:nvPr>
        </p:nvSpPr>
        <p:spPr bwMode="gray">
          <a:xfrm>
            <a:off x="5923371" y="1638414"/>
            <a:ext cx="5220680" cy="360000"/>
          </a:xfrm>
          <a:solidFill>
            <a:srgbClr val="F6D800"/>
          </a:solidFill>
        </p:spPr>
        <p:txBody>
          <a:bodyPr vert="horz" lIns="216000" tIns="0" rIns="144000" bIns="0" rtlCol="0" anchor="ctr">
            <a:noAutofit/>
          </a:bodyPr>
          <a:lstStyle>
            <a:lvl1pPr>
              <a:defRPr lang="en-US" sz="2000" b="1" noProof="0" dirty="0">
                <a:latin typeface="+mj-lt"/>
              </a:defRPr>
            </a:lvl1pPr>
          </a:lstStyle>
          <a:p>
            <a:pPr marL="0" marR="0" lvl="0" indent="0" fontAlgn="auto">
              <a:spcAft>
                <a:spcPts val="0"/>
              </a:spcAft>
              <a:buClrTx/>
              <a:buSzTx/>
              <a:buNone/>
              <a:tabLst/>
            </a:pPr>
            <a:r>
              <a:rPr lang="en-US" noProof="0"/>
              <a:t>Edit master text format</a:t>
            </a:r>
          </a:p>
        </p:txBody>
      </p:sp>
      <p:sp>
        <p:nvSpPr>
          <p:cNvPr id="9" name="Content Placeholder 5"/>
          <p:cNvSpPr>
            <a:spLocks noGrp="1"/>
          </p:cNvSpPr>
          <p:nvPr>
            <p:ph sz="quarter" idx="16" hasCustomPrompt="1"/>
          </p:nvPr>
        </p:nvSpPr>
        <p:spPr bwMode="gray">
          <a:xfrm>
            <a:off x="5923371" y="1998414"/>
            <a:ext cx="5220680" cy="4365972"/>
          </a:xfrm>
          <a:solidFill>
            <a:srgbClr val="FFFFFF">
              <a:alpha val="65098"/>
            </a:srgbClr>
          </a:solidFill>
        </p:spPr>
        <p:txBody>
          <a:bodyPr vert="horz" lIns="0" tIns="108000" rIns="0" bIns="0" rtlCol="0">
            <a:noAutofit/>
          </a:bodyPr>
          <a:lstStyle>
            <a:lvl1pPr>
              <a:defRPr lang="en-US" sz="2000" noProof="0" dirty="0"/>
            </a:lvl1pPr>
            <a:lvl2pPr>
              <a:defRPr lang="en-US" sz="1800" noProof="0" dirty="0"/>
            </a:lvl2pPr>
            <a:lvl3pPr>
              <a:defRPr lang="en-US" sz="1600" noProof="0" dirty="0"/>
            </a:lvl3pPr>
            <a:lvl4pPr>
              <a:defRPr lang="en-US" sz="1400" noProof="0" dirty="0"/>
            </a:lvl4pPr>
            <a:lvl5pPr>
              <a:defRPr lang="en-US" sz="14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303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Bx Comparison x3">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70" y="493614"/>
            <a:ext cx="10600830" cy="1072386"/>
          </a:xfrm>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3" y="1029150"/>
            <a:ext cx="10600828" cy="541514"/>
          </a:xfrm>
          <a:ln>
            <a:noFill/>
          </a:ln>
        </p:spPr>
        <p:txBody>
          <a:bodyPr vert="horz" lIns="0" tIns="0" rIns="0" bIns="0" rtlCol="0">
            <a:noAutofit/>
          </a:bodyPr>
          <a:lstStyle>
            <a:lvl1pPr marL="230400" indent="-230400">
              <a:buNone/>
              <a:defRPr lang="de-DE" sz="2000" noProof="0" dirty="0" smtClean="0">
                <a:solidFill>
                  <a:schemeClr val="tx1"/>
                </a:solidFill>
              </a:defRPr>
            </a:lvl1pPr>
          </a:lstStyle>
          <a:p>
            <a:pPr marL="0" lvl="0" indent="0"/>
            <a:r>
              <a:rPr lang="en-US" noProof="0"/>
              <a:t>Click to add subtitle</a:t>
            </a:r>
          </a:p>
        </p:txBody>
      </p:sp>
      <p:sp>
        <p:nvSpPr>
          <p:cNvPr id="6" name="Content Placeholder 2"/>
          <p:cNvSpPr>
            <a:spLocks noGrp="1"/>
          </p:cNvSpPr>
          <p:nvPr>
            <p:ph sz="half" idx="1" hasCustomPrompt="1"/>
          </p:nvPr>
        </p:nvSpPr>
        <p:spPr bwMode="gray">
          <a:xfrm>
            <a:off x="540070" y="1998414"/>
            <a:ext cx="3348436" cy="4365972"/>
          </a:xfrm>
        </p:spPr>
        <p:txBody>
          <a:bodyPr vert="horz" lIns="0" tIns="108000" rIns="0" bIns="0" rtlCol="0">
            <a:noAutofit/>
          </a:bodyPr>
          <a:lstStyle>
            <a:lvl1pPr>
              <a:defRPr lang="en-US" sz="2000" noProof="0" dirty="0"/>
            </a:lvl1pPr>
            <a:lvl2pPr>
              <a:defRPr lang="en-US" sz="1800" noProof="0" dirty="0"/>
            </a:lvl2pPr>
            <a:lvl3pPr>
              <a:defRPr lang="en-US" sz="1600" noProof="0" dirty="0"/>
            </a:lvl3pPr>
            <a:lvl4pPr>
              <a:defRPr lang="en-US" sz="1400" noProof="0" dirty="0"/>
            </a:lvl4pPr>
            <a:lvl5pPr>
              <a:defRPr lang="en-US" sz="14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p:cNvSpPr>
            <a:spLocks noGrp="1"/>
          </p:cNvSpPr>
          <p:nvPr>
            <p:ph sz="half" idx="2" hasCustomPrompt="1"/>
          </p:nvPr>
        </p:nvSpPr>
        <p:spPr bwMode="gray">
          <a:xfrm>
            <a:off x="7792464" y="1998414"/>
            <a:ext cx="3348436" cy="4365972"/>
          </a:xfrm>
          <a:solidFill>
            <a:srgbClr val="FFFFFF">
              <a:alpha val="65098"/>
            </a:srgbClr>
          </a:solidFill>
        </p:spPr>
        <p:txBody>
          <a:bodyPr vert="horz" lIns="0" tIns="108000" rIns="0" bIns="0" rtlCol="0">
            <a:noAutofit/>
          </a:bodyPr>
          <a:lstStyle>
            <a:lvl1pPr>
              <a:defRPr lang="en-US" sz="2000" noProof="0" dirty="0"/>
            </a:lvl1pPr>
            <a:lvl2pPr>
              <a:defRPr lang="en-US" sz="1800" noProof="0" dirty="0"/>
            </a:lvl2pPr>
            <a:lvl3pPr>
              <a:defRPr lang="en-US" sz="1600" noProof="0" dirty="0"/>
            </a:lvl3pPr>
            <a:lvl4pPr>
              <a:defRPr lang="en-US" sz="1400" noProof="0" dirty="0"/>
            </a:lvl4pPr>
            <a:lvl5pPr>
              <a:defRPr lang="en-US" sz="14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half" idx="14" hasCustomPrompt="1"/>
          </p:nvPr>
        </p:nvSpPr>
        <p:spPr bwMode="gray">
          <a:xfrm>
            <a:off x="4166267" y="1998414"/>
            <a:ext cx="3348436" cy="4365972"/>
          </a:xfrm>
        </p:spPr>
        <p:txBody>
          <a:bodyPr vert="horz" lIns="0" tIns="108000" rIns="0" bIns="0" rtlCol="0">
            <a:noAutofit/>
          </a:bodyPr>
          <a:lstStyle>
            <a:lvl1pPr>
              <a:defRPr lang="en-US" sz="2000" noProof="0" dirty="0"/>
            </a:lvl1pPr>
            <a:lvl2pPr>
              <a:defRPr lang="en-US" sz="1800" noProof="0" dirty="0"/>
            </a:lvl2pPr>
            <a:lvl3pPr>
              <a:defRPr lang="en-US" sz="1600" noProof="0" dirty="0"/>
            </a:lvl3pPr>
            <a:lvl4pPr>
              <a:defRPr lang="en-US" sz="1400" noProof="0" dirty="0"/>
            </a:lvl4pPr>
            <a:lvl5pPr>
              <a:defRPr lang="en-US" sz="14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2"/>
          <p:cNvSpPr>
            <a:spLocks noGrp="1"/>
          </p:cNvSpPr>
          <p:nvPr>
            <p:ph type="body" idx="16" hasCustomPrompt="1"/>
          </p:nvPr>
        </p:nvSpPr>
        <p:spPr bwMode="gray">
          <a:xfrm>
            <a:off x="540070" y="1638414"/>
            <a:ext cx="3348436" cy="360000"/>
          </a:xfrm>
          <a:solidFill>
            <a:srgbClr val="F6D800"/>
          </a:solidFill>
        </p:spPr>
        <p:txBody>
          <a:bodyPr vert="horz" lIns="216000" tIns="0" rIns="144000" bIns="0" rtlCol="0" anchor="ctr">
            <a:noAutofit/>
          </a:bodyPr>
          <a:lstStyle>
            <a:lvl1pPr>
              <a:defRPr lang="en-US" sz="2000" b="1" noProof="0">
                <a:latin typeface="+mj-lt"/>
              </a:defRPr>
            </a:lvl1pPr>
          </a:lstStyle>
          <a:p>
            <a:pPr marL="0" marR="0" lvl="0" indent="0" fontAlgn="auto">
              <a:spcAft>
                <a:spcPts val="0"/>
              </a:spcAft>
              <a:buClrTx/>
              <a:buSzTx/>
              <a:buNone/>
              <a:tabLst/>
            </a:pPr>
            <a:r>
              <a:rPr lang="en-US" noProof="0"/>
              <a:t>Edit master text format</a:t>
            </a:r>
          </a:p>
        </p:txBody>
      </p:sp>
      <p:sp>
        <p:nvSpPr>
          <p:cNvPr id="10" name="Text Placeholder 4"/>
          <p:cNvSpPr>
            <a:spLocks noGrp="1"/>
          </p:cNvSpPr>
          <p:nvPr>
            <p:ph type="body" sz="quarter" idx="3" hasCustomPrompt="1"/>
          </p:nvPr>
        </p:nvSpPr>
        <p:spPr bwMode="gray">
          <a:xfrm>
            <a:off x="4166267" y="1638414"/>
            <a:ext cx="3348436" cy="360000"/>
          </a:xfrm>
          <a:solidFill>
            <a:srgbClr val="F6D800"/>
          </a:solidFill>
        </p:spPr>
        <p:txBody>
          <a:bodyPr vert="horz" lIns="216000" tIns="0" rIns="144000" bIns="0" rtlCol="0" anchor="ctr">
            <a:noAutofit/>
          </a:bodyPr>
          <a:lstStyle>
            <a:lvl1pPr>
              <a:defRPr lang="en-US" sz="2000" b="1" noProof="0" dirty="0">
                <a:latin typeface="+mj-lt"/>
              </a:defRPr>
            </a:lvl1pPr>
          </a:lstStyle>
          <a:p>
            <a:pPr marL="0" marR="0" lvl="0" indent="0" fontAlgn="auto">
              <a:spcAft>
                <a:spcPts val="0"/>
              </a:spcAft>
              <a:buClrTx/>
              <a:buSzTx/>
              <a:buNone/>
              <a:tabLst/>
            </a:pPr>
            <a:r>
              <a:rPr lang="en-US" noProof="0"/>
              <a:t>Edit master text format</a:t>
            </a:r>
          </a:p>
        </p:txBody>
      </p:sp>
      <p:sp>
        <p:nvSpPr>
          <p:cNvPr id="11" name="Text Placeholder 4"/>
          <p:cNvSpPr>
            <a:spLocks noGrp="1"/>
          </p:cNvSpPr>
          <p:nvPr>
            <p:ph type="body" sz="quarter" idx="17" hasCustomPrompt="1"/>
          </p:nvPr>
        </p:nvSpPr>
        <p:spPr bwMode="gray">
          <a:xfrm>
            <a:off x="7792464" y="1638414"/>
            <a:ext cx="3348436" cy="360000"/>
          </a:xfrm>
          <a:solidFill>
            <a:srgbClr val="F6D800"/>
          </a:solidFill>
        </p:spPr>
        <p:txBody>
          <a:bodyPr vert="horz" lIns="216000" tIns="0" rIns="144000" bIns="0" rtlCol="0" anchor="ctr">
            <a:noAutofit/>
          </a:bodyPr>
          <a:lstStyle>
            <a:lvl1pPr>
              <a:defRPr lang="en-US" sz="2000" b="1" noProof="0" dirty="0">
                <a:latin typeface="+mj-lt"/>
              </a:defRPr>
            </a:lvl1pPr>
          </a:lstStyle>
          <a:p>
            <a:pPr marL="0" marR="0" lvl="0" indent="0" fontAlgn="auto">
              <a:spcAft>
                <a:spcPts val="0"/>
              </a:spcAft>
              <a:buClrTx/>
              <a:buSzTx/>
              <a:buNone/>
              <a:tabLst/>
            </a:pPr>
            <a:r>
              <a:rPr lang="en-US" noProof="0"/>
              <a:t>Edit master text format</a:t>
            </a:r>
          </a:p>
        </p:txBody>
      </p:sp>
    </p:spTree>
    <p:extLst>
      <p:ext uri="{BB962C8B-B14F-4D97-AF65-F5344CB8AC3E}">
        <p14:creationId xmlns:p14="http://schemas.microsoft.com/office/powerpoint/2010/main" val="157075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MBx Seperator Grey">
    <p:bg>
      <p:bgPr>
        <a:solidFill>
          <a:schemeClr val="tx1"/>
        </a:solid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DFC60A05-9C72-4856-AF0C-5F3F83361A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2165" y="1124744"/>
            <a:ext cx="2855173" cy="1208072"/>
          </a:xfrm>
          <a:prstGeom prst="rect">
            <a:avLst/>
          </a:prstGeom>
        </p:spPr>
      </p:pic>
      <p:sp>
        <p:nvSpPr>
          <p:cNvPr id="3" name="Fußzeilenplatzhalter 2"/>
          <p:cNvSpPr>
            <a:spLocks noGrp="1"/>
          </p:cNvSpPr>
          <p:nvPr>
            <p:ph type="ftr" sz="quarter" idx="10"/>
          </p:nvPr>
        </p:nvSpPr>
        <p:spPr/>
        <p:txBody>
          <a:bodyPr/>
          <a:lstStyle>
            <a:lvl1pPr>
              <a:defRPr>
                <a:solidFill>
                  <a:schemeClr val="bg1"/>
                </a:solidFill>
              </a:defRPr>
            </a:lvl1pPr>
          </a:lstStyle>
          <a:p>
            <a:r>
              <a:rPr lang="en-US"/>
              <a:t>6 June 2025</a:t>
            </a:r>
          </a:p>
        </p:txBody>
      </p:sp>
      <p:sp>
        <p:nvSpPr>
          <p:cNvPr id="4" name="Foliennummernplatzhalter 3"/>
          <p:cNvSpPr>
            <a:spLocks noGrp="1"/>
          </p:cNvSpPr>
          <p:nvPr>
            <p:ph type="sldNum" sz="quarter" idx="11"/>
          </p:nvPr>
        </p:nvSpPr>
        <p:spPr/>
        <p:txBody>
          <a:bodyPr/>
          <a:lstStyle>
            <a:lvl1pPr>
              <a:defRPr>
                <a:solidFill>
                  <a:schemeClr val="bg1"/>
                </a:solidFill>
              </a:defRPr>
            </a:lvl1pPr>
          </a:lstStyle>
          <a:p>
            <a:fld id="{F50FD2C4-56EC-4F07-B0B8-CEAC86EF6E31}" type="slidenum">
              <a:rPr lang="en-US" smtClean="0"/>
              <a:pPr/>
              <a:t>‹#›</a:t>
            </a:fld>
            <a:endParaRPr lang="en-US"/>
          </a:p>
        </p:txBody>
      </p:sp>
      <p:sp>
        <p:nvSpPr>
          <p:cNvPr id="7" name="Titel 1"/>
          <p:cNvSpPr>
            <a:spLocks noGrp="1"/>
          </p:cNvSpPr>
          <p:nvPr>
            <p:ph type="ctrTitle" hasCustomPrompt="1"/>
          </p:nvPr>
        </p:nvSpPr>
        <p:spPr bwMode="invGray">
          <a:xfrm>
            <a:off x="540071" y="2484000"/>
            <a:ext cx="8972911" cy="1296000"/>
          </a:xfrm>
          <a:ln>
            <a:noFill/>
          </a:ln>
        </p:spPr>
        <p:txBody>
          <a:bodyPr vert="horz" lIns="0" tIns="0" rIns="0" bIns="0" rtlCol="0" anchor="b" anchorCtr="0">
            <a:noAutofit/>
          </a:bodyPr>
          <a:lstStyle>
            <a:lvl1pPr>
              <a:spcBef>
                <a:spcPts val="1000"/>
              </a:spcBef>
              <a:spcAft>
                <a:spcPts val="0"/>
              </a:spcAft>
              <a:defRPr lang="de-DE" sz="4000" b="0" cap="all">
                <a:solidFill>
                  <a:schemeClr val="bg1"/>
                </a:solidFill>
                <a:latin typeface="+mj-lt"/>
                <a:cs typeface="Arial" panose="020B0604020202020204" pitchFamily="34" charset="0"/>
              </a:defRPr>
            </a:lvl1pPr>
          </a:lstStyle>
          <a:p>
            <a:pPr marL="0" lvl="0">
              <a:lnSpc>
                <a:spcPct val="80000"/>
              </a:lnSpc>
            </a:pPr>
            <a:r>
              <a:rPr lang="en-US" noProof="0"/>
              <a:t>Click to add title</a:t>
            </a:r>
          </a:p>
        </p:txBody>
      </p:sp>
      <p:sp>
        <p:nvSpPr>
          <p:cNvPr id="8" name="Untertitel 2"/>
          <p:cNvSpPr>
            <a:spLocks noGrp="1"/>
          </p:cNvSpPr>
          <p:nvPr>
            <p:ph type="subTitle" idx="1" hasCustomPrompt="1"/>
          </p:nvPr>
        </p:nvSpPr>
        <p:spPr bwMode="invGray">
          <a:xfrm>
            <a:off x="540071" y="3816000"/>
            <a:ext cx="8972911" cy="792000"/>
          </a:xfrm>
          <a:noFill/>
          <a:ln>
            <a:noFill/>
          </a:ln>
        </p:spPr>
        <p:txBody>
          <a:bodyPr vert="horz" lIns="0" tIns="0" rIns="0" bIns="0" rtlCol="0" anchor="t" anchorCtr="0">
            <a:noAutofit/>
          </a:bodyPr>
          <a:lstStyle>
            <a:lvl1pPr marL="0" indent="0">
              <a:lnSpc>
                <a:spcPct val="80000"/>
              </a:lnSpc>
              <a:spcAft>
                <a:spcPts val="0"/>
              </a:spcAft>
              <a:buNone/>
              <a:defRPr lang="de-DE" sz="2400" b="0" cap="none" noProof="0" dirty="0" smtClean="0">
                <a:solidFill>
                  <a:schemeClr val="bg1"/>
                </a:solidFill>
                <a:latin typeface="+mj-lt"/>
                <a:ea typeface="+mj-ea"/>
                <a:cs typeface="Arial" panose="020B0604020202020204" pitchFamily="34" charset="0"/>
              </a:defRPr>
            </a:lvl1pPr>
          </a:lstStyle>
          <a:p>
            <a:pPr marL="0" lvl="0">
              <a:lnSpc>
                <a:spcPct val="80000"/>
              </a:lnSpc>
              <a:spcAft>
                <a:spcPts val="0"/>
              </a:spcAft>
            </a:pPr>
            <a:r>
              <a:rPr lang="en-US" noProof="0"/>
              <a:t>Click to add subtitle</a:t>
            </a:r>
          </a:p>
        </p:txBody>
      </p:sp>
      <p:sp>
        <p:nvSpPr>
          <p:cNvPr id="9" name="Fußzeilenplatzhalter 4">
            <a:extLst>
              <a:ext uri="{FF2B5EF4-FFF2-40B4-BE49-F238E27FC236}">
                <a16:creationId xmlns:a16="http://schemas.microsoft.com/office/drawing/2014/main" id="{D7F475A4-8326-4412-9E6F-42B5AE3E37B0}"/>
              </a:ext>
            </a:extLst>
          </p:cNvPr>
          <p:cNvSpPr txBox="1">
            <a:spLocks/>
          </p:cNvSpPr>
          <p:nvPr userDrawn="1"/>
        </p:nvSpPr>
        <p:spPr>
          <a:xfrm>
            <a:off x="540070" y="6555600"/>
            <a:ext cx="2808366" cy="360000"/>
          </a:xfrm>
          <a:prstGeom prst="rect">
            <a:avLst/>
          </a:prstGeom>
        </p:spPr>
        <p:txBody>
          <a:bodyPr vert="horz" lIns="0" tIns="0" rIns="0" bIns="0" rtlCol="0" anchor="ctr"/>
          <a:lstStyle>
            <a:defPPr>
              <a:defRPr lang="de-DE"/>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noProof="0">
                <a:solidFill>
                  <a:schemeClr val="bg1"/>
                </a:solidFill>
              </a:rPr>
              <a:t>© MBx Interoperability Forum 2025 | </a:t>
            </a:r>
            <a:r>
              <a:rPr lang="en-US" sz="800" noProof="1">
                <a:solidFill>
                  <a:schemeClr val="bg1"/>
                </a:solidFill>
              </a:rPr>
              <a:t>All rights reserved</a:t>
            </a:r>
          </a:p>
        </p:txBody>
      </p:sp>
    </p:spTree>
    <p:extLst>
      <p:ext uri="{BB962C8B-B14F-4D97-AF65-F5344CB8AC3E}">
        <p14:creationId xmlns:p14="http://schemas.microsoft.com/office/powerpoint/2010/main" val="268187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MBx Seperator Yellow">
    <p:bg>
      <p:bgPr>
        <a:solidFill>
          <a:srgbClr val="F6D800"/>
        </a:solidFill>
        <a:effectLst/>
      </p:bgPr>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lvl1pPr>
              <a:defRPr>
                <a:solidFill>
                  <a:schemeClr val="tx1"/>
                </a:solidFill>
              </a:defRPr>
            </a:lvl1pPr>
          </a:lstStyle>
          <a:p>
            <a:r>
              <a:rPr lang="en-US"/>
              <a:t>6 June 2025</a:t>
            </a:r>
          </a:p>
        </p:txBody>
      </p:sp>
      <p:sp>
        <p:nvSpPr>
          <p:cNvPr id="4" name="Foliennummernplatzhalter 3"/>
          <p:cNvSpPr>
            <a:spLocks noGrp="1"/>
          </p:cNvSpPr>
          <p:nvPr>
            <p:ph type="sldNum" sz="quarter" idx="11"/>
          </p:nvPr>
        </p:nvSpPr>
        <p:spPr/>
        <p:txBody>
          <a:bodyPr/>
          <a:lstStyle>
            <a:lvl1pPr>
              <a:defRPr>
                <a:solidFill>
                  <a:schemeClr val="tx1"/>
                </a:solidFill>
              </a:defRPr>
            </a:lvl1pPr>
          </a:lstStyle>
          <a:p>
            <a:fld id="{F50FD2C4-56EC-4F07-B0B8-CEAC86EF6E31}" type="slidenum">
              <a:rPr lang="en-US" smtClean="0"/>
              <a:pPr/>
              <a:t>‹#›</a:t>
            </a:fld>
            <a:endParaRPr lang="en-US"/>
          </a:p>
        </p:txBody>
      </p:sp>
      <p:sp>
        <p:nvSpPr>
          <p:cNvPr id="7" name="Titel 1"/>
          <p:cNvSpPr>
            <a:spLocks noGrp="1"/>
          </p:cNvSpPr>
          <p:nvPr>
            <p:ph type="ctrTitle" hasCustomPrompt="1"/>
          </p:nvPr>
        </p:nvSpPr>
        <p:spPr bwMode="invGray">
          <a:xfrm>
            <a:off x="540071" y="2484000"/>
            <a:ext cx="8972911" cy="1296000"/>
          </a:xfrm>
          <a:ln>
            <a:noFill/>
          </a:ln>
        </p:spPr>
        <p:txBody>
          <a:bodyPr vert="horz" lIns="0" tIns="0" rIns="0" bIns="0" rtlCol="0" anchor="b" anchorCtr="0">
            <a:noAutofit/>
          </a:bodyPr>
          <a:lstStyle>
            <a:lvl1pPr>
              <a:spcBef>
                <a:spcPts val="1000"/>
              </a:spcBef>
              <a:spcAft>
                <a:spcPts val="0"/>
              </a:spcAft>
              <a:defRPr lang="de-DE" sz="4000" b="0" cap="all">
                <a:solidFill>
                  <a:schemeClr val="tx1"/>
                </a:solidFill>
                <a:latin typeface="+mj-lt"/>
                <a:cs typeface="Arial" panose="020B0604020202020204" pitchFamily="34" charset="0"/>
              </a:defRPr>
            </a:lvl1pPr>
          </a:lstStyle>
          <a:p>
            <a:pPr marL="0" lvl="0">
              <a:lnSpc>
                <a:spcPct val="80000"/>
              </a:lnSpc>
            </a:pPr>
            <a:r>
              <a:rPr lang="en-US" noProof="0"/>
              <a:t>Click to add title</a:t>
            </a:r>
          </a:p>
        </p:txBody>
      </p:sp>
      <p:sp>
        <p:nvSpPr>
          <p:cNvPr id="8" name="Untertitel 2"/>
          <p:cNvSpPr>
            <a:spLocks noGrp="1"/>
          </p:cNvSpPr>
          <p:nvPr>
            <p:ph type="subTitle" idx="1" hasCustomPrompt="1"/>
          </p:nvPr>
        </p:nvSpPr>
        <p:spPr bwMode="invGray">
          <a:xfrm>
            <a:off x="540071" y="3816000"/>
            <a:ext cx="8972911" cy="792000"/>
          </a:xfrm>
          <a:noFill/>
          <a:ln>
            <a:noFill/>
          </a:ln>
        </p:spPr>
        <p:txBody>
          <a:bodyPr vert="horz" lIns="0" tIns="0" rIns="0" bIns="0" rtlCol="0" anchor="t" anchorCtr="0">
            <a:noAutofit/>
          </a:bodyPr>
          <a:lstStyle>
            <a:lvl1pPr marL="0" indent="0">
              <a:lnSpc>
                <a:spcPct val="80000"/>
              </a:lnSpc>
              <a:spcAft>
                <a:spcPts val="0"/>
              </a:spcAft>
              <a:buNone/>
              <a:defRPr lang="de-DE" sz="2400" b="0" cap="none" noProof="0" dirty="0" smtClean="0">
                <a:solidFill>
                  <a:schemeClr val="tx1"/>
                </a:solidFill>
                <a:latin typeface="+mj-lt"/>
                <a:ea typeface="+mj-ea"/>
                <a:cs typeface="Arial" panose="020B0604020202020204" pitchFamily="34" charset="0"/>
              </a:defRPr>
            </a:lvl1pPr>
          </a:lstStyle>
          <a:p>
            <a:pPr marL="0" lvl="0">
              <a:lnSpc>
                <a:spcPct val="80000"/>
              </a:lnSpc>
              <a:spcAft>
                <a:spcPts val="0"/>
              </a:spcAft>
            </a:pPr>
            <a:r>
              <a:rPr lang="en-US" noProof="0"/>
              <a:t>Click to add subtitle</a:t>
            </a:r>
          </a:p>
        </p:txBody>
      </p:sp>
      <p:sp>
        <p:nvSpPr>
          <p:cNvPr id="9" name="Fußzeilenplatzhalter 4">
            <a:extLst>
              <a:ext uri="{FF2B5EF4-FFF2-40B4-BE49-F238E27FC236}">
                <a16:creationId xmlns:a16="http://schemas.microsoft.com/office/drawing/2014/main" id="{D7F475A4-8326-4412-9E6F-42B5AE3E37B0}"/>
              </a:ext>
            </a:extLst>
          </p:cNvPr>
          <p:cNvSpPr txBox="1">
            <a:spLocks/>
          </p:cNvSpPr>
          <p:nvPr userDrawn="1"/>
        </p:nvSpPr>
        <p:spPr>
          <a:xfrm>
            <a:off x="540070" y="6555600"/>
            <a:ext cx="2808366" cy="360000"/>
          </a:xfrm>
          <a:prstGeom prst="rect">
            <a:avLst/>
          </a:prstGeom>
        </p:spPr>
        <p:txBody>
          <a:bodyPr vert="horz" lIns="0" tIns="0" rIns="0" bIns="0" rtlCol="0" anchor="ctr"/>
          <a:lstStyle>
            <a:defPPr>
              <a:defRPr lang="de-DE"/>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noProof="0">
                <a:solidFill>
                  <a:schemeClr val="tx1"/>
                </a:solidFill>
              </a:rPr>
              <a:t>© MBx Interoperability Forum 2025 | </a:t>
            </a:r>
            <a:r>
              <a:rPr lang="en-US" sz="800" noProof="1">
                <a:solidFill>
                  <a:schemeClr val="tx1"/>
                </a:solidFill>
              </a:rPr>
              <a:t>All rights reserved</a:t>
            </a:r>
          </a:p>
        </p:txBody>
      </p:sp>
      <p:pic>
        <p:nvPicPr>
          <p:cNvPr id="10" name="Grafik 9">
            <a:extLst>
              <a:ext uri="{FF2B5EF4-FFF2-40B4-BE49-F238E27FC236}">
                <a16:creationId xmlns:a16="http://schemas.microsoft.com/office/drawing/2014/main" id="{C198A3F5-46F5-48FA-A049-11DFDDE97E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2165" y="1124744"/>
            <a:ext cx="2855173" cy="1208072"/>
          </a:xfrm>
          <a:prstGeom prst="rect">
            <a:avLst/>
          </a:prstGeom>
        </p:spPr>
      </p:pic>
    </p:spTree>
    <p:extLst>
      <p:ext uri="{BB962C8B-B14F-4D97-AF65-F5344CB8AC3E}">
        <p14:creationId xmlns:p14="http://schemas.microsoft.com/office/powerpoint/2010/main" val="392287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DM Single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2" y="1029150"/>
            <a:ext cx="10607335" cy="541514"/>
          </a:xfrm>
          <a:ln>
            <a:noFill/>
          </a:ln>
        </p:spPr>
        <p:txBody>
          <a:bodyPr vert="horz" lIns="0" tIns="0" rIns="0" bIns="0" rtlCol="0">
            <a:noAutofit/>
          </a:bodyPr>
          <a:lstStyle>
            <a:lvl1pPr marL="0" marR="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lang="de-DE" sz="2000" noProof="0" dirty="0" smtClean="0">
                <a:solidFill>
                  <a:schemeClr val="accent3"/>
                </a:solidFill>
              </a:defRPr>
            </a:lvl1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lang="en-US" noProof="0"/>
              <a:t>Click to add subtitle</a:t>
            </a:r>
          </a:p>
        </p:txBody>
      </p:sp>
      <p:sp>
        <p:nvSpPr>
          <p:cNvPr id="7" name="Textplatzhalter 2"/>
          <p:cNvSpPr>
            <a:spLocks noGrp="1"/>
          </p:cNvSpPr>
          <p:nvPr>
            <p:ph idx="1" hasCustomPrompt="1"/>
          </p:nvPr>
        </p:nvSpPr>
        <p:spPr>
          <a:xfrm>
            <a:off x="540070" y="1638415"/>
            <a:ext cx="10605631" cy="4725971"/>
          </a:xfrm>
          <a:prstGeom prst="rect">
            <a:avLst/>
          </a:prstGeom>
          <a:solidFill>
            <a:srgbClr val="FFFFFF">
              <a:alpha val="65098"/>
            </a:srgbClr>
          </a:solidFill>
        </p:spPr>
        <p:txBody>
          <a:bodyPr vert="horz" lIns="0" tIns="0" rIns="0" bIns="0" rtlCol="0">
            <a:noAutofit/>
          </a:bodyPr>
          <a:lstStyle>
            <a:lvl1pPr>
              <a:defRPr lang="en-US" sz="2400" noProof="0" dirty="0"/>
            </a:lvl1pPr>
            <a:lvl2pPr>
              <a:defRPr lang="en-US" sz="2000" noProof="0" dirty="0"/>
            </a:lvl2pPr>
            <a:lvl3pPr>
              <a:defRPr lang="en-US" sz="1800" noProof="0" dirty="0"/>
            </a:lvl3pPr>
            <a:lvl4pPr>
              <a:defRPr lang="en-US" sz="1600" noProof="0" dirty="0"/>
            </a:lvl4pPr>
            <a:lvl5pPr>
              <a:defRPr lang="en-US"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9077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DM Two Cont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p>
            <a:r>
              <a:rPr lang="en-US" noProof="0"/>
              <a:t>6 June 2025</a:t>
            </a:r>
          </a:p>
        </p:txBody>
      </p:sp>
      <p:sp>
        <p:nvSpPr>
          <p:cNvPr id="4" name="Foliennummernplatzhalter 3"/>
          <p:cNvSpPr>
            <a:spLocks noGrp="1"/>
          </p:cNvSpPr>
          <p:nvPr>
            <p:ph type="sldNum" sz="quarter" idx="11"/>
          </p:nvPr>
        </p:nvSpPr>
        <p:spPr/>
        <p:txBody>
          <a:bodyPr/>
          <a:lstStyle/>
          <a:p>
            <a:fld id="{F50FD2C4-56EC-4F07-B0B8-CEAC86EF6E31}" type="slidenum">
              <a:rPr lang="en-US" noProof="0" smtClean="0"/>
              <a:pPr/>
              <a:t>‹#›</a:t>
            </a:fld>
            <a:endParaRPr lang="en-US" noProof="0"/>
          </a:p>
        </p:txBody>
      </p:sp>
      <p:sp>
        <p:nvSpPr>
          <p:cNvPr id="5" name="Textplatzhalter 7"/>
          <p:cNvSpPr>
            <a:spLocks noGrp="1"/>
          </p:cNvSpPr>
          <p:nvPr>
            <p:ph type="body" sz="quarter" idx="15" hasCustomPrompt="1"/>
          </p:nvPr>
        </p:nvSpPr>
        <p:spPr>
          <a:xfrm>
            <a:off x="540072" y="1029150"/>
            <a:ext cx="10607335" cy="541514"/>
          </a:xfrm>
          <a:ln>
            <a:noFill/>
          </a:ln>
        </p:spPr>
        <p:txBody>
          <a:bodyPr vert="horz" lIns="0" tIns="0" rIns="0" bIns="0" rtlCol="0">
            <a:noAutofit/>
          </a:bodyPr>
          <a:lstStyle>
            <a:lvl1pPr marL="342900" indent="-342900">
              <a:buFont typeface="Arial" panose="020B0604020202020204" pitchFamily="34" charset="0"/>
              <a:buNone/>
              <a:defRPr lang="de-DE" sz="2000" noProof="0" dirty="0" smtClean="0">
                <a:solidFill>
                  <a:schemeClr val="accent3"/>
                </a:solidFill>
              </a:defRPr>
            </a:lvl1pPr>
          </a:lstStyle>
          <a:p>
            <a:pPr marL="0" lvl="0" indent="0"/>
            <a:r>
              <a:rPr lang="en-US" noProof="0"/>
              <a:t>Click to add subtitle</a:t>
            </a:r>
          </a:p>
        </p:txBody>
      </p:sp>
      <p:sp>
        <p:nvSpPr>
          <p:cNvPr id="8" name="Inhaltsplatzhalter 2"/>
          <p:cNvSpPr>
            <a:spLocks noGrp="1"/>
          </p:cNvSpPr>
          <p:nvPr>
            <p:ph idx="1" hasCustomPrompt="1"/>
          </p:nvPr>
        </p:nvSpPr>
        <p:spPr>
          <a:xfrm>
            <a:off x="540073" y="1638414"/>
            <a:ext cx="5108988" cy="4725972"/>
          </a:xfrm>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Inhaltsplatzhalter 2"/>
          <p:cNvSpPr>
            <a:spLocks noGrp="1"/>
          </p:cNvSpPr>
          <p:nvPr>
            <p:ph idx="14" hasCustomPrompt="1"/>
          </p:nvPr>
        </p:nvSpPr>
        <p:spPr>
          <a:xfrm>
            <a:off x="6037686" y="1638414"/>
            <a:ext cx="5108988" cy="4725972"/>
          </a:xfrm>
          <a:solidFill>
            <a:srgbClr val="FFFFFF">
              <a:alpha val="65098"/>
            </a:srgbClr>
          </a:solidFill>
        </p:spPr>
        <p:txBody>
          <a:bodyPr vert="horz" lIns="0" tIns="0" rIns="0" bIns="0" rtlCol="0">
            <a:noAutofit/>
          </a:bodyPr>
          <a:lstStyle>
            <a:lvl1pPr>
              <a:defRPr lang="de-DE" sz="2400" noProof="0" dirty="0" smtClean="0"/>
            </a:lvl1pPr>
            <a:lvl2pPr>
              <a:defRPr lang="de-DE" sz="2000" noProof="0" dirty="0" smtClean="0"/>
            </a:lvl2pPr>
            <a:lvl3pPr>
              <a:defRPr lang="de-DE" sz="1800" noProof="0" dirty="0" smtClean="0"/>
            </a:lvl3pPr>
            <a:lvl4pPr>
              <a:defRPr lang="de-DE" sz="1600" noProof="0" dirty="0" smtClean="0"/>
            </a:lvl4pPr>
            <a:lvl5pPr>
              <a:defRPr lang="de-DE" sz="1600" noProof="0" dirty="0"/>
            </a:lvl5p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7901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rPr lang="en-US"/>
              <a:t>6 June 2025</a:t>
            </a:r>
            <a:endParaRPr/>
          </a:p>
        </p:txBody>
      </p:sp>
      <p:sp>
        <p:nvSpPr>
          <p:cNvPr id="3" name="PlaceHolder 2"/>
          <p:cNvSpPr>
            <a:spLocks noGrp="1"/>
          </p:cNvSpPr>
          <p:nvPr>
            <p:ph type="sldNum" idx="17"/>
          </p:nvPr>
        </p:nvSpPr>
        <p:spPr/>
        <p:txBody>
          <a:bodyPr/>
          <a:lstStyle/>
          <a:p>
            <a:fld id="{38EC008E-7FD9-4D5C-9F0A-BDE7D2B497EF}" type="slidenum">
              <a:rPr/>
              <a:t>‹#›</a:t>
            </a:fld>
            <a:endParaRPr/>
          </a:p>
        </p:txBody>
      </p:sp>
    </p:spTree>
    <p:extLst>
      <p:ext uri="{BB962C8B-B14F-4D97-AF65-F5344CB8AC3E}">
        <p14:creationId xmlns:p14="http://schemas.microsoft.com/office/powerpoint/2010/main" val="2310461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MBx Empty">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73" y="493614"/>
            <a:ext cx="10607336" cy="522386"/>
          </a:xfrm>
        </p:spPr>
        <p:txBody>
          <a:bodyPr rIns="0"/>
          <a:lstStyle>
            <a:lvl1pPr>
              <a:defRPr/>
            </a:lvl1pPr>
          </a:lstStyle>
          <a:p>
            <a:r>
              <a:rPr lang="en-US" noProof="0"/>
              <a:t>Click to add title</a:t>
            </a:r>
          </a:p>
        </p:txBody>
      </p:sp>
      <p:sp>
        <p:nvSpPr>
          <p:cNvPr id="3" name="Fußzeilenplatzhalter 2"/>
          <p:cNvSpPr>
            <a:spLocks noGrp="1"/>
          </p:cNvSpPr>
          <p:nvPr>
            <p:ph type="ftr" sz="quarter" idx="10"/>
          </p:nvPr>
        </p:nvSpPr>
        <p:spPr/>
        <p:txBody>
          <a:bodyPr/>
          <a:lstStyle>
            <a:lvl1pPr>
              <a:defRPr>
                <a:latin typeface="Arial" panose="020B0604020202020204" pitchFamily="34" charset="0"/>
                <a:cs typeface="Arial" panose="020B0604020202020204" pitchFamily="34" charset="0"/>
              </a:defRPr>
            </a:lvl1pPr>
          </a:lstStyle>
          <a:p>
            <a:pPr defTabSz="914309">
              <a:defRPr/>
            </a:pPr>
            <a:r>
              <a:rPr lang="en-US">
                <a:solidFill>
                  <a:prstClr val="white"/>
                </a:solidFill>
              </a:rPr>
              <a:t>6 June 2025</a:t>
            </a:r>
            <a:endParaRPr lang="en-US" dirty="0">
              <a:solidFill>
                <a:prstClr val="white"/>
              </a:solidFill>
            </a:endParaRPr>
          </a:p>
        </p:txBody>
      </p:sp>
      <p:sp>
        <p:nvSpPr>
          <p:cNvPr id="7" name="Foliennummernplatzhalter 3">
            <a:extLst>
              <a:ext uri="{FF2B5EF4-FFF2-40B4-BE49-F238E27FC236}">
                <a16:creationId xmlns:a16="http://schemas.microsoft.com/office/drawing/2014/main" id="{9C950BBF-0591-821C-6B08-D5A8F6235F00}"/>
              </a:ext>
            </a:extLst>
          </p:cNvPr>
          <p:cNvSpPr>
            <a:spLocks noGrp="1"/>
          </p:cNvSpPr>
          <p:nvPr>
            <p:ph type="sldNum" sz="quarter" idx="11"/>
          </p:nvPr>
        </p:nvSpPr>
        <p:spPr>
          <a:xfrm>
            <a:off x="10948663" y="5605"/>
            <a:ext cx="792103" cy="426393"/>
          </a:xfrm>
        </p:spPr>
        <p:txBody>
          <a:bodyPr/>
          <a:lstStyle>
            <a:lvl1pPr algn="r">
              <a:defRPr/>
            </a:lvl1pPr>
          </a:lstStyle>
          <a:p>
            <a:pPr defTabSz="914309">
              <a:defRPr/>
            </a:pPr>
            <a:fld id="{F50FD2C4-56EC-4F07-B0B8-CEAC86EF6E31}" type="slidenum">
              <a:rPr lang="en-FR" smtClean="0">
                <a:solidFill>
                  <a:prstClr val="white"/>
                </a:solidFill>
              </a:rPr>
              <a:pPr defTabSz="914309">
                <a:defRPr/>
              </a:pPr>
              <a:t>‹#›</a:t>
            </a:fld>
            <a:endParaRPr lang="en-FR">
              <a:solidFill>
                <a:prstClr val="white"/>
              </a:solidFill>
            </a:endParaRPr>
          </a:p>
        </p:txBody>
      </p:sp>
    </p:spTree>
    <p:extLst>
      <p:ext uri="{BB962C8B-B14F-4D97-AF65-F5344CB8AC3E}">
        <p14:creationId xmlns:p14="http://schemas.microsoft.com/office/powerpoint/2010/main" val="107371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Footer Placeholder 2"/>
          <p:cNvSpPr>
            <a:spLocks noGrp="1"/>
          </p:cNvSpPr>
          <p:nvPr>
            <p:ph type="ftr" sz="quarter" idx="10"/>
          </p:nvPr>
        </p:nvSpPr>
        <p:spPr/>
        <p:txBody>
          <a:bodyPr/>
          <a:lstStyle/>
          <a:p>
            <a:r>
              <a:rPr lang="en-US" noProof="0">
                <a:solidFill>
                  <a:srgbClr val="000000">
                    <a:tint val="75000"/>
                  </a:srgbClr>
                </a:solidFill>
              </a:rPr>
              <a:t>6 June 2025</a:t>
            </a:r>
            <a:endParaRPr lang="fr-FR" noProof="0">
              <a:solidFill>
                <a:srgbClr val="000000">
                  <a:tint val="75000"/>
                </a:srgbClr>
              </a:solidFill>
            </a:endParaRPr>
          </a:p>
        </p:txBody>
      </p:sp>
      <p:sp>
        <p:nvSpPr>
          <p:cNvPr id="4" name="Slide Number Placeholder 3"/>
          <p:cNvSpPr>
            <a:spLocks noGrp="1"/>
          </p:cNvSpPr>
          <p:nvPr>
            <p:ph type="sldNum" sz="quarter" idx="11"/>
          </p:nvPr>
        </p:nvSpPr>
        <p:spPr/>
        <p:txBody>
          <a:bodyPr/>
          <a:lstStyle/>
          <a:p>
            <a:fld id="{3991F511-AB0C-7546-88F9-3564C53DC199}" type="slidenum">
              <a:rPr lang="fr-FR" noProof="0" smtClean="0"/>
              <a:pPr/>
              <a:t>‹#›</a:t>
            </a:fld>
            <a:endParaRPr lang="fr-FR" noProof="0"/>
          </a:p>
        </p:txBody>
      </p:sp>
      <p:sp>
        <p:nvSpPr>
          <p:cNvPr id="6" name="Content Placeholder 5"/>
          <p:cNvSpPr>
            <a:spLocks noGrp="1"/>
          </p:cNvSpPr>
          <p:nvPr>
            <p:ph sz="quarter" idx="12"/>
          </p:nvPr>
        </p:nvSpPr>
        <p:spPr>
          <a:xfrm>
            <a:off x="742122" y="845175"/>
            <a:ext cx="10834979" cy="53730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3830453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AF93B-DC64-7A5D-5179-718B4D41FE0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350B5211-D6BB-AA91-D1F2-60AEF9C2AF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9C5CB13-5FAF-AA62-1DBD-AA4C797ED86D}"/>
              </a:ext>
            </a:extLst>
          </p:cNvPr>
          <p:cNvSpPr>
            <a:spLocks noGrp="1"/>
          </p:cNvSpPr>
          <p:nvPr>
            <p:ph type="dt" sz="half" idx="10"/>
          </p:nvPr>
        </p:nvSpPr>
        <p:spPr/>
        <p:txBody>
          <a:bodyPr/>
          <a:lstStyle/>
          <a:p>
            <a:r>
              <a:rPr lang="fr-FR"/>
              <a:t>Feb. 18th, 2026</a:t>
            </a:r>
            <a:endParaRPr lang="en-GB"/>
          </a:p>
        </p:txBody>
      </p:sp>
      <p:sp>
        <p:nvSpPr>
          <p:cNvPr id="5" name="Footer Placeholder 4">
            <a:extLst>
              <a:ext uri="{FF2B5EF4-FFF2-40B4-BE49-F238E27FC236}">
                <a16:creationId xmlns:a16="http://schemas.microsoft.com/office/drawing/2014/main" id="{28692B29-4936-10A5-D207-6D977B451C43}"/>
              </a:ext>
            </a:extLst>
          </p:cNvPr>
          <p:cNvSpPr>
            <a:spLocks noGrp="1"/>
          </p:cNvSpPr>
          <p:nvPr>
            <p:ph type="ftr" sz="quarter" idx="11"/>
          </p:nvPr>
        </p:nvSpPr>
        <p:spPr/>
        <p:txBody>
          <a:bodyPr/>
          <a:lstStyle/>
          <a:p>
            <a:r>
              <a:rPr lang="en-GB"/>
              <a:t>6 June 2025</a:t>
            </a:r>
          </a:p>
        </p:txBody>
      </p:sp>
      <p:sp>
        <p:nvSpPr>
          <p:cNvPr id="6" name="Slide Number Placeholder 5">
            <a:extLst>
              <a:ext uri="{FF2B5EF4-FFF2-40B4-BE49-F238E27FC236}">
                <a16:creationId xmlns:a16="http://schemas.microsoft.com/office/drawing/2014/main" id="{D8B954A9-E2D4-B02D-E3B9-5324F03307FC}"/>
              </a:ext>
            </a:extLst>
          </p:cNvPr>
          <p:cNvSpPr>
            <a:spLocks noGrp="1"/>
          </p:cNvSpPr>
          <p:nvPr>
            <p:ph type="sldNum" sz="quarter" idx="12"/>
          </p:nvPr>
        </p:nvSpPr>
        <p:spPr/>
        <p:txBody>
          <a:bodyPr/>
          <a:lstStyle/>
          <a:p>
            <a:fld id="{F5D738AF-DFFB-E544-8C61-FB84655D32D7}" type="slidenum">
              <a:rPr lang="en-GB" smtClean="0"/>
              <a:t>‹#›</a:t>
            </a:fld>
            <a:endParaRPr lang="en-GB"/>
          </a:p>
        </p:txBody>
      </p:sp>
    </p:spTree>
    <p:extLst>
      <p:ext uri="{BB962C8B-B14F-4D97-AF65-F5344CB8AC3E}">
        <p14:creationId xmlns:p14="http://schemas.microsoft.com/office/powerpoint/2010/main" val="444387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5D2D8A74-6F4B-4BFB-AB8D-F69BF73E89E5}"/>
              </a:ext>
            </a:extLst>
          </p:cNvPr>
          <p:cNvPicPr>
            <a:picLocks noChangeAspect="1"/>
          </p:cNvPicPr>
          <p:nvPr userDrawn="1"/>
        </p:nvPicPr>
        <p:blipFill rotWithShape="1">
          <a:blip r:embed="rId20" cstate="screen">
            <a:extLst>
              <a:ext uri="{28A0092B-C50C-407E-A947-70E740481C1C}">
                <a14:useLocalDpi xmlns:a14="http://schemas.microsoft.com/office/drawing/2010/main"/>
              </a:ext>
            </a:extLst>
          </a:blip>
          <a:srcRect/>
          <a:stretch/>
        </p:blipFill>
        <p:spPr>
          <a:xfrm rot="16200000">
            <a:off x="7842680" y="2534939"/>
            <a:ext cx="6472800" cy="2225841"/>
          </a:xfrm>
          <a:prstGeom prst="rect">
            <a:avLst/>
          </a:prstGeom>
        </p:spPr>
      </p:pic>
      <p:grpSp>
        <p:nvGrpSpPr>
          <p:cNvPr id="22" name="Gruppieren 21">
            <a:extLst>
              <a:ext uri="{FF2B5EF4-FFF2-40B4-BE49-F238E27FC236}">
                <a16:creationId xmlns:a16="http://schemas.microsoft.com/office/drawing/2014/main" id="{0E290FD8-271C-4D54-B69A-60E7A9D82737}"/>
              </a:ext>
            </a:extLst>
          </p:cNvPr>
          <p:cNvGrpSpPr/>
          <p:nvPr userDrawn="1"/>
        </p:nvGrpSpPr>
        <p:grpSpPr>
          <a:xfrm>
            <a:off x="9143271" y="6432868"/>
            <a:ext cx="2004135" cy="373155"/>
            <a:chOff x="9351631" y="6432867"/>
            <a:chExt cx="2003874" cy="373155"/>
          </a:xfrm>
        </p:grpSpPr>
        <p:pic>
          <p:nvPicPr>
            <p:cNvPr id="19" name="Bild 7" descr="170328_Prostep_Logo_dunkelblau_rgb.png">
              <a:extLst>
                <a:ext uri="{FF2B5EF4-FFF2-40B4-BE49-F238E27FC236}">
                  <a16:creationId xmlns:a16="http://schemas.microsoft.com/office/drawing/2014/main" id="{F2B2367C-A9C8-40CB-B809-3488A48D5A5E}"/>
                </a:ext>
              </a:extLst>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10814741" y="6473133"/>
              <a:ext cx="540764" cy="292623"/>
            </a:xfrm>
            <a:prstGeom prst="rect">
              <a:avLst/>
            </a:prstGeom>
          </p:spPr>
        </p:pic>
        <p:pic>
          <p:nvPicPr>
            <p:cNvPr id="20" name="Picture 2" descr="C:\Offlinedateien\CAX-IF Projektdoku\Misc\Präsentationen\PDES Logo.png">
              <a:extLst>
                <a:ext uri="{FF2B5EF4-FFF2-40B4-BE49-F238E27FC236}">
                  <a16:creationId xmlns:a16="http://schemas.microsoft.com/office/drawing/2014/main" id="{2A47C8B9-B3A7-420A-A25F-CE5D0F4DA6F5}"/>
                </a:ext>
              </a:extLst>
            </p:cNvPr>
            <p:cNvPicPr>
              <a:picLocks noChangeAspect="1" noChangeArrowheads="1"/>
            </p:cNvPicPr>
            <p:nvPr userDrawn="1"/>
          </p:nvPicPr>
          <p:blipFill rotWithShape="1">
            <a:blip r:embed="rId22" cstate="screen">
              <a:extLst>
                <a:ext uri="{28A0092B-C50C-407E-A947-70E740481C1C}">
                  <a14:useLocalDpi xmlns:a14="http://schemas.microsoft.com/office/drawing/2010/main"/>
                </a:ext>
              </a:extLst>
            </a:blip>
            <a:srcRect/>
            <a:stretch/>
          </p:blipFill>
          <p:spPr bwMode="auto">
            <a:xfrm>
              <a:off x="9351631" y="6432867"/>
              <a:ext cx="949553" cy="37315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elplatzhalter 1"/>
          <p:cNvSpPr>
            <a:spLocks noGrp="1"/>
          </p:cNvSpPr>
          <p:nvPr>
            <p:ph type="title"/>
          </p:nvPr>
        </p:nvSpPr>
        <p:spPr>
          <a:xfrm>
            <a:off x="540071" y="493614"/>
            <a:ext cx="10607336" cy="1072386"/>
          </a:xfrm>
          <a:prstGeom prst="rect">
            <a:avLst/>
          </a:prstGeom>
        </p:spPr>
        <p:txBody>
          <a:bodyPr vert="horz" lIns="0" tIns="0" rIns="0" bIns="0" rtlCol="0" anchor="t" anchorCtr="0">
            <a:noAutofit/>
          </a:bodyPr>
          <a:lstStyle/>
          <a:p>
            <a:r>
              <a:rPr lang="en-US" noProof="0"/>
              <a:t>Click to add title</a:t>
            </a:r>
          </a:p>
        </p:txBody>
      </p:sp>
      <p:sp>
        <p:nvSpPr>
          <p:cNvPr id="3" name="Textplatzhalter 2"/>
          <p:cNvSpPr>
            <a:spLocks noGrp="1"/>
          </p:cNvSpPr>
          <p:nvPr>
            <p:ph type="body" idx="1"/>
          </p:nvPr>
        </p:nvSpPr>
        <p:spPr>
          <a:xfrm>
            <a:off x="540070" y="1711656"/>
            <a:ext cx="10605631" cy="4860000"/>
          </a:xfrm>
          <a:prstGeom prst="rect">
            <a:avLst/>
          </a:prstGeom>
          <a:solidFill>
            <a:srgbClr val="FFFFFF">
              <a:alpha val="65098"/>
            </a:srgbClr>
          </a:solidFill>
        </p:spPr>
        <p:txBody>
          <a:bodyPr vert="horz" lIns="0" tIns="0" rIns="0" bIns="0" rtlCol="0">
            <a:noAutofit/>
          </a:bodyPr>
          <a:lstStyle/>
          <a:p>
            <a:pPr lvl="0"/>
            <a:r>
              <a:rPr lang="en-US" noProof="0"/>
              <a:t>Edit master text format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Fußzeilenplatzhalter 4"/>
          <p:cNvSpPr txBox="1">
            <a:spLocks/>
          </p:cNvSpPr>
          <p:nvPr userDrawn="1"/>
        </p:nvSpPr>
        <p:spPr>
          <a:xfrm>
            <a:off x="540070" y="6555600"/>
            <a:ext cx="2808366" cy="360000"/>
          </a:xfrm>
          <a:prstGeom prst="rect">
            <a:avLst/>
          </a:prstGeom>
        </p:spPr>
        <p:txBody>
          <a:bodyPr vert="horz" lIns="0" tIns="0" rIns="0" bIns="0" rtlCol="0" anchor="ctr"/>
          <a:lstStyle>
            <a:defPPr>
              <a:defRPr lang="de-DE"/>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noProof="0" dirty="0"/>
              <a:t>© MBx Interoperability Forum 2026 | </a:t>
            </a:r>
            <a:r>
              <a:rPr lang="en-US" sz="800" noProof="1"/>
              <a:t>All rights reserved</a:t>
            </a:r>
          </a:p>
        </p:txBody>
      </p:sp>
      <p:sp>
        <p:nvSpPr>
          <p:cNvPr id="4" name="Rechteck 3">
            <a:extLst>
              <a:ext uri="{FF2B5EF4-FFF2-40B4-BE49-F238E27FC236}">
                <a16:creationId xmlns:a16="http://schemas.microsoft.com/office/drawing/2014/main" id="{CC399FEC-DF14-4D09-B2C8-B2BE842493DD}"/>
              </a:ext>
            </a:extLst>
          </p:cNvPr>
          <p:cNvSpPr/>
          <p:nvPr userDrawn="1"/>
        </p:nvSpPr>
        <p:spPr>
          <a:xfrm>
            <a:off x="1" y="0"/>
            <a:ext cx="12192000" cy="432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endParaRPr lang="en-US" sz="1600">
              <a:solidFill>
                <a:schemeClr val="tx1"/>
              </a:solidFill>
            </a:endParaRPr>
          </a:p>
        </p:txBody>
      </p:sp>
      <p:sp>
        <p:nvSpPr>
          <p:cNvPr id="5" name="Fußzeilenplatzhalter 4"/>
          <p:cNvSpPr>
            <a:spLocks noGrp="1"/>
          </p:cNvSpPr>
          <p:nvPr>
            <p:ph type="ftr" sz="quarter" idx="3"/>
          </p:nvPr>
        </p:nvSpPr>
        <p:spPr>
          <a:xfrm>
            <a:off x="542165" y="-5193"/>
            <a:ext cx="4394619" cy="426393"/>
          </a:xfrm>
          <a:prstGeom prst="rect">
            <a:avLst/>
          </a:prstGeom>
        </p:spPr>
        <p:txBody>
          <a:bodyPr vert="horz" lIns="0" tIns="0" rIns="0" bIns="0" rtlCol="0" anchor="ctr"/>
          <a:lstStyle>
            <a:lvl1pPr algn="l">
              <a:defRPr sz="1200">
                <a:solidFill>
                  <a:schemeClr val="bg1"/>
                </a:solidFill>
              </a:defRPr>
            </a:lvl1pPr>
          </a:lstStyle>
          <a:p>
            <a:r>
              <a:rPr lang="en-US"/>
              <a:t>6 June 2025</a:t>
            </a:r>
          </a:p>
        </p:txBody>
      </p:sp>
      <p:sp>
        <p:nvSpPr>
          <p:cNvPr id="6" name="Foliennummernplatzhalter 5"/>
          <p:cNvSpPr>
            <a:spLocks noGrp="1"/>
          </p:cNvSpPr>
          <p:nvPr>
            <p:ph type="sldNum" sz="quarter" idx="4"/>
          </p:nvPr>
        </p:nvSpPr>
        <p:spPr>
          <a:xfrm>
            <a:off x="10353598" y="-5194"/>
            <a:ext cx="792103" cy="426393"/>
          </a:xfrm>
          <a:prstGeom prst="rect">
            <a:avLst/>
          </a:prstGeom>
        </p:spPr>
        <p:txBody>
          <a:bodyPr vert="horz" lIns="0" tIns="0" rIns="0" bIns="0" rtlCol="0" anchor="ctr"/>
          <a:lstStyle>
            <a:lvl1pPr algn="r">
              <a:defRPr sz="1200">
                <a:solidFill>
                  <a:schemeClr val="bg1"/>
                </a:solidFill>
              </a:defRPr>
            </a:lvl1pPr>
          </a:lstStyle>
          <a:p>
            <a:fld id="{F50FD2C4-56EC-4F07-B0B8-CEAC86EF6E31}" type="slidenum">
              <a:rPr lang="en-US" smtClean="0"/>
              <a:pPr/>
              <a:t>‹#›</a:t>
            </a:fld>
            <a:endParaRPr lang="en-US"/>
          </a:p>
        </p:txBody>
      </p:sp>
      <p:pic>
        <p:nvPicPr>
          <p:cNvPr id="7" name="Picture 6" descr="A blue and black logo&#10;&#10;AI-generated content may be incorrect.">
            <a:extLst>
              <a:ext uri="{FF2B5EF4-FFF2-40B4-BE49-F238E27FC236}">
                <a16:creationId xmlns:a16="http://schemas.microsoft.com/office/drawing/2014/main" id="{8A52C1CE-8F79-0D44-9AA6-6B2483B6F237}"/>
              </a:ext>
            </a:extLst>
          </p:cNvPr>
          <p:cNvPicPr>
            <a:picLocks noChangeAspect="1"/>
          </p:cNvPicPr>
          <p:nvPr userDrawn="1"/>
        </p:nvPicPr>
        <p:blipFill>
          <a:blip r:embed="rId23"/>
          <a:srcRect l="16863" t="26617" r="19191" b="34720"/>
          <a:stretch/>
        </p:blipFill>
        <p:spPr>
          <a:xfrm>
            <a:off x="7788095" y="6448266"/>
            <a:ext cx="1131764" cy="384867"/>
          </a:xfrm>
          <a:prstGeom prst="rect">
            <a:avLst/>
          </a:prstGeom>
        </p:spPr>
      </p:pic>
    </p:spTree>
    <p:extLst>
      <p:ext uri="{BB962C8B-B14F-4D97-AF65-F5344CB8AC3E}">
        <p14:creationId xmlns:p14="http://schemas.microsoft.com/office/powerpoint/2010/main" val="32207844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230400" indent="-230400" algn="l" defTabSz="914400" rtl="0" eaLnBrk="1" latinLnBrk="0" hangingPunct="1">
        <a:lnSpc>
          <a:spcPct val="90000"/>
        </a:lnSpc>
        <a:spcBef>
          <a:spcPts val="1000"/>
        </a:spcBef>
        <a:buFont typeface="Wingdings" panose="05000000000000000000" pitchFamily="2" charset="2"/>
        <a:buChar char="§"/>
        <a:defRPr lang="en-US" sz="2400" kern="1200" noProof="0" dirty="0">
          <a:solidFill>
            <a:schemeClr val="tx1"/>
          </a:solidFill>
          <a:latin typeface="+mn-lt"/>
          <a:ea typeface="+mn-ea"/>
          <a:cs typeface="+mn-cs"/>
        </a:defRPr>
      </a:lvl1pPr>
      <a:lvl2pPr marL="687600" indent="-230400" algn="l" defTabSz="914400" rtl="0" eaLnBrk="1" latinLnBrk="0" hangingPunct="1">
        <a:lnSpc>
          <a:spcPct val="90000"/>
        </a:lnSpc>
        <a:spcBef>
          <a:spcPts val="1000"/>
        </a:spcBef>
        <a:buFont typeface="Symbol" panose="05050102010706020507" pitchFamily="18" charset="2"/>
        <a:buChar char="-"/>
        <a:defRPr lang="en-US" sz="2000" kern="1200" noProof="0" dirty="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Symbol" panose="05050102010706020507" pitchFamily="18" charset="2"/>
        <a:buChar char="-"/>
        <a:defRPr lang="en-US" sz="1800" kern="1200" noProof="0" dirty="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Symbol" panose="05050102010706020507" pitchFamily="18" charset="2"/>
        <a:buChar char="-"/>
        <a:defRPr lang="en-US" sz="1600" kern="1200" noProof="0" dirty="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Symbol" panose="05050102010706020507" pitchFamily="18" charset="2"/>
        <a:buChar char="-"/>
        <a:defRPr lang="en-US" sz="1600" kern="1200" noProof="0" dirty="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856-ABE5-7797-717B-4B8F9C7E18D9}"/>
              </a:ext>
            </a:extLst>
          </p:cNvPr>
          <p:cNvSpPr>
            <a:spLocks noGrp="1"/>
          </p:cNvSpPr>
          <p:nvPr>
            <p:ph type="title"/>
          </p:nvPr>
        </p:nvSpPr>
        <p:spPr/>
        <p:txBody>
          <a:bodyPr/>
          <a:lstStyle/>
          <a:p>
            <a:r>
              <a:rPr lang="en-GB" dirty="0"/>
              <a:t>Using Schematron to check XML documents</a:t>
            </a:r>
          </a:p>
        </p:txBody>
      </p:sp>
      <p:sp>
        <p:nvSpPr>
          <p:cNvPr id="3" name="Subtitle 2">
            <a:extLst>
              <a:ext uri="{FF2B5EF4-FFF2-40B4-BE49-F238E27FC236}">
                <a16:creationId xmlns:a16="http://schemas.microsoft.com/office/drawing/2014/main" id="{422F8589-1512-393B-888D-DC2DEC24E979}"/>
              </a:ext>
            </a:extLst>
          </p:cNvPr>
          <p:cNvSpPr>
            <a:spLocks noGrp="1"/>
          </p:cNvSpPr>
          <p:nvPr>
            <p:ph type="subTitle" idx="1"/>
          </p:nvPr>
        </p:nvSpPr>
        <p:spPr/>
        <p:txBody>
          <a:bodyPr/>
          <a:lstStyle/>
          <a:p>
            <a:r>
              <a:rPr lang="en-GB" dirty="0"/>
              <a:t>Introduction to </a:t>
            </a:r>
            <a:r>
              <a:rPr lang="el-GR" dirty="0"/>
              <a:t>χ</a:t>
            </a:r>
            <a:r>
              <a:rPr lang="en-GB" dirty="0"/>
              <a:t>MCF Team</a:t>
            </a:r>
          </a:p>
          <a:p>
            <a:r>
              <a:rPr lang="en-GB" dirty="0"/>
              <a:t>(Kevin Le Tutour, AFNeT Services) </a:t>
            </a:r>
          </a:p>
        </p:txBody>
      </p:sp>
    </p:spTree>
    <p:extLst>
      <p:ext uri="{BB962C8B-B14F-4D97-AF65-F5344CB8AC3E}">
        <p14:creationId xmlns:p14="http://schemas.microsoft.com/office/powerpoint/2010/main" val="210464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B9452-3220-C16D-8A34-C59979024172}"/>
              </a:ext>
            </a:extLst>
          </p:cNvPr>
          <p:cNvSpPr>
            <a:spLocks noGrp="1"/>
          </p:cNvSpPr>
          <p:nvPr>
            <p:ph type="title"/>
          </p:nvPr>
        </p:nvSpPr>
        <p:spPr/>
        <p:txBody>
          <a:bodyPr/>
          <a:lstStyle/>
          <a:p>
            <a:r>
              <a:rPr lang="en-GB" dirty="0"/>
              <a:t>Agenda</a:t>
            </a:r>
          </a:p>
        </p:txBody>
      </p:sp>
      <p:sp>
        <p:nvSpPr>
          <p:cNvPr id="3" name="Slide Number Placeholder 2">
            <a:extLst>
              <a:ext uri="{FF2B5EF4-FFF2-40B4-BE49-F238E27FC236}">
                <a16:creationId xmlns:a16="http://schemas.microsoft.com/office/drawing/2014/main" id="{628877F9-5769-D139-84A5-19C1C45EF428}"/>
              </a:ext>
            </a:extLst>
          </p:cNvPr>
          <p:cNvSpPr>
            <a:spLocks noGrp="1"/>
          </p:cNvSpPr>
          <p:nvPr>
            <p:ph type="sldNum" sz="quarter" idx="11"/>
          </p:nvPr>
        </p:nvSpPr>
        <p:spPr/>
        <p:txBody>
          <a:bodyPr/>
          <a:lstStyle/>
          <a:p>
            <a:fld id="{F50FD2C4-56EC-4F07-B0B8-CEAC86EF6E31}" type="slidenum">
              <a:rPr lang="en-US" noProof="0" smtClean="0"/>
              <a:pPr/>
              <a:t>2</a:t>
            </a:fld>
            <a:endParaRPr lang="en-US" noProof="0"/>
          </a:p>
        </p:txBody>
      </p:sp>
      <p:sp>
        <p:nvSpPr>
          <p:cNvPr id="8" name="Text Placeholder 7">
            <a:extLst>
              <a:ext uri="{FF2B5EF4-FFF2-40B4-BE49-F238E27FC236}">
                <a16:creationId xmlns:a16="http://schemas.microsoft.com/office/drawing/2014/main" id="{D2A2158A-014E-0A15-990B-0C4121D223CE}"/>
              </a:ext>
            </a:extLst>
          </p:cNvPr>
          <p:cNvSpPr>
            <a:spLocks noGrp="1"/>
          </p:cNvSpPr>
          <p:nvPr>
            <p:ph type="body" sz="quarter" idx="15"/>
          </p:nvPr>
        </p:nvSpPr>
        <p:spPr/>
        <p:txBody>
          <a:bodyPr/>
          <a:lstStyle/>
          <a:p>
            <a:r>
              <a:rPr lang="en-GB" dirty="0"/>
              <a:t>Using Schematron to check XML documents</a:t>
            </a:r>
          </a:p>
        </p:txBody>
      </p:sp>
      <p:sp>
        <p:nvSpPr>
          <p:cNvPr id="7" name="Content Placeholder 6">
            <a:extLst>
              <a:ext uri="{FF2B5EF4-FFF2-40B4-BE49-F238E27FC236}">
                <a16:creationId xmlns:a16="http://schemas.microsoft.com/office/drawing/2014/main" id="{614345BC-F308-3376-B971-6EAAC5E60B46}"/>
              </a:ext>
            </a:extLst>
          </p:cNvPr>
          <p:cNvSpPr>
            <a:spLocks noGrp="1"/>
          </p:cNvSpPr>
          <p:nvPr>
            <p:ph idx="1"/>
          </p:nvPr>
        </p:nvSpPr>
        <p:spPr/>
        <p:txBody>
          <a:bodyPr/>
          <a:lstStyle/>
          <a:p>
            <a:r>
              <a:rPr lang="en-GB" dirty="0"/>
              <a:t>Schematron </a:t>
            </a:r>
          </a:p>
          <a:p>
            <a:r>
              <a:rPr lang="en-GB" dirty="0"/>
              <a:t>STEP AP242</a:t>
            </a:r>
          </a:p>
          <a:p>
            <a:r>
              <a:rPr lang="el-GR" dirty="0"/>
              <a:t>χ</a:t>
            </a:r>
            <a:r>
              <a:rPr lang="en-GB" dirty="0"/>
              <a:t>MCF</a:t>
            </a:r>
          </a:p>
          <a:p>
            <a:pPr lvl="1"/>
            <a:r>
              <a:rPr lang="en-GB" dirty="0"/>
              <a:t>Comparison with </a:t>
            </a:r>
            <a:r>
              <a:rPr lang="en-GB" dirty="0" err="1"/>
              <a:t>XSD:assert</a:t>
            </a:r>
            <a:endParaRPr lang="en-GB" dirty="0"/>
          </a:p>
        </p:txBody>
      </p:sp>
    </p:spTree>
    <p:extLst>
      <p:ext uri="{BB962C8B-B14F-4D97-AF65-F5344CB8AC3E}">
        <p14:creationId xmlns:p14="http://schemas.microsoft.com/office/powerpoint/2010/main" val="152485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D931-9089-0F1E-72C3-73419B620A3F}"/>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72D247A9-5461-C417-429B-B41E91A13BD1}"/>
              </a:ext>
            </a:extLst>
          </p:cNvPr>
          <p:cNvSpPr>
            <a:spLocks noGrp="1"/>
          </p:cNvSpPr>
          <p:nvPr>
            <p:ph type="sldNum" sz="quarter" idx="11"/>
          </p:nvPr>
        </p:nvSpPr>
        <p:spPr/>
        <p:txBody>
          <a:bodyPr/>
          <a:lstStyle/>
          <a:p>
            <a:fld id="{F50FD2C4-56EC-4F07-B0B8-CEAC86EF6E31}" type="slidenum">
              <a:rPr lang="en-US" noProof="0" smtClean="0"/>
              <a:pPr/>
              <a:t>3</a:t>
            </a:fld>
            <a:endParaRPr lang="en-US" noProof="0"/>
          </a:p>
        </p:txBody>
      </p:sp>
      <p:sp>
        <p:nvSpPr>
          <p:cNvPr id="4" name="Text Placeholder 3">
            <a:extLst>
              <a:ext uri="{FF2B5EF4-FFF2-40B4-BE49-F238E27FC236}">
                <a16:creationId xmlns:a16="http://schemas.microsoft.com/office/drawing/2014/main" id="{E5C26BDE-D4BB-3DA9-CEDC-DA8E6291E84F}"/>
              </a:ext>
            </a:extLst>
          </p:cNvPr>
          <p:cNvSpPr>
            <a:spLocks noGrp="1"/>
          </p:cNvSpPr>
          <p:nvPr>
            <p:ph type="body" sz="quarter" idx="16"/>
          </p:nvPr>
        </p:nvSpPr>
        <p:spPr/>
        <p:txBody>
          <a:bodyPr/>
          <a:lstStyle/>
          <a:p>
            <a:r>
              <a:rPr lang="en-GB" dirty="0"/>
              <a:t>Introduction</a:t>
            </a:r>
          </a:p>
        </p:txBody>
      </p:sp>
      <p:grpSp>
        <p:nvGrpSpPr>
          <p:cNvPr id="24" name="Groupe 6">
            <a:extLst>
              <a:ext uri="{FF2B5EF4-FFF2-40B4-BE49-F238E27FC236}">
                <a16:creationId xmlns:a16="http://schemas.microsoft.com/office/drawing/2014/main" id="{E5D7A9C3-694A-FB1B-506F-DD9F84081061}"/>
              </a:ext>
            </a:extLst>
          </p:cNvPr>
          <p:cNvGrpSpPr/>
          <p:nvPr/>
        </p:nvGrpSpPr>
        <p:grpSpPr>
          <a:xfrm>
            <a:off x="5120680" y="1791487"/>
            <a:ext cx="1428750" cy="1428750"/>
            <a:chOff x="6191726" y="3178796"/>
            <a:chExt cx="1428750" cy="1428750"/>
          </a:xfrm>
        </p:grpSpPr>
        <p:pic>
          <p:nvPicPr>
            <p:cNvPr id="25" name="Image 7">
              <a:extLst>
                <a:ext uri="{FF2B5EF4-FFF2-40B4-BE49-F238E27FC236}">
                  <a16:creationId xmlns:a16="http://schemas.microsoft.com/office/drawing/2014/main" id="{3B818A0B-7E1F-6C34-2073-A9D217889E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26" name="ZoneTexte 8">
              <a:extLst>
                <a:ext uri="{FF2B5EF4-FFF2-40B4-BE49-F238E27FC236}">
                  <a16:creationId xmlns:a16="http://schemas.microsoft.com/office/drawing/2014/main" id="{15E208DF-774B-972C-9763-09F28A5C6AB3}"/>
                </a:ext>
              </a:extLst>
            </p:cNvPr>
            <p:cNvSpPr txBox="1"/>
            <p:nvPr/>
          </p:nvSpPr>
          <p:spPr>
            <a:xfrm>
              <a:off x="6319460" y="3248646"/>
              <a:ext cx="1003301" cy="553998"/>
            </a:xfrm>
            <a:prstGeom prst="rect">
              <a:avLst/>
            </a:prstGeom>
            <a:noFill/>
          </p:spPr>
          <p:txBody>
            <a:bodyPr wrap="square" rtlCol="0">
              <a:spAutoFit/>
            </a:bodyPr>
            <a:lstStyle/>
            <a:p>
              <a:r>
                <a:rPr lang="en-GB" sz="1000" b="1">
                  <a:solidFill>
                    <a:prstClr val="black"/>
                  </a:solidFill>
                  <a:latin typeface="Calibri" panose="020F0502020204030204"/>
                </a:rPr>
                <a:t>Schematron</a:t>
              </a:r>
            </a:p>
            <a:p>
              <a:r>
                <a:rPr lang="en-GB" sz="1000" b="1">
                  <a:solidFill>
                    <a:prstClr val="black"/>
                  </a:solidFill>
                  <a:latin typeface="Calibri" panose="020F0502020204030204"/>
                </a:rPr>
                <a:t>Rules</a:t>
              </a:r>
            </a:p>
            <a:p>
              <a:endParaRPr lang="en-GB" sz="1000" b="1">
                <a:solidFill>
                  <a:prstClr val="black"/>
                </a:solidFill>
                <a:latin typeface="Calibri" panose="020F0502020204030204"/>
              </a:endParaRPr>
            </a:p>
          </p:txBody>
        </p:sp>
      </p:grpSp>
      <p:sp>
        <p:nvSpPr>
          <p:cNvPr id="27" name="Flèche : droite 33">
            <a:extLst>
              <a:ext uri="{FF2B5EF4-FFF2-40B4-BE49-F238E27FC236}">
                <a16:creationId xmlns:a16="http://schemas.microsoft.com/office/drawing/2014/main" id="{692BD9EF-02F8-B451-D8D9-1A18D8B48BBB}"/>
              </a:ext>
            </a:extLst>
          </p:cNvPr>
          <p:cNvSpPr/>
          <p:nvPr/>
        </p:nvSpPr>
        <p:spPr>
          <a:xfrm>
            <a:off x="4640154" y="4212639"/>
            <a:ext cx="2526505"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Flèche : droite 35">
            <a:extLst>
              <a:ext uri="{FF2B5EF4-FFF2-40B4-BE49-F238E27FC236}">
                <a16:creationId xmlns:a16="http://schemas.microsoft.com/office/drawing/2014/main" id="{8B4F5F23-36C2-8F9C-E52F-58701A02D986}"/>
              </a:ext>
            </a:extLst>
          </p:cNvPr>
          <p:cNvSpPr/>
          <p:nvPr/>
        </p:nvSpPr>
        <p:spPr>
          <a:xfrm rot="5400000">
            <a:off x="5373943" y="3556591"/>
            <a:ext cx="940885"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9" name="Group 28">
            <a:extLst>
              <a:ext uri="{FF2B5EF4-FFF2-40B4-BE49-F238E27FC236}">
                <a16:creationId xmlns:a16="http://schemas.microsoft.com/office/drawing/2014/main" id="{29BDB1D1-C90C-29DF-36A6-9BFE1877E259}"/>
              </a:ext>
            </a:extLst>
          </p:cNvPr>
          <p:cNvGrpSpPr/>
          <p:nvPr/>
        </p:nvGrpSpPr>
        <p:grpSpPr>
          <a:xfrm>
            <a:off x="3265777" y="3705814"/>
            <a:ext cx="1428750" cy="1428750"/>
            <a:chOff x="9122978" y="1809231"/>
            <a:chExt cx="1428750" cy="1428750"/>
          </a:xfrm>
        </p:grpSpPr>
        <p:pic>
          <p:nvPicPr>
            <p:cNvPr id="30" name="Image 40">
              <a:extLst>
                <a:ext uri="{FF2B5EF4-FFF2-40B4-BE49-F238E27FC236}">
                  <a16:creationId xmlns:a16="http://schemas.microsoft.com/office/drawing/2014/main" id="{AFB1CC0A-2D42-BC8D-9C41-C05B1A48AE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22978" y="1809231"/>
              <a:ext cx="1428750" cy="1428750"/>
            </a:xfrm>
            <a:prstGeom prst="rect">
              <a:avLst/>
            </a:prstGeom>
          </p:spPr>
        </p:pic>
        <p:sp>
          <p:nvSpPr>
            <p:cNvPr id="31" name="ZoneTexte 41">
              <a:extLst>
                <a:ext uri="{FF2B5EF4-FFF2-40B4-BE49-F238E27FC236}">
                  <a16:creationId xmlns:a16="http://schemas.microsoft.com/office/drawing/2014/main" id="{7BF18339-9C76-5D4B-D86F-72D5E38AD479}"/>
                </a:ext>
              </a:extLst>
            </p:cNvPr>
            <p:cNvSpPr txBox="1"/>
            <p:nvPr/>
          </p:nvSpPr>
          <p:spPr>
            <a:xfrm>
              <a:off x="9255474" y="1890862"/>
              <a:ext cx="1003301" cy="246221"/>
            </a:xfrm>
            <a:prstGeom prst="rect">
              <a:avLst/>
            </a:prstGeom>
            <a:noFill/>
          </p:spPr>
          <p:txBody>
            <a:bodyPr wrap="square" rtlCol="0">
              <a:spAutoFit/>
            </a:bodyPr>
            <a:lstStyle/>
            <a:p>
              <a:r>
                <a:rPr lang="en-GB" sz="1000" b="1" dirty="0">
                  <a:solidFill>
                    <a:prstClr val="black"/>
                  </a:solidFill>
                  <a:latin typeface="Calibri" panose="020F0502020204030204"/>
                </a:rPr>
                <a:t>XML data</a:t>
              </a:r>
            </a:p>
          </p:txBody>
        </p:sp>
      </p:grpSp>
      <p:sp>
        <p:nvSpPr>
          <p:cNvPr id="32" name="Rectangle : coins arrondis 43">
            <a:extLst>
              <a:ext uri="{FF2B5EF4-FFF2-40B4-BE49-F238E27FC236}">
                <a16:creationId xmlns:a16="http://schemas.microsoft.com/office/drawing/2014/main" id="{55358765-D6EF-5B00-0625-F8A6996A099B}"/>
              </a:ext>
            </a:extLst>
          </p:cNvPr>
          <p:cNvSpPr/>
          <p:nvPr/>
        </p:nvSpPr>
        <p:spPr>
          <a:xfrm>
            <a:off x="4768740" y="1720889"/>
            <a:ext cx="2120497" cy="3705514"/>
          </a:xfrm>
          <a:prstGeom prst="roundRect">
            <a:avLst/>
          </a:prstGeom>
          <a:noFill/>
          <a:ln w="28575" cap="flat" cmpd="sng" algn="ctr">
            <a:solidFill>
              <a:srgbClr val="4472C4"/>
            </a:solidFill>
            <a:prstDash val="solid"/>
            <a:round/>
            <a:headEnd type="none" w="med" len="med"/>
            <a:tailEnd type="none" w="med" len="med"/>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1">
                <a:ln>
                  <a:noFill/>
                </a:ln>
                <a:solidFill>
                  <a:srgbClr val="4472C4"/>
                </a:solidFill>
                <a:effectLst/>
                <a:uLnTx/>
                <a:uFillTx/>
                <a:latin typeface="Calibri" panose="020F0502020204030204"/>
                <a:ea typeface="+mn-ea"/>
                <a:cs typeface="+mn-cs"/>
              </a:rPr>
              <a:t>Schematron tool</a:t>
            </a:r>
          </a:p>
        </p:txBody>
      </p:sp>
      <p:grpSp>
        <p:nvGrpSpPr>
          <p:cNvPr id="33" name="Groupe 46">
            <a:extLst>
              <a:ext uri="{FF2B5EF4-FFF2-40B4-BE49-F238E27FC236}">
                <a16:creationId xmlns:a16="http://schemas.microsoft.com/office/drawing/2014/main" id="{FF73FE2A-4EA8-A742-6C03-EB11975502A2}"/>
              </a:ext>
            </a:extLst>
          </p:cNvPr>
          <p:cNvGrpSpPr/>
          <p:nvPr/>
        </p:nvGrpSpPr>
        <p:grpSpPr>
          <a:xfrm>
            <a:off x="7140972" y="3698319"/>
            <a:ext cx="1428750" cy="1428750"/>
            <a:chOff x="8162075" y="5019013"/>
            <a:chExt cx="1428750" cy="1428750"/>
          </a:xfrm>
        </p:grpSpPr>
        <p:pic>
          <p:nvPicPr>
            <p:cNvPr id="34" name="Image 47">
              <a:extLst>
                <a:ext uri="{FF2B5EF4-FFF2-40B4-BE49-F238E27FC236}">
                  <a16:creationId xmlns:a16="http://schemas.microsoft.com/office/drawing/2014/main" id="{88723DB5-397C-CD4A-B931-21DAF4B540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35" name="ZoneTexte 48">
              <a:extLst>
                <a:ext uri="{FF2B5EF4-FFF2-40B4-BE49-F238E27FC236}">
                  <a16:creationId xmlns:a16="http://schemas.microsoft.com/office/drawing/2014/main" id="{2C8B41CA-46AD-5184-C2ED-47F52FA24EB1}"/>
                </a:ext>
              </a:extLst>
            </p:cNvPr>
            <p:cNvSpPr txBox="1"/>
            <p:nvPr/>
          </p:nvSpPr>
          <p:spPr>
            <a:xfrm>
              <a:off x="8288139" y="5076163"/>
              <a:ext cx="1003301" cy="400110"/>
            </a:xfrm>
            <a:prstGeom prst="rect">
              <a:avLst/>
            </a:prstGeom>
            <a:noFill/>
          </p:spPr>
          <p:txBody>
            <a:bodyPr wrap="square" rtlCol="0">
              <a:spAutoFit/>
            </a:bodyPr>
            <a:lstStyle/>
            <a:p>
              <a:r>
                <a:rPr lang="en-GB" sz="1000" b="1" dirty="0">
                  <a:solidFill>
                    <a:prstClr val="black"/>
                  </a:solidFill>
                  <a:latin typeface="Calibri" panose="020F0502020204030204"/>
                </a:rPr>
                <a:t>Report (text, html, …)</a:t>
              </a:r>
            </a:p>
          </p:txBody>
        </p:sp>
      </p:grpSp>
      <p:sp>
        <p:nvSpPr>
          <p:cNvPr id="36" name="Bulle narrative : rectangle à coins arrondis 49">
            <a:extLst>
              <a:ext uri="{FF2B5EF4-FFF2-40B4-BE49-F238E27FC236}">
                <a16:creationId xmlns:a16="http://schemas.microsoft.com/office/drawing/2014/main" id="{257DB0C8-7F6D-A85F-B23D-DAA3BAD61EC3}"/>
              </a:ext>
            </a:extLst>
          </p:cNvPr>
          <p:cNvSpPr/>
          <p:nvPr/>
        </p:nvSpPr>
        <p:spPr>
          <a:xfrm>
            <a:off x="7514056" y="2374314"/>
            <a:ext cx="1945253" cy="931430"/>
          </a:xfrm>
          <a:prstGeom prst="wedgeRoundRectCallout">
            <a:avLst>
              <a:gd name="adj1" fmla="val -33248"/>
              <a:gd name="adj2" fmla="val 106675"/>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4472C4"/>
                </a:solidFill>
                <a:effectLst/>
                <a:uLnTx/>
                <a:uFillTx/>
                <a:latin typeface="Calibri" panose="020F0502020204030204"/>
                <a:ea typeface="+mn-ea"/>
                <a:cs typeface="+mn-cs"/>
              </a:rPr>
              <a:t>human-readable report</a:t>
            </a:r>
          </a:p>
        </p:txBody>
      </p:sp>
      <p:sp>
        <p:nvSpPr>
          <p:cNvPr id="38" name="TextBox 37">
            <a:extLst>
              <a:ext uri="{FF2B5EF4-FFF2-40B4-BE49-F238E27FC236}">
                <a16:creationId xmlns:a16="http://schemas.microsoft.com/office/drawing/2014/main" id="{9CCEC51B-A1B1-48C0-9529-9AED260E368C}"/>
              </a:ext>
            </a:extLst>
          </p:cNvPr>
          <p:cNvSpPr txBox="1"/>
          <p:nvPr/>
        </p:nvSpPr>
        <p:spPr>
          <a:xfrm>
            <a:off x="2706583" y="4896782"/>
            <a:ext cx="617477" cy="369332"/>
          </a:xfrm>
          <a:prstGeom prst="rect">
            <a:avLst/>
          </a:prstGeom>
          <a:noFill/>
        </p:spPr>
        <p:txBody>
          <a:bodyPr wrap="none" rtlCol="0">
            <a:spAutoFit/>
          </a:bodyPr>
          <a:lstStyle/>
          <a:p>
            <a:r>
              <a:rPr lang="en-GB">
                <a:solidFill>
                  <a:srgbClr val="4472C4"/>
                </a:solidFill>
                <a:latin typeface="Calibri" panose="020F0502020204030204"/>
              </a:rPr>
              <a:t>User</a:t>
            </a:r>
          </a:p>
        </p:txBody>
      </p:sp>
      <p:pic>
        <p:nvPicPr>
          <p:cNvPr id="39" name="Graphic 38" descr="Programmer male with solid fill">
            <a:extLst>
              <a:ext uri="{FF2B5EF4-FFF2-40B4-BE49-F238E27FC236}">
                <a16:creationId xmlns:a16="http://schemas.microsoft.com/office/drawing/2014/main" id="{53361C26-B11C-9712-DDF5-0068CB9C0A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42728" y="3988654"/>
            <a:ext cx="914400" cy="914400"/>
          </a:xfrm>
          <a:prstGeom prst="rect">
            <a:avLst/>
          </a:prstGeom>
        </p:spPr>
      </p:pic>
      <p:sp>
        <p:nvSpPr>
          <p:cNvPr id="40" name="Bulle narrative : rectangle à coins arrondis 49">
            <a:extLst>
              <a:ext uri="{FF2B5EF4-FFF2-40B4-BE49-F238E27FC236}">
                <a16:creationId xmlns:a16="http://schemas.microsoft.com/office/drawing/2014/main" id="{5F996D73-9DA3-8F64-6AD3-1A854A5B842A}"/>
              </a:ext>
            </a:extLst>
          </p:cNvPr>
          <p:cNvSpPr/>
          <p:nvPr/>
        </p:nvSpPr>
        <p:spPr>
          <a:xfrm>
            <a:off x="1470211" y="2034855"/>
            <a:ext cx="2958722" cy="678918"/>
          </a:xfrm>
          <a:prstGeom prst="wedgeRoundRectCallout">
            <a:avLst>
              <a:gd name="adj1" fmla="val 90332"/>
              <a:gd name="adj2" fmla="val -4826"/>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4472C4"/>
                </a:solidFill>
                <a:effectLst/>
                <a:uLnTx/>
                <a:uFillTx/>
                <a:latin typeface="Calibri" panose="020F0502020204030204"/>
                <a:ea typeface="+mn-ea"/>
                <a:cs typeface="+mn-cs"/>
              </a:rPr>
              <a:t> The rules (your constraints)</a:t>
            </a:r>
          </a:p>
        </p:txBody>
      </p:sp>
    </p:spTree>
    <p:extLst>
      <p:ext uri="{BB962C8B-B14F-4D97-AF65-F5344CB8AC3E}">
        <p14:creationId xmlns:p14="http://schemas.microsoft.com/office/powerpoint/2010/main" val="198476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32A76-E7CD-47A0-B708-62DFB29C9BB0}"/>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71CB6F6C-DAD8-D67B-4A7B-5D7C3F75F663}"/>
              </a:ext>
            </a:extLst>
          </p:cNvPr>
          <p:cNvSpPr>
            <a:spLocks noGrp="1"/>
          </p:cNvSpPr>
          <p:nvPr>
            <p:ph type="sldNum" sz="quarter" idx="11"/>
          </p:nvPr>
        </p:nvSpPr>
        <p:spPr/>
        <p:txBody>
          <a:bodyPr/>
          <a:lstStyle/>
          <a:p>
            <a:fld id="{F50FD2C4-56EC-4F07-B0B8-CEAC86EF6E31}" type="slidenum">
              <a:rPr lang="en-US" noProof="0" smtClean="0"/>
              <a:pPr/>
              <a:t>4</a:t>
            </a:fld>
            <a:endParaRPr lang="en-US" noProof="0"/>
          </a:p>
        </p:txBody>
      </p:sp>
      <p:sp>
        <p:nvSpPr>
          <p:cNvPr id="4" name="Text Placeholder 3">
            <a:extLst>
              <a:ext uri="{FF2B5EF4-FFF2-40B4-BE49-F238E27FC236}">
                <a16:creationId xmlns:a16="http://schemas.microsoft.com/office/drawing/2014/main" id="{EC091472-154A-48D8-FD4A-DD00FD11C5D1}"/>
              </a:ext>
            </a:extLst>
          </p:cNvPr>
          <p:cNvSpPr>
            <a:spLocks noGrp="1"/>
          </p:cNvSpPr>
          <p:nvPr>
            <p:ph type="body" sz="quarter" idx="16"/>
          </p:nvPr>
        </p:nvSpPr>
        <p:spPr/>
        <p:txBody>
          <a:bodyPr/>
          <a:lstStyle/>
          <a:p>
            <a:r>
              <a:rPr lang="en-GB" dirty="0"/>
              <a:t>Introduction</a:t>
            </a:r>
          </a:p>
        </p:txBody>
      </p:sp>
      <p:sp>
        <p:nvSpPr>
          <p:cNvPr id="5" name="TextBox 4">
            <a:extLst>
              <a:ext uri="{FF2B5EF4-FFF2-40B4-BE49-F238E27FC236}">
                <a16:creationId xmlns:a16="http://schemas.microsoft.com/office/drawing/2014/main" id="{FC95C2E8-C333-1CD8-DE2A-EFCB64825CD3}"/>
              </a:ext>
            </a:extLst>
          </p:cNvPr>
          <p:cNvSpPr txBox="1"/>
          <p:nvPr/>
        </p:nvSpPr>
        <p:spPr>
          <a:xfrm>
            <a:off x="496692" y="4239332"/>
            <a:ext cx="2463816" cy="1777410"/>
          </a:xfrm>
          <a:prstGeom prst="rect">
            <a:avLst/>
          </a:prstGeom>
          <a:solidFill>
            <a:schemeClr val="bg1"/>
          </a:solidFill>
          <a:ln>
            <a:solidFill>
              <a:schemeClr val="tx1"/>
            </a:solidFill>
          </a:ln>
        </p:spPr>
        <p:txBody>
          <a:bodyPr wrap="none" lIns="0" tIns="0" rIns="0" bIns="0" rtlCol="0">
            <a:spAutoFit/>
          </a:bodyPr>
          <a:lstStyle/>
          <a:p>
            <a:pPr>
              <a:lnSpc>
                <a:spcPts val="1350"/>
              </a:lnSpc>
              <a:buNone/>
            </a:pPr>
            <a:r>
              <a:rPr lang="en-GB" sz="1100" b="1" noProof="1">
                <a:effectLst/>
                <a:latin typeface="Menlo" panose="020B0609030804020204" pitchFamily="49" charset="0"/>
              </a:rPr>
              <a:t>XML data</a:t>
            </a:r>
          </a:p>
          <a:p>
            <a:pPr>
              <a:lnSpc>
                <a:spcPts val="1350"/>
              </a:lnSpc>
              <a:buNone/>
            </a:pPr>
            <a:endParaRPr lang="en-GB" sz="1100" b="1" noProof="1">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&lt;order</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id</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"101"</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&lt;item&gt;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&lt;name&gt;</a:t>
            </a:r>
            <a:r>
              <a:rPr lang="en-GB" sz="1100" b="0" noProof="1">
                <a:solidFill>
                  <a:srgbClr val="3B3B3B"/>
                </a:solidFill>
                <a:effectLst/>
                <a:latin typeface="Menlo" panose="020B0609030804020204" pitchFamily="49" charset="0"/>
              </a:rPr>
              <a:t>Wireless Mouse</a:t>
            </a:r>
            <a:r>
              <a:rPr lang="en-GB" sz="1100" b="0" noProof="1">
                <a:solidFill>
                  <a:srgbClr val="800000"/>
                </a:solidFill>
                <a:effectLst/>
                <a:latin typeface="Menlo" panose="020B0609030804020204" pitchFamily="49" charset="0"/>
              </a:rPr>
              <a:t>&lt;/name&gt;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&lt;quantity&gt;</a:t>
            </a:r>
            <a:r>
              <a:rPr lang="en-GB" sz="1100" b="0" noProof="1">
                <a:solidFill>
                  <a:srgbClr val="3B3B3B"/>
                </a:solidFill>
                <a:effectLst/>
                <a:latin typeface="Menlo" panose="020B0609030804020204" pitchFamily="49" charset="0"/>
              </a:rPr>
              <a:t>0</a:t>
            </a:r>
            <a:r>
              <a:rPr lang="en-GB" sz="1100" b="0" noProof="1">
                <a:solidFill>
                  <a:srgbClr val="800000"/>
                </a:solidFill>
                <a:effectLst/>
                <a:latin typeface="Menlo" panose="020B0609030804020204" pitchFamily="49" charset="0"/>
              </a:rPr>
              <a:t>&lt;/quantity&gt;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&lt;price&gt;</a:t>
            </a:r>
            <a:r>
              <a:rPr lang="en-GB" sz="1100" b="0" noProof="1">
                <a:solidFill>
                  <a:srgbClr val="3B3B3B"/>
                </a:solidFill>
                <a:effectLst/>
                <a:latin typeface="Menlo" panose="020B0609030804020204" pitchFamily="49" charset="0"/>
              </a:rPr>
              <a:t>25.00</a:t>
            </a:r>
            <a:r>
              <a:rPr lang="en-GB" sz="1100" b="0" noProof="1">
                <a:solidFill>
                  <a:srgbClr val="800000"/>
                </a:solidFill>
                <a:effectLst/>
                <a:latin typeface="Menlo" panose="020B0609030804020204" pitchFamily="49" charset="0"/>
              </a:rPr>
              <a:t>&lt;/price&gt;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&lt;/item&gt;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&lt;/order&gt;</a:t>
            </a:r>
            <a:endParaRPr lang="en-GB" sz="1100" b="0" noProof="1">
              <a:solidFill>
                <a:srgbClr val="3B3B3B"/>
              </a:solidFill>
              <a:effectLst/>
              <a:latin typeface="Menlo" panose="020B0609030804020204" pitchFamily="49" charset="0"/>
            </a:endParaRPr>
          </a:p>
          <a:p>
            <a:endParaRPr lang="en-GB" sz="1050" noProof="1"/>
          </a:p>
        </p:txBody>
      </p:sp>
      <p:sp>
        <p:nvSpPr>
          <p:cNvPr id="12" name="TextBox 11">
            <a:extLst>
              <a:ext uri="{FF2B5EF4-FFF2-40B4-BE49-F238E27FC236}">
                <a16:creationId xmlns:a16="http://schemas.microsoft.com/office/drawing/2014/main" id="{96461EFE-6C6F-F176-1046-9C91D7F6D275}"/>
              </a:ext>
            </a:extLst>
          </p:cNvPr>
          <p:cNvSpPr txBox="1"/>
          <p:nvPr/>
        </p:nvSpPr>
        <p:spPr>
          <a:xfrm>
            <a:off x="2781710" y="1566000"/>
            <a:ext cx="4476250" cy="2136482"/>
          </a:xfrm>
          <a:prstGeom prst="rect">
            <a:avLst/>
          </a:prstGeom>
          <a:solidFill>
            <a:schemeClr val="bg1"/>
          </a:solidFill>
          <a:ln>
            <a:solidFill>
              <a:schemeClr val="tx1"/>
            </a:solidFill>
          </a:ln>
        </p:spPr>
        <p:txBody>
          <a:bodyPr wrap="square" lIns="0" tIns="0" rIns="0" bIns="0" rtlCol="0">
            <a:spAutoFit/>
          </a:bodyPr>
          <a:lstStyle/>
          <a:p>
            <a:pPr>
              <a:lnSpc>
                <a:spcPts val="1350"/>
              </a:lnSpc>
              <a:buNone/>
            </a:pPr>
            <a:r>
              <a:rPr lang="en-GB" sz="1100" b="1" noProof="1">
                <a:effectLst/>
                <a:latin typeface="Menlo" panose="020B0609030804020204" pitchFamily="49" charset="0"/>
              </a:rPr>
              <a:t>SCH rule</a:t>
            </a:r>
          </a:p>
          <a:p>
            <a:pPr>
              <a:lnSpc>
                <a:spcPts val="1350"/>
              </a:lnSpc>
              <a:buNone/>
            </a:pPr>
            <a:endParaRPr lang="en-GB" sz="1100" b="1" noProof="1">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&lt;sch:schema&gt;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&lt;sch:pattern&gt;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&lt;sch:rule</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context</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"quantity"</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&lt;sch:assert</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test</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 &gt; 0"</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3B3B3B"/>
                </a:solidFill>
                <a:effectLst/>
                <a:latin typeface="Menlo" panose="020B0609030804020204" pitchFamily="49" charset="0"/>
              </a:rPr>
              <a:t>    An order item must have a quantity of at least 1.</a:t>
            </a:r>
          </a:p>
          <a:p>
            <a:pPr>
              <a:lnSpc>
                <a:spcPts val="1350"/>
              </a:lnSpc>
              <a:buNone/>
            </a:pPr>
            <a:r>
              <a:rPr lang="en-GB" sz="1100" b="0" noProof="1">
                <a:solidFill>
                  <a:srgbClr val="800000"/>
                </a:solidFill>
                <a:effectLst/>
                <a:latin typeface="Menlo" panose="020B0609030804020204" pitchFamily="49" charset="0"/>
              </a:rPr>
              <a:t>   &lt;/sch:assert&gt;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&lt;/sch:rule&gt;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&lt;/sch:pattern&gt;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&lt;/sch:schema&gt;</a:t>
            </a:r>
            <a:endParaRPr lang="en-GB" sz="1100" b="0" noProof="1">
              <a:solidFill>
                <a:srgbClr val="3B3B3B"/>
              </a:solidFill>
              <a:effectLst/>
              <a:latin typeface="Menlo" panose="020B0609030804020204" pitchFamily="49" charset="0"/>
            </a:endParaRPr>
          </a:p>
          <a:p>
            <a:endParaRPr lang="en-GB" sz="1050" noProof="1"/>
          </a:p>
        </p:txBody>
      </p:sp>
      <p:sp>
        <p:nvSpPr>
          <p:cNvPr id="13" name="TextBox 12">
            <a:extLst>
              <a:ext uri="{FF2B5EF4-FFF2-40B4-BE49-F238E27FC236}">
                <a16:creationId xmlns:a16="http://schemas.microsoft.com/office/drawing/2014/main" id="{4F664558-A6AC-1E95-D1B0-6BE35A43AF4B}"/>
              </a:ext>
            </a:extLst>
          </p:cNvPr>
          <p:cNvSpPr txBox="1"/>
          <p:nvPr/>
        </p:nvSpPr>
        <p:spPr>
          <a:xfrm>
            <a:off x="6005859" y="4239332"/>
            <a:ext cx="4965614" cy="1418337"/>
          </a:xfrm>
          <a:prstGeom prst="rect">
            <a:avLst/>
          </a:prstGeom>
          <a:solidFill>
            <a:schemeClr val="bg1"/>
          </a:solidFill>
          <a:ln>
            <a:solidFill>
              <a:schemeClr val="tx1"/>
            </a:solidFill>
          </a:ln>
        </p:spPr>
        <p:txBody>
          <a:bodyPr wrap="square" lIns="0" tIns="0" rIns="0" bIns="0" rtlCol="0">
            <a:spAutoFit/>
          </a:bodyPr>
          <a:lstStyle/>
          <a:p>
            <a:pPr>
              <a:lnSpc>
                <a:spcPts val="1350"/>
              </a:lnSpc>
              <a:buNone/>
            </a:pPr>
            <a:r>
              <a:rPr lang="en-GB" sz="1100" b="1" noProof="1">
                <a:solidFill>
                  <a:srgbClr val="3B3B3B"/>
                </a:solidFill>
                <a:effectLst/>
                <a:latin typeface="Menlo" panose="020B0609030804020204" pitchFamily="49" charset="0"/>
              </a:rPr>
              <a:t>Text report </a:t>
            </a:r>
          </a:p>
          <a:p>
            <a:pPr>
              <a:lnSpc>
                <a:spcPts val="1350"/>
              </a:lnSpc>
              <a:buNone/>
            </a:pP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3B3B3B"/>
                </a:solidFill>
                <a:effectLst/>
                <a:latin typeface="Menlo" panose="020B0609030804020204" pitchFamily="49" charset="0"/>
              </a:rPr>
              <a:t>Validation Error</a:t>
            </a:r>
            <a:br>
              <a:rPr lang="en-GB" sz="1100" b="0" noProof="1">
                <a:solidFill>
                  <a:srgbClr val="3B3B3B"/>
                </a:solidFill>
                <a:effectLst/>
                <a:latin typeface="Menlo" panose="020B0609030804020204" pitchFamily="49" charset="0"/>
              </a:rPr>
            </a:b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3B3B3B"/>
                </a:solidFill>
                <a:effectLst/>
                <a:latin typeface="Menlo" panose="020B0609030804020204" pitchFamily="49" charset="0"/>
              </a:rPr>
              <a:t>Location: /order/item/quantity</a:t>
            </a:r>
          </a:p>
          <a:p>
            <a:pPr>
              <a:lnSpc>
                <a:spcPts val="1350"/>
              </a:lnSpc>
              <a:buNone/>
            </a:pPr>
            <a:r>
              <a:rPr lang="en-GB" sz="1100" b="0" noProof="1">
                <a:solidFill>
                  <a:srgbClr val="3B3B3B"/>
                </a:solidFill>
                <a:effectLst/>
                <a:latin typeface="Menlo" panose="020B0609030804020204" pitchFamily="49" charset="0"/>
              </a:rPr>
              <a:t>Message: An order item must have a quantity of at least 1.</a:t>
            </a:r>
          </a:p>
          <a:p>
            <a:pPr>
              <a:lnSpc>
                <a:spcPts val="1350"/>
              </a:lnSpc>
              <a:buNone/>
            </a:pPr>
            <a:r>
              <a:rPr lang="en-GB" sz="1100" b="0" noProof="1">
                <a:solidFill>
                  <a:srgbClr val="3B3B3B"/>
                </a:solidFill>
                <a:effectLst/>
                <a:latin typeface="Menlo" panose="020B0609030804020204" pitchFamily="49" charset="0"/>
              </a:rPr>
              <a:t>Value found: 0</a:t>
            </a:r>
          </a:p>
          <a:p>
            <a:endParaRPr lang="en-GB" sz="1050" noProof="1"/>
          </a:p>
        </p:txBody>
      </p:sp>
      <p:sp>
        <p:nvSpPr>
          <p:cNvPr id="6" name="Flèche : droite 33">
            <a:extLst>
              <a:ext uri="{FF2B5EF4-FFF2-40B4-BE49-F238E27FC236}">
                <a16:creationId xmlns:a16="http://schemas.microsoft.com/office/drawing/2014/main" id="{1601B40A-DB7C-2327-1CCB-8E1AB0658DB0}"/>
              </a:ext>
            </a:extLst>
          </p:cNvPr>
          <p:cNvSpPr/>
          <p:nvPr/>
        </p:nvSpPr>
        <p:spPr>
          <a:xfrm>
            <a:off x="3219931" y="4746816"/>
            <a:ext cx="2526505"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 name="Flèche : droite 35">
            <a:extLst>
              <a:ext uri="{FF2B5EF4-FFF2-40B4-BE49-F238E27FC236}">
                <a16:creationId xmlns:a16="http://schemas.microsoft.com/office/drawing/2014/main" id="{0B0CABF5-0972-4590-2945-B4AB72DC15EA}"/>
              </a:ext>
            </a:extLst>
          </p:cNvPr>
          <p:cNvSpPr/>
          <p:nvPr/>
        </p:nvSpPr>
        <p:spPr>
          <a:xfrm rot="5400000">
            <a:off x="3953720" y="4090768"/>
            <a:ext cx="940885"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23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5FA6C4A-B941-E11E-3B78-ADF6418FE7D1}"/>
              </a:ext>
            </a:extLst>
          </p:cNvPr>
          <p:cNvSpPr>
            <a:spLocks noGrp="1"/>
          </p:cNvSpPr>
          <p:nvPr>
            <p:ph type="title"/>
          </p:nvPr>
        </p:nvSpPr>
        <p:spPr/>
        <p:txBody>
          <a:bodyPr/>
          <a:lstStyle/>
          <a:p>
            <a:r>
              <a:rPr lang="en-GB" dirty="0"/>
              <a:t>Schematron</a:t>
            </a:r>
          </a:p>
        </p:txBody>
      </p:sp>
      <p:sp>
        <p:nvSpPr>
          <p:cNvPr id="4" name="Slide Number Placeholder 3">
            <a:extLst>
              <a:ext uri="{FF2B5EF4-FFF2-40B4-BE49-F238E27FC236}">
                <a16:creationId xmlns:a16="http://schemas.microsoft.com/office/drawing/2014/main" id="{06937E1C-2959-2A94-B3A6-A4BDE95C8F4A}"/>
              </a:ext>
            </a:extLst>
          </p:cNvPr>
          <p:cNvSpPr>
            <a:spLocks noGrp="1"/>
          </p:cNvSpPr>
          <p:nvPr>
            <p:ph type="sldNum" sz="quarter" idx="11"/>
          </p:nvPr>
        </p:nvSpPr>
        <p:spPr/>
        <p:txBody>
          <a:bodyPr/>
          <a:lstStyle/>
          <a:p>
            <a:fld id="{F5D738AF-DFFB-E544-8C61-FB84655D32D7}" type="slidenum">
              <a:rPr lang="en-GB" smtClean="0"/>
              <a:t>5</a:t>
            </a:fld>
            <a:endParaRPr lang="en-GB"/>
          </a:p>
        </p:txBody>
      </p:sp>
      <p:sp>
        <p:nvSpPr>
          <p:cNvPr id="7" name="Text Placeholder 6">
            <a:extLst>
              <a:ext uri="{FF2B5EF4-FFF2-40B4-BE49-F238E27FC236}">
                <a16:creationId xmlns:a16="http://schemas.microsoft.com/office/drawing/2014/main" id="{108031A6-5D22-DDEB-689A-DD818B414CDF}"/>
              </a:ext>
            </a:extLst>
          </p:cNvPr>
          <p:cNvSpPr>
            <a:spLocks noGrp="1"/>
          </p:cNvSpPr>
          <p:nvPr>
            <p:ph type="body" sz="quarter" idx="15"/>
          </p:nvPr>
        </p:nvSpPr>
        <p:spPr/>
        <p:txBody>
          <a:bodyPr/>
          <a:lstStyle/>
          <a:p>
            <a:r>
              <a:rPr lang="en-GB" dirty="0"/>
              <a:t>Introduction</a:t>
            </a:r>
          </a:p>
        </p:txBody>
      </p:sp>
      <p:sp>
        <p:nvSpPr>
          <p:cNvPr id="6" name="Content Placeholder 5">
            <a:extLst>
              <a:ext uri="{FF2B5EF4-FFF2-40B4-BE49-F238E27FC236}">
                <a16:creationId xmlns:a16="http://schemas.microsoft.com/office/drawing/2014/main" id="{833CBCBF-63BD-AEA8-1D0F-C5383B6634AB}"/>
              </a:ext>
            </a:extLst>
          </p:cNvPr>
          <p:cNvSpPr>
            <a:spLocks noGrp="1"/>
          </p:cNvSpPr>
          <p:nvPr>
            <p:ph idx="1"/>
          </p:nvPr>
        </p:nvSpPr>
        <p:spPr/>
        <p:txBody>
          <a:bodyPr/>
          <a:lstStyle/>
          <a:p>
            <a:r>
              <a:rPr lang="en-GB" sz="1600" dirty="0"/>
              <a:t>The objective is to automatically verify XML documents against rules </a:t>
            </a:r>
            <a:r>
              <a:rPr lang="en-GB" sz="1600" b="1" dirty="0"/>
              <a:t>not covered by XSD language</a:t>
            </a:r>
          </a:p>
          <a:p>
            <a:r>
              <a:rPr lang="en-GB" sz="1600" dirty="0"/>
              <a:t>Schematron is an XML rule-based validation language </a:t>
            </a:r>
          </a:p>
          <a:p>
            <a:pPr lvl="1"/>
            <a:r>
              <a:rPr lang="en-US" sz="1400" dirty="0"/>
              <a:t>The Schematron defines XPATH assertions on the </a:t>
            </a:r>
            <a:r>
              <a:rPr lang="en-US" sz="1400" b="1" dirty="0"/>
              <a:t>structure</a:t>
            </a:r>
            <a:r>
              <a:rPr lang="en-US" sz="1400" dirty="0"/>
              <a:t> and </a:t>
            </a:r>
            <a:r>
              <a:rPr lang="en-US" sz="1400" b="1" dirty="0"/>
              <a:t>content</a:t>
            </a:r>
            <a:r>
              <a:rPr lang="en-US" sz="1400" dirty="0"/>
              <a:t> of an XML document, that cannot be verified by an XSD check</a:t>
            </a:r>
          </a:p>
          <a:p>
            <a:pPr lvl="1"/>
            <a:r>
              <a:rPr lang="en-US" sz="1400" dirty="0"/>
              <a:t>If the assertion fails, diagnostic messages are reported</a:t>
            </a:r>
            <a:endParaRPr lang="en-US" sz="1400" dirty="0">
              <a:cs typeface="Calibri"/>
            </a:endParaRPr>
          </a:p>
          <a:p>
            <a:pPr lvl="1"/>
            <a:r>
              <a:rPr lang="en-US" sz="1400" dirty="0"/>
              <a:t>Schematron is an international standard: ISO/IEC 19757-3:2020 </a:t>
            </a:r>
          </a:p>
          <a:p>
            <a:r>
              <a:rPr lang="en-US" sz="1800" dirty="0"/>
              <a:t>Schematron rules does not replace XSD validation but extend it with more constraint</a:t>
            </a:r>
          </a:p>
          <a:p>
            <a:pPr lvl="1"/>
            <a:endParaRPr lang="en-US" sz="1400" dirty="0"/>
          </a:p>
          <a:p>
            <a:r>
              <a:rPr lang="en-US" sz="1600" dirty="0"/>
              <a:t>A tool is required to </a:t>
            </a:r>
          </a:p>
          <a:p>
            <a:pPr lvl="1"/>
            <a:r>
              <a:rPr lang="en-US" sz="1400" dirty="0"/>
              <a:t>Execute Schematron rules files on XML files </a:t>
            </a:r>
          </a:p>
          <a:p>
            <a:pPr lvl="2"/>
            <a:r>
              <a:rPr lang="en-US" sz="1200" dirty="0"/>
              <a:t>Run XSL transformations (provided by the standard)</a:t>
            </a:r>
          </a:p>
          <a:p>
            <a:pPr lvl="1"/>
            <a:r>
              <a:rPr lang="en-US" sz="1400" dirty="0"/>
              <a:t>Display the messages</a:t>
            </a:r>
          </a:p>
          <a:p>
            <a:pPr lvl="2"/>
            <a:r>
              <a:rPr lang="en-US" sz="1200" dirty="0"/>
              <a:t>Text or HTML or other types of reports</a:t>
            </a:r>
          </a:p>
        </p:txBody>
      </p:sp>
      <p:sp>
        <p:nvSpPr>
          <p:cNvPr id="8" name="TextBox 7">
            <a:extLst>
              <a:ext uri="{FF2B5EF4-FFF2-40B4-BE49-F238E27FC236}">
                <a16:creationId xmlns:a16="http://schemas.microsoft.com/office/drawing/2014/main" id="{0B5CC824-0455-F87C-1F35-F75A543F1E75}"/>
              </a:ext>
            </a:extLst>
          </p:cNvPr>
          <p:cNvSpPr txBox="1"/>
          <p:nvPr/>
        </p:nvSpPr>
        <p:spPr>
          <a:xfrm>
            <a:off x="1609106" y="362197"/>
            <a:ext cx="65" cy="246221"/>
          </a:xfrm>
          <a:prstGeom prst="rect">
            <a:avLst/>
          </a:prstGeom>
          <a:solidFill>
            <a:schemeClr val="bg1"/>
          </a:solidFill>
        </p:spPr>
        <p:txBody>
          <a:bodyPr wrap="none" lIns="0" tIns="0" rIns="0" bIns="0" rtlCol="0">
            <a:spAutoFit/>
          </a:bodyPr>
          <a:lstStyle/>
          <a:p>
            <a:endParaRPr lang="en-GB" sz="1600" dirty="0"/>
          </a:p>
        </p:txBody>
      </p:sp>
    </p:spTree>
    <p:extLst>
      <p:ext uri="{BB962C8B-B14F-4D97-AF65-F5344CB8AC3E}">
        <p14:creationId xmlns:p14="http://schemas.microsoft.com/office/powerpoint/2010/main" val="3107802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8B6A104-019D-F347-61B5-37442F9B5ACC}"/>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BCAE5685-DFBD-5849-B64F-E092B9AC5960}"/>
              </a:ext>
            </a:extLst>
          </p:cNvPr>
          <p:cNvSpPr>
            <a:spLocks noGrp="1"/>
          </p:cNvSpPr>
          <p:nvPr>
            <p:ph type="sldNum" sz="quarter" idx="11"/>
          </p:nvPr>
        </p:nvSpPr>
        <p:spPr/>
        <p:txBody>
          <a:bodyPr/>
          <a:lstStyle/>
          <a:p>
            <a:fld id="{F50FD2C4-56EC-4F07-B0B8-CEAC86EF6E31}" type="slidenum">
              <a:rPr lang="en-US" noProof="0" smtClean="0"/>
              <a:pPr/>
              <a:t>6</a:t>
            </a:fld>
            <a:endParaRPr lang="en-US" noProof="0"/>
          </a:p>
        </p:txBody>
      </p:sp>
      <p:sp>
        <p:nvSpPr>
          <p:cNvPr id="11" name="Text Placeholder 10">
            <a:extLst>
              <a:ext uri="{FF2B5EF4-FFF2-40B4-BE49-F238E27FC236}">
                <a16:creationId xmlns:a16="http://schemas.microsoft.com/office/drawing/2014/main" id="{99DA55CE-1C3F-D940-400D-1E21F5A7E97C}"/>
              </a:ext>
            </a:extLst>
          </p:cNvPr>
          <p:cNvSpPr>
            <a:spLocks noGrp="1"/>
          </p:cNvSpPr>
          <p:nvPr>
            <p:ph type="body" sz="quarter" idx="16"/>
          </p:nvPr>
        </p:nvSpPr>
        <p:spPr/>
        <p:txBody>
          <a:bodyPr/>
          <a:lstStyle/>
          <a:p>
            <a:r>
              <a:rPr lang="en-GB" dirty="0"/>
              <a:t>The language</a:t>
            </a:r>
          </a:p>
        </p:txBody>
      </p:sp>
      <p:sp>
        <p:nvSpPr>
          <p:cNvPr id="6" name="TextBox 5">
            <a:extLst>
              <a:ext uri="{FF2B5EF4-FFF2-40B4-BE49-F238E27FC236}">
                <a16:creationId xmlns:a16="http://schemas.microsoft.com/office/drawing/2014/main" id="{12BCDAB0-0728-0F4C-3257-91657F566566}"/>
              </a:ext>
            </a:extLst>
          </p:cNvPr>
          <p:cNvSpPr txBox="1"/>
          <p:nvPr/>
        </p:nvSpPr>
        <p:spPr>
          <a:xfrm>
            <a:off x="279070" y="2190997"/>
            <a:ext cx="65" cy="246221"/>
          </a:xfrm>
          <a:prstGeom prst="rect">
            <a:avLst/>
          </a:prstGeom>
          <a:solidFill>
            <a:schemeClr val="bg1"/>
          </a:solidFill>
        </p:spPr>
        <p:txBody>
          <a:bodyPr wrap="none" lIns="0" tIns="0" rIns="0" bIns="0" rtlCol="0">
            <a:spAutoFit/>
          </a:bodyPr>
          <a:lstStyle/>
          <a:p>
            <a:endParaRPr lang="en-GB" sz="1600" dirty="0"/>
          </a:p>
        </p:txBody>
      </p:sp>
      <p:sp>
        <p:nvSpPr>
          <p:cNvPr id="8" name="TextBox 7">
            <a:extLst>
              <a:ext uri="{FF2B5EF4-FFF2-40B4-BE49-F238E27FC236}">
                <a16:creationId xmlns:a16="http://schemas.microsoft.com/office/drawing/2014/main" id="{4111266F-4D1E-8137-2525-8239AEA8EB81}"/>
              </a:ext>
            </a:extLst>
          </p:cNvPr>
          <p:cNvSpPr txBox="1"/>
          <p:nvPr/>
        </p:nvSpPr>
        <p:spPr>
          <a:xfrm>
            <a:off x="36273179" y="112816"/>
            <a:ext cx="65" cy="246221"/>
          </a:xfrm>
          <a:prstGeom prst="rect">
            <a:avLst/>
          </a:prstGeom>
          <a:solidFill>
            <a:schemeClr val="bg1"/>
          </a:solidFill>
        </p:spPr>
        <p:txBody>
          <a:bodyPr wrap="none" lIns="0" tIns="0" rIns="0" bIns="0" rtlCol="0">
            <a:spAutoFit/>
          </a:bodyPr>
          <a:lstStyle/>
          <a:p>
            <a:endParaRPr lang="en-GB" sz="1600" dirty="0"/>
          </a:p>
        </p:txBody>
      </p:sp>
      <p:sp>
        <p:nvSpPr>
          <p:cNvPr id="12" name="TextBox 11">
            <a:extLst>
              <a:ext uri="{FF2B5EF4-FFF2-40B4-BE49-F238E27FC236}">
                <a16:creationId xmlns:a16="http://schemas.microsoft.com/office/drawing/2014/main" id="{2B778F6F-BA42-8CE7-D6C0-814DBD404D9D}"/>
              </a:ext>
            </a:extLst>
          </p:cNvPr>
          <p:cNvSpPr txBox="1"/>
          <p:nvPr/>
        </p:nvSpPr>
        <p:spPr>
          <a:xfrm>
            <a:off x="540006" y="1673196"/>
            <a:ext cx="10520738" cy="4431983"/>
          </a:xfrm>
          <a:prstGeom prst="rect">
            <a:avLst/>
          </a:prstGeom>
          <a:solidFill>
            <a:schemeClr val="bg1">
              <a:alpha val="46645"/>
            </a:schemeClr>
          </a:solidFill>
        </p:spPr>
        <p:txBody>
          <a:bodyPr wrap="square" lIns="0" tIns="0" rIns="0" bIns="0" rtlCol="0">
            <a:spAutoFit/>
          </a:bodyPr>
          <a:lstStyle/>
          <a:p>
            <a:pPr defTabSz="360000">
              <a:lnSpc>
                <a:spcPts val="1350"/>
              </a:lnSpc>
              <a:buNone/>
            </a:pPr>
            <a:r>
              <a:rPr lang="en-GB" sz="900" b="0" noProof="1">
                <a:solidFill>
                  <a:srgbClr val="800000"/>
                </a:solidFill>
                <a:effectLst/>
                <a:latin typeface="Menlo" panose="020B0609030804020204" pitchFamily="49" charset="0"/>
              </a:rPr>
              <a:t>&lt;?xml</a:t>
            </a:r>
            <a:r>
              <a:rPr lang="en-GB" sz="900" b="0" noProof="1">
                <a:solidFill>
                  <a:srgbClr val="E50000"/>
                </a:solidFill>
                <a:effectLst/>
                <a:latin typeface="Menlo" panose="020B0609030804020204" pitchFamily="49" charset="0"/>
              </a:rPr>
              <a:t> version</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"1.0"</a:t>
            </a:r>
            <a:r>
              <a:rPr lang="en-GB" sz="900" b="0" noProof="1">
                <a:solidFill>
                  <a:srgbClr val="800000"/>
                </a:solidFill>
                <a:effectLst/>
                <a:latin typeface="Menlo" panose="020B0609030804020204" pitchFamily="49" charset="0"/>
              </a:rPr>
              <a:t>?&gt;</a:t>
            </a:r>
            <a:r>
              <a:rPr lang="en-GB" sz="900" b="0" noProof="1">
                <a:solidFill>
                  <a:srgbClr val="3B3B3B"/>
                </a:solidFill>
                <a:effectLst/>
                <a:latin typeface="Menlo" panose="020B0609030804020204" pitchFamily="49" charset="0"/>
              </a:rPr>
              <a:t> </a:t>
            </a:r>
          </a:p>
          <a:p>
            <a:pPr defTabSz="360000">
              <a:lnSpc>
                <a:spcPts val="1350"/>
              </a:lnSpc>
              <a:buNone/>
            </a:pPr>
            <a:r>
              <a:rPr lang="en-GB" sz="900" b="0" noProof="1">
                <a:solidFill>
                  <a:srgbClr val="800000"/>
                </a:solidFill>
                <a:effectLst/>
                <a:latin typeface="Menlo" panose="020B0609030804020204" pitchFamily="49" charset="0"/>
              </a:rPr>
              <a:t>&lt;sch:schema</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xmlns:sch</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"http://purl.oclc.org/dsdl/schematron"</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title</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"Rules for [type] documents"</a:t>
            </a:r>
            <a:r>
              <a:rPr lang="en-GB" sz="900" b="0" noProof="1">
                <a:solidFill>
                  <a:srgbClr val="800000"/>
                </a:solidFill>
                <a:effectLst/>
                <a:latin typeface="Menlo" panose="020B0609030804020204" pitchFamily="49" charset="0"/>
              </a:rPr>
              <a:t>&gt;</a:t>
            </a:r>
            <a:r>
              <a:rPr lang="en-GB" sz="900" b="0" noProof="1">
                <a:solidFill>
                  <a:srgbClr val="3B3B3B"/>
                </a:solidFill>
                <a:effectLst/>
                <a:latin typeface="Menlo" panose="020B0609030804020204" pitchFamily="49" charset="0"/>
              </a:rPr>
              <a:t> </a:t>
            </a:r>
          </a:p>
          <a:p>
            <a:pPr defTabSz="360000">
              <a:lnSpc>
                <a:spcPts val="1350"/>
              </a:lnSpc>
              <a:buNone/>
            </a:pPr>
            <a:r>
              <a:rPr lang="en-GB" sz="900" b="0" noProof="1">
                <a:solidFill>
                  <a:srgbClr val="008000"/>
                </a:solidFill>
                <a:effectLst/>
                <a:latin typeface="Menlo" panose="020B0609030804020204" pitchFamily="49" charset="0"/>
              </a:rPr>
              <a:t>	</a:t>
            </a:r>
            <a:endParaRPr lang="en-GB" sz="900" b="0" noProof="1">
              <a:solidFill>
                <a:srgbClr val="3B3B3B"/>
              </a:solidFill>
              <a:effectLst/>
              <a:latin typeface="Menlo" panose="020B0609030804020204" pitchFamily="49" charset="0"/>
            </a:endParaRPr>
          </a:p>
          <a:p>
            <a:pPr defTabSz="360000">
              <a:lnSpc>
                <a:spcPts val="1350"/>
              </a:lnSpc>
              <a:buNone/>
            </a:pPr>
            <a:r>
              <a:rPr lang="en-GB" sz="900" noProof="1">
                <a:solidFill>
                  <a:srgbClr val="800000"/>
                </a:solidFill>
                <a:latin typeface="Menlo" panose="020B0609030804020204" pitchFamily="49" charset="0"/>
              </a:rPr>
              <a:t>	</a:t>
            </a:r>
            <a:r>
              <a:rPr lang="en-GB" sz="900" b="0" noProof="1">
                <a:solidFill>
                  <a:srgbClr val="800000"/>
                </a:solidFill>
                <a:effectLst/>
                <a:latin typeface="Menlo" panose="020B0609030804020204" pitchFamily="49" charset="0"/>
              </a:rPr>
              <a:t>&lt;sch:pattern</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name</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"[your name]"</a:t>
            </a:r>
            <a:r>
              <a:rPr lang="en-GB" sz="900" b="0" noProof="1">
                <a:solidFill>
                  <a:srgbClr val="800000"/>
                </a:solidFill>
                <a:effectLst/>
                <a:latin typeface="Menlo" panose="020B0609030804020204" pitchFamily="49" charset="0"/>
              </a:rPr>
              <a:t>&gt;</a:t>
            </a:r>
            <a:endParaRPr lang="en-GB" sz="900" b="0" noProof="1">
              <a:solidFill>
                <a:srgbClr val="3B3B3B"/>
              </a:solidFill>
              <a:effectLst/>
              <a:latin typeface="Menlo" panose="020B0609030804020204" pitchFamily="49" charset="0"/>
            </a:endParaRPr>
          </a:p>
          <a:p>
            <a:pPr defTabSz="360000">
              <a:lnSpc>
                <a:spcPts val="1350"/>
              </a:lnSpc>
              <a:buNone/>
            </a:pPr>
            <a:r>
              <a:rPr lang="en-GB" sz="900" noProof="1">
                <a:solidFill>
                  <a:srgbClr val="3B3B3B"/>
                </a:solidFill>
                <a:latin typeface="Menlo" panose="020B0609030804020204" pitchFamily="49" charset="0"/>
              </a:rPr>
              <a:t>		</a:t>
            </a:r>
            <a:endParaRPr lang="en-GB" sz="900" b="0" noProof="1">
              <a:solidFill>
                <a:srgbClr val="3B3B3B"/>
              </a:solidFill>
              <a:effectLst/>
              <a:latin typeface="Menlo" panose="020B0609030804020204" pitchFamily="49" charset="0"/>
            </a:endParaRPr>
          </a:p>
          <a:p>
            <a:pPr defTabSz="360000">
              <a:lnSpc>
                <a:spcPts val="1350"/>
              </a:lnSpc>
              <a:buNone/>
            </a:pPr>
            <a:r>
              <a:rPr lang="en-GB" sz="900" b="0" noProof="1">
                <a:solidFill>
                  <a:srgbClr val="800000"/>
                </a:solidFill>
                <a:effectLst/>
                <a:latin typeface="Menlo" panose="020B0609030804020204" pitchFamily="49" charset="0"/>
              </a:rPr>
              <a:t>		&lt;sch:rule</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context</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"[your XPATH or XSLT pattern]"</a:t>
            </a:r>
            <a:r>
              <a:rPr lang="en-GB" sz="900" b="0" noProof="1">
                <a:solidFill>
                  <a:srgbClr val="800000"/>
                </a:solidFill>
                <a:effectLst/>
                <a:latin typeface="Menlo" panose="020B0609030804020204" pitchFamily="49" charset="0"/>
              </a:rPr>
              <a:t>&gt;</a:t>
            </a:r>
            <a:r>
              <a:rPr lang="en-GB" sz="900" b="0" noProof="1">
                <a:solidFill>
                  <a:srgbClr val="3B3B3B"/>
                </a:solidFill>
                <a:effectLst/>
                <a:latin typeface="Menlo" panose="020B0609030804020204" pitchFamily="49" charset="0"/>
              </a:rPr>
              <a:t> </a:t>
            </a:r>
            <a:r>
              <a:rPr lang="en-GB" sz="900" noProof="1">
                <a:solidFill>
                  <a:srgbClr val="008000"/>
                </a:solidFill>
                <a:latin typeface="Menlo" panose="020B0609030804020204" pitchFamily="49" charset="0"/>
              </a:rPr>
              <a:t>&lt;!-- Rules matchings an element in your document --&gt;</a:t>
            </a:r>
            <a:endParaRPr lang="en-GB" sz="900" b="0" noProof="1">
              <a:solidFill>
                <a:srgbClr val="3B3B3B"/>
              </a:solidFill>
              <a:effectLst/>
              <a:latin typeface="Menlo" panose="020B0609030804020204" pitchFamily="49" charset="0"/>
            </a:endParaRPr>
          </a:p>
          <a:p>
            <a:pPr defTabSz="360000">
              <a:lnSpc>
                <a:spcPts val="1350"/>
              </a:lnSpc>
              <a:buNone/>
            </a:pPr>
            <a:r>
              <a:rPr lang="en-GB" sz="900" noProof="1">
                <a:solidFill>
                  <a:srgbClr val="3B3B3B"/>
                </a:solidFill>
                <a:latin typeface="Menlo" panose="020B0609030804020204" pitchFamily="49" charset="0"/>
              </a:rPr>
              <a:t>			</a:t>
            </a:r>
          </a:p>
          <a:p>
            <a:pPr defTabSz="360000">
              <a:lnSpc>
                <a:spcPts val="1350"/>
              </a:lnSpc>
            </a:pPr>
            <a:r>
              <a:rPr lang="en-GB" sz="900" b="0" noProof="1">
                <a:solidFill>
                  <a:srgbClr val="800000"/>
                </a:solidFill>
                <a:effectLst/>
                <a:latin typeface="Menlo" panose="020B0609030804020204" pitchFamily="49" charset="0"/>
              </a:rPr>
              <a:t>			&lt;sch:let</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name</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”variable"</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value</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”[XPATH]"</a:t>
            </a:r>
            <a:r>
              <a:rPr lang="en-GB" sz="900" b="0" noProof="1">
                <a:solidFill>
                  <a:srgbClr val="3B3B3B"/>
                </a:solidFill>
                <a:effectLst/>
                <a:latin typeface="Menlo" panose="020B0609030804020204" pitchFamily="49" charset="0"/>
              </a:rPr>
              <a:t> </a:t>
            </a:r>
            <a:r>
              <a:rPr lang="en-GB" sz="900" b="0" noProof="1">
                <a:solidFill>
                  <a:srgbClr val="800000"/>
                </a:solidFill>
                <a:effectLst/>
                <a:latin typeface="Menlo" panose="020B0609030804020204" pitchFamily="49" charset="0"/>
              </a:rPr>
              <a:t>/&gt; </a:t>
            </a:r>
            <a:r>
              <a:rPr lang="en-GB" sz="900" noProof="1">
                <a:solidFill>
                  <a:srgbClr val="008000"/>
                </a:solidFill>
                <a:latin typeface="Menlo" panose="020B0609030804020204" pitchFamily="49" charset="0"/>
              </a:rPr>
              <a:t>&lt;!– Setup variable to use it in other XPATH or message --&gt;</a:t>
            </a:r>
            <a:endParaRPr lang="en-GB" sz="900" b="0" noProof="1">
              <a:solidFill>
                <a:srgbClr val="3B3B3B"/>
              </a:solidFill>
              <a:effectLst/>
              <a:latin typeface="Menlo" panose="020B0609030804020204" pitchFamily="49" charset="0"/>
            </a:endParaRPr>
          </a:p>
          <a:p>
            <a:pPr defTabSz="360000">
              <a:lnSpc>
                <a:spcPts val="1350"/>
              </a:lnSpc>
            </a:pPr>
            <a:endParaRPr lang="en-GB" sz="900" b="0" noProof="1">
              <a:solidFill>
                <a:srgbClr val="3B3B3B"/>
              </a:solidFill>
              <a:effectLst/>
              <a:latin typeface="Menlo" panose="020B0609030804020204" pitchFamily="49" charset="0"/>
            </a:endParaRPr>
          </a:p>
          <a:p>
            <a:pPr defTabSz="360000">
              <a:lnSpc>
                <a:spcPts val="1350"/>
              </a:lnSpc>
              <a:buNone/>
            </a:pPr>
            <a:r>
              <a:rPr lang="en-GB" sz="900" b="0" noProof="1">
                <a:solidFill>
                  <a:srgbClr val="800000"/>
                </a:solidFill>
                <a:effectLst/>
                <a:latin typeface="Menlo" panose="020B0609030804020204" pitchFamily="49" charset="0"/>
              </a:rPr>
              <a:t>			&lt;sch:report</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test</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"[your XPATH test (assertion)]"</a:t>
            </a:r>
            <a:r>
              <a:rPr lang="en-GB" sz="900" b="0" noProof="1">
                <a:solidFill>
                  <a:srgbClr val="800000"/>
                </a:solidFill>
                <a:effectLst/>
                <a:latin typeface="Menlo" panose="020B0609030804020204" pitchFamily="49" charset="0"/>
              </a:rPr>
              <a:t>&gt; </a:t>
            </a:r>
            <a:r>
              <a:rPr lang="en-GB" sz="900" noProof="1">
                <a:solidFill>
                  <a:srgbClr val="008000"/>
                </a:solidFill>
                <a:latin typeface="Menlo" panose="020B0609030804020204" pitchFamily="49" charset="0"/>
              </a:rPr>
              <a:t>&lt;!-- Reported as an info if test is true --&gt;</a:t>
            </a:r>
            <a:endParaRPr lang="en-GB" sz="900" noProof="1">
              <a:solidFill>
                <a:srgbClr val="3B3B3B"/>
              </a:solidFill>
              <a:latin typeface="Menlo" panose="020B0609030804020204" pitchFamily="49" charset="0"/>
            </a:endParaRPr>
          </a:p>
          <a:p>
            <a:pPr defTabSz="360000">
              <a:lnSpc>
                <a:spcPts val="1350"/>
              </a:lnSpc>
              <a:buNone/>
            </a:pPr>
            <a:r>
              <a:rPr lang="en-GB" sz="900" b="0" noProof="1">
                <a:solidFill>
                  <a:srgbClr val="3B3B3B"/>
                </a:solidFill>
                <a:effectLst/>
                <a:latin typeface="Menlo" panose="020B0609030804020204" pitchFamily="49" charset="0"/>
              </a:rPr>
              <a:t>				[your message</a:t>
            </a:r>
            <a:r>
              <a:rPr lang="en-GB" sz="900" b="0" noProof="1">
                <a:effectLst/>
                <a:latin typeface="Menlo" panose="020B0609030804020204" pitchFamily="49" charset="0"/>
              </a:rPr>
              <a:t>]</a:t>
            </a:r>
          </a:p>
          <a:p>
            <a:pPr defTabSz="360000">
              <a:lnSpc>
                <a:spcPts val="1350"/>
              </a:lnSpc>
              <a:buNone/>
            </a:pPr>
            <a:r>
              <a:rPr lang="en-GB" sz="900" noProof="1">
                <a:solidFill>
                  <a:srgbClr val="3B3B3B"/>
                </a:solidFill>
                <a:latin typeface="Menlo" panose="020B0609030804020204" pitchFamily="49" charset="0"/>
              </a:rPr>
              <a:t>			</a:t>
            </a:r>
            <a:r>
              <a:rPr lang="en-GB" sz="900" b="0" noProof="1">
                <a:solidFill>
                  <a:srgbClr val="800000"/>
                </a:solidFill>
                <a:effectLst/>
                <a:latin typeface="Menlo" panose="020B0609030804020204" pitchFamily="49" charset="0"/>
              </a:rPr>
              <a:t>&lt;/sch:report&gt;</a:t>
            </a:r>
            <a:r>
              <a:rPr lang="en-GB" sz="900" b="0" noProof="1">
                <a:solidFill>
                  <a:srgbClr val="3B3B3B"/>
                </a:solidFill>
                <a:effectLst/>
                <a:latin typeface="Menlo" panose="020B0609030804020204" pitchFamily="49" charset="0"/>
              </a:rPr>
              <a:t> </a:t>
            </a:r>
          </a:p>
          <a:p>
            <a:pPr defTabSz="360000">
              <a:lnSpc>
                <a:spcPts val="1350"/>
              </a:lnSpc>
              <a:buNone/>
            </a:pPr>
            <a:r>
              <a:rPr lang="en-GB" sz="900" noProof="1">
                <a:solidFill>
                  <a:srgbClr val="3B3B3B"/>
                </a:solidFill>
                <a:latin typeface="Menlo" panose="020B0609030804020204" pitchFamily="49" charset="0"/>
              </a:rPr>
              <a:t>			</a:t>
            </a:r>
            <a:endParaRPr lang="en-GB" sz="900" b="0" noProof="1">
              <a:solidFill>
                <a:srgbClr val="3B3B3B"/>
              </a:solidFill>
              <a:effectLst/>
              <a:latin typeface="Menlo" panose="020B0609030804020204" pitchFamily="49" charset="0"/>
            </a:endParaRPr>
          </a:p>
          <a:p>
            <a:pPr defTabSz="360000">
              <a:lnSpc>
                <a:spcPts val="1350"/>
              </a:lnSpc>
              <a:buNone/>
            </a:pPr>
            <a:r>
              <a:rPr lang="en-GB" sz="900" b="0" noProof="1">
                <a:solidFill>
                  <a:srgbClr val="800000"/>
                </a:solidFill>
                <a:effectLst/>
                <a:latin typeface="Menlo" panose="020B0609030804020204" pitchFamily="49" charset="0"/>
              </a:rPr>
              <a:t>			&lt;sch:assert</a:t>
            </a:r>
            <a:r>
              <a:rPr lang="en-GB" sz="900" b="0" noProof="1">
                <a:solidFill>
                  <a:srgbClr val="3B3B3B"/>
                </a:solidFill>
                <a:effectLst/>
                <a:latin typeface="Menlo" panose="020B0609030804020204" pitchFamily="49" charset="0"/>
              </a:rPr>
              <a:t> </a:t>
            </a:r>
            <a:r>
              <a:rPr lang="en-GB" sz="900" b="0" noProof="1">
                <a:solidFill>
                  <a:srgbClr val="E50000"/>
                </a:solidFill>
                <a:effectLst/>
                <a:latin typeface="Menlo" panose="020B0609030804020204" pitchFamily="49" charset="0"/>
              </a:rPr>
              <a:t>test</a:t>
            </a:r>
            <a:r>
              <a:rPr lang="en-GB" sz="900" b="0" noProof="1">
                <a:solidFill>
                  <a:srgbClr val="3B3B3B"/>
                </a:solidFill>
                <a:effectLst/>
                <a:latin typeface="Menlo" panose="020B0609030804020204" pitchFamily="49" charset="0"/>
              </a:rPr>
              <a:t>=</a:t>
            </a:r>
            <a:r>
              <a:rPr lang="en-GB" sz="900" b="0" noProof="1">
                <a:solidFill>
                  <a:srgbClr val="0000FF"/>
                </a:solidFill>
                <a:effectLst/>
                <a:latin typeface="Menlo" panose="020B0609030804020204" pitchFamily="49" charset="0"/>
              </a:rPr>
              <a:t>"[your XPATH test]"</a:t>
            </a:r>
            <a:r>
              <a:rPr lang="en-GB" sz="900" b="0" noProof="1">
                <a:solidFill>
                  <a:srgbClr val="800000"/>
                </a:solidFill>
                <a:effectLst/>
                <a:latin typeface="Menlo" panose="020B0609030804020204" pitchFamily="49" charset="0"/>
              </a:rPr>
              <a:t>&gt;</a:t>
            </a:r>
            <a:r>
              <a:rPr lang="en-GB" sz="900" b="0" noProof="1">
                <a:solidFill>
                  <a:srgbClr val="3B3B3B"/>
                </a:solidFill>
                <a:effectLst/>
                <a:latin typeface="Menlo" panose="020B0609030804020204" pitchFamily="49" charset="0"/>
              </a:rPr>
              <a:t> </a:t>
            </a:r>
            <a:r>
              <a:rPr lang="en-GB" sz="900" noProof="1">
                <a:solidFill>
                  <a:srgbClr val="008000"/>
                </a:solidFill>
                <a:latin typeface="Menlo" panose="020B0609030804020204" pitchFamily="49" charset="0"/>
              </a:rPr>
              <a:t>&lt;!– Failed</a:t>
            </a:r>
            <a:r>
              <a:rPr lang="en-GB" sz="900" noProof="1">
                <a:solidFill>
                  <a:srgbClr val="3B3B3B"/>
                </a:solidFill>
                <a:latin typeface="Menlo" panose="020B0609030804020204" pitchFamily="49" charset="0"/>
              </a:rPr>
              <a:t> </a:t>
            </a:r>
            <a:r>
              <a:rPr lang="en-GB" sz="900" noProof="1">
                <a:solidFill>
                  <a:srgbClr val="008000"/>
                </a:solidFill>
                <a:latin typeface="Menlo" panose="020B0609030804020204" pitchFamily="49" charset="0"/>
              </a:rPr>
              <a:t>assertions are reported as errors --&gt;</a:t>
            </a:r>
          </a:p>
          <a:p>
            <a:pPr defTabSz="360000">
              <a:lnSpc>
                <a:spcPts val="1350"/>
              </a:lnSpc>
              <a:buNone/>
            </a:pPr>
            <a:endParaRPr lang="en-GB" sz="900" noProof="1">
              <a:solidFill>
                <a:srgbClr val="008000"/>
              </a:solidFill>
              <a:latin typeface="Menlo" panose="020B0609030804020204" pitchFamily="49" charset="0"/>
            </a:endParaRPr>
          </a:p>
          <a:p>
            <a:pPr defTabSz="360000"/>
            <a:r>
              <a:rPr lang="en-GB" sz="900" noProof="1">
                <a:solidFill>
                  <a:srgbClr val="3B3B3B"/>
                </a:solidFill>
                <a:latin typeface="Menlo" panose="020B0609030804020204" pitchFamily="49" charset="0"/>
              </a:rPr>
              <a:t>				[your message … </a:t>
            </a:r>
            <a:r>
              <a:rPr lang="en-GB" sz="900" noProof="1">
                <a:solidFill>
                  <a:srgbClr val="800000"/>
                </a:solidFill>
                <a:latin typeface="Menlo" panose="020B0609030804020204" pitchFamily="49" charset="0"/>
              </a:rPr>
              <a:t>&lt;sch:value-of</a:t>
            </a:r>
            <a:r>
              <a:rPr lang="en-GB" sz="900" noProof="1">
                <a:solidFill>
                  <a:srgbClr val="3B3B3B"/>
                </a:solidFill>
                <a:latin typeface="Menlo" panose="020B0609030804020204" pitchFamily="49" charset="0"/>
              </a:rPr>
              <a:t> </a:t>
            </a:r>
            <a:r>
              <a:rPr lang="en-GB" sz="900" noProof="1">
                <a:solidFill>
                  <a:srgbClr val="E50000"/>
                </a:solidFill>
                <a:latin typeface="Menlo" panose="020B0609030804020204" pitchFamily="49" charset="0"/>
              </a:rPr>
              <a:t>select</a:t>
            </a:r>
            <a:r>
              <a:rPr lang="en-GB" sz="900" noProof="1">
                <a:solidFill>
                  <a:srgbClr val="3B3B3B"/>
                </a:solidFill>
                <a:latin typeface="Menlo" panose="020B0609030804020204" pitchFamily="49" charset="0"/>
              </a:rPr>
              <a:t>= =</a:t>
            </a:r>
            <a:r>
              <a:rPr lang="en-GB" sz="900" noProof="1">
                <a:solidFill>
                  <a:srgbClr val="0000FF"/>
                </a:solidFill>
                <a:latin typeface="Menlo" panose="020B0609030804020204" pitchFamily="49" charset="0"/>
              </a:rPr>
              <a:t>"[XPath]”</a:t>
            </a:r>
            <a:r>
              <a:rPr lang="en-GB" sz="900" noProof="1">
                <a:solidFill>
                  <a:srgbClr val="800000"/>
                </a:solidFill>
                <a:latin typeface="Menlo" panose="020B0609030804020204" pitchFamily="49" charset="0"/>
              </a:rPr>
              <a:t>/&gt; </a:t>
            </a:r>
            <a:r>
              <a:rPr lang="en-GB" sz="900" noProof="1">
                <a:latin typeface="Menlo" panose="020B0609030804020204" pitchFamily="49" charset="0"/>
              </a:rPr>
              <a:t>...] </a:t>
            </a:r>
            <a:r>
              <a:rPr lang="en-GB" sz="900" noProof="1">
                <a:solidFill>
                  <a:srgbClr val="008000"/>
                </a:solidFill>
                <a:latin typeface="Menlo" panose="020B0609030804020204" pitchFamily="49" charset="0"/>
              </a:rPr>
              <a:t>&lt;!– Your can use functions in the message --&gt;</a:t>
            </a:r>
            <a:endParaRPr lang="en-GB" sz="900" dirty="0"/>
          </a:p>
          <a:p>
            <a:pPr defTabSz="360000">
              <a:lnSpc>
                <a:spcPts val="1350"/>
              </a:lnSpc>
              <a:buNone/>
            </a:pPr>
            <a:r>
              <a:rPr lang="en-GB" sz="900" noProof="1">
                <a:solidFill>
                  <a:srgbClr val="3B3B3B"/>
                </a:solidFill>
                <a:latin typeface="Menlo" panose="020B0609030804020204" pitchFamily="49" charset="0"/>
              </a:rPr>
              <a:t>			</a:t>
            </a:r>
            <a:r>
              <a:rPr lang="en-GB" sz="900" b="0" noProof="1">
                <a:solidFill>
                  <a:srgbClr val="800000"/>
                </a:solidFill>
                <a:effectLst/>
                <a:latin typeface="Menlo" panose="020B0609030804020204" pitchFamily="49" charset="0"/>
              </a:rPr>
              <a:t>&lt;/sch:assert&gt;</a:t>
            </a:r>
            <a:r>
              <a:rPr lang="en-GB" sz="900" b="0" noProof="1">
                <a:solidFill>
                  <a:srgbClr val="3B3B3B"/>
                </a:solidFill>
                <a:effectLst/>
                <a:latin typeface="Menlo" panose="020B0609030804020204" pitchFamily="49" charset="0"/>
              </a:rPr>
              <a:t> </a:t>
            </a:r>
          </a:p>
          <a:p>
            <a:pPr defTabSz="360000">
              <a:lnSpc>
                <a:spcPts val="1350"/>
              </a:lnSpc>
              <a:buNone/>
            </a:pPr>
            <a:r>
              <a:rPr lang="en-GB" sz="900" noProof="1">
                <a:solidFill>
                  <a:srgbClr val="3B3B3B"/>
                </a:solidFill>
                <a:latin typeface="Menlo" panose="020B0609030804020204" pitchFamily="49" charset="0"/>
              </a:rPr>
              <a:t>			</a:t>
            </a:r>
            <a:r>
              <a:rPr lang="en-GB" sz="900" b="0" noProof="1">
                <a:solidFill>
                  <a:srgbClr val="008000"/>
                </a:solidFill>
                <a:effectLst/>
                <a:latin typeface="Menlo" panose="020B0609030804020204" pitchFamily="49" charset="0"/>
              </a:rPr>
              <a:t>&lt;!-- Add more</a:t>
            </a:r>
            <a:r>
              <a:rPr lang="en-GB" sz="900" noProof="1">
                <a:solidFill>
                  <a:srgbClr val="3B3B3B"/>
                </a:solidFill>
                <a:latin typeface="Menlo" panose="020B0609030804020204" pitchFamily="49" charset="0"/>
              </a:rPr>
              <a:t> </a:t>
            </a:r>
            <a:r>
              <a:rPr lang="en-GB" sz="900" b="0" noProof="1">
                <a:solidFill>
                  <a:srgbClr val="008000"/>
                </a:solidFill>
                <a:effectLst/>
                <a:latin typeface="Menlo" panose="020B0609030804020204" pitchFamily="49" charset="0"/>
              </a:rPr>
              <a:t>&lt;sch:report&gt; or &lt;sch:assert&gt;... --&gt;</a:t>
            </a:r>
            <a:endParaRPr lang="en-GB" sz="900" noProof="1">
              <a:solidFill>
                <a:srgbClr val="3B3B3B"/>
              </a:solidFill>
              <a:latin typeface="Menlo" panose="020B0609030804020204" pitchFamily="49" charset="0"/>
            </a:endParaRPr>
          </a:p>
          <a:p>
            <a:pPr defTabSz="360000">
              <a:lnSpc>
                <a:spcPts val="1350"/>
              </a:lnSpc>
              <a:buNone/>
            </a:pPr>
            <a:r>
              <a:rPr lang="en-GB" sz="900" b="0" noProof="1">
                <a:solidFill>
                  <a:srgbClr val="3B3B3B"/>
                </a:solidFill>
                <a:effectLst/>
                <a:latin typeface="Menlo" panose="020B0609030804020204" pitchFamily="49" charset="0"/>
              </a:rPr>
              <a:t>		</a:t>
            </a:r>
            <a:r>
              <a:rPr lang="en-GB" sz="900" b="0" noProof="1">
                <a:solidFill>
                  <a:srgbClr val="800000"/>
                </a:solidFill>
                <a:effectLst/>
                <a:latin typeface="Menlo" panose="020B0609030804020204" pitchFamily="49" charset="0"/>
              </a:rPr>
              <a:t>&lt;/sch:rule&gt;</a:t>
            </a:r>
            <a:r>
              <a:rPr lang="en-GB" sz="900" b="0" noProof="1">
                <a:solidFill>
                  <a:srgbClr val="3B3B3B"/>
                </a:solidFill>
                <a:effectLst/>
                <a:latin typeface="Menlo" panose="020B0609030804020204" pitchFamily="49" charset="0"/>
              </a:rPr>
              <a:t> </a:t>
            </a:r>
          </a:p>
          <a:p>
            <a:pPr defTabSz="360000">
              <a:lnSpc>
                <a:spcPts val="1350"/>
              </a:lnSpc>
              <a:buNone/>
            </a:pPr>
            <a:r>
              <a:rPr lang="en-GB" sz="900" noProof="1">
                <a:solidFill>
                  <a:srgbClr val="3B3B3B"/>
                </a:solidFill>
                <a:latin typeface="Menlo" panose="020B0609030804020204" pitchFamily="49" charset="0"/>
              </a:rPr>
              <a:t>		</a:t>
            </a:r>
            <a:r>
              <a:rPr lang="en-GB" sz="900" b="0" noProof="1">
                <a:solidFill>
                  <a:srgbClr val="008000"/>
                </a:solidFill>
                <a:effectLst/>
                <a:latin typeface="Menlo" panose="020B0609030804020204" pitchFamily="49" charset="0"/>
              </a:rPr>
              <a:t>&lt;!--Add more &lt;sch:rule&gt; ... --&gt;</a:t>
            </a:r>
            <a:endParaRPr lang="en-GB" sz="900" b="0" noProof="1">
              <a:solidFill>
                <a:srgbClr val="3B3B3B"/>
              </a:solidFill>
              <a:effectLst/>
              <a:latin typeface="Menlo" panose="020B0609030804020204" pitchFamily="49" charset="0"/>
            </a:endParaRPr>
          </a:p>
          <a:p>
            <a:pPr defTabSz="360000">
              <a:lnSpc>
                <a:spcPts val="1350"/>
              </a:lnSpc>
              <a:buNone/>
            </a:pPr>
            <a:r>
              <a:rPr lang="en-GB" sz="900" b="0" noProof="1">
                <a:solidFill>
                  <a:srgbClr val="800000"/>
                </a:solidFill>
                <a:effectLst/>
                <a:latin typeface="Menlo" panose="020B0609030804020204" pitchFamily="49" charset="0"/>
              </a:rPr>
              <a:t>	&lt;/sch:pattern&gt;</a:t>
            </a:r>
            <a:r>
              <a:rPr lang="en-GB" sz="900" b="0" noProof="1">
                <a:solidFill>
                  <a:srgbClr val="3B3B3B"/>
                </a:solidFill>
                <a:effectLst/>
                <a:latin typeface="Menlo" panose="020B0609030804020204" pitchFamily="49" charset="0"/>
              </a:rPr>
              <a:t> </a:t>
            </a:r>
          </a:p>
          <a:p>
            <a:pPr defTabSz="360000">
              <a:lnSpc>
                <a:spcPts val="1350"/>
              </a:lnSpc>
              <a:buNone/>
            </a:pPr>
            <a:r>
              <a:rPr lang="en-GB" sz="900" noProof="1">
                <a:solidFill>
                  <a:srgbClr val="3B3B3B"/>
                </a:solidFill>
                <a:latin typeface="Menlo" panose="020B0609030804020204" pitchFamily="49" charset="0"/>
              </a:rPr>
              <a:t>	</a:t>
            </a:r>
            <a:r>
              <a:rPr lang="en-GB" sz="900" b="0" noProof="1">
                <a:solidFill>
                  <a:srgbClr val="008000"/>
                </a:solidFill>
                <a:effectLst/>
                <a:latin typeface="Menlo" panose="020B0609030804020204" pitchFamily="49" charset="0"/>
              </a:rPr>
              <a:t>&lt;!--</a:t>
            </a:r>
            <a:r>
              <a:rPr lang="en-GB" sz="900" noProof="1">
                <a:solidFill>
                  <a:srgbClr val="3B3B3B"/>
                </a:solidFill>
                <a:latin typeface="Menlo" panose="020B0609030804020204" pitchFamily="49" charset="0"/>
              </a:rPr>
              <a:t> </a:t>
            </a:r>
            <a:r>
              <a:rPr lang="en-GB" sz="900" b="0" noProof="1">
                <a:solidFill>
                  <a:srgbClr val="008000"/>
                </a:solidFill>
                <a:effectLst/>
                <a:latin typeface="Menlo" panose="020B0609030804020204" pitchFamily="49" charset="0"/>
              </a:rPr>
              <a:t>Add more &lt;sch:pattern&gt; ... --&gt;</a:t>
            </a:r>
            <a:endParaRPr lang="en-GB" sz="900" b="0" noProof="1">
              <a:solidFill>
                <a:srgbClr val="3B3B3B"/>
              </a:solidFill>
              <a:effectLst/>
              <a:latin typeface="Menlo" panose="020B0609030804020204" pitchFamily="49" charset="0"/>
            </a:endParaRPr>
          </a:p>
          <a:p>
            <a:pPr defTabSz="360000">
              <a:lnSpc>
                <a:spcPts val="1350"/>
              </a:lnSpc>
              <a:buNone/>
            </a:pPr>
            <a:r>
              <a:rPr lang="en-GB" sz="900" b="0" noProof="1">
                <a:solidFill>
                  <a:srgbClr val="800000"/>
                </a:solidFill>
                <a:effectLst/>
                <a:latin typeface="Menlo" panose="020B0609030804020204" pitchFamily="49" charset="0"/>
              </a:rPr>
              <a:t>&lt;/sch:schema&gt;</a:t>
            </a:r>
            <a:endParaRPr lang="en-GB" sz="900" b="0" noProof="1">
              <a:solidFill>
                <a:srgbClr val="3B3B3B"/>
              </a:solidFill>
              <a:effectLst/>
              <a:latin typeface="Menlo" panose="020B0609030804020204" pitchFamily="49" charset="0"/>
            </a:endParaRPr>
          </a:p>
          <a:p>
            <a:pPr defTabSz="360000"/>
            <a:endParaRPr lang="en-GB" sz="800" noProof="1"/>
          </a:p>
          <a:p>
            <a:pPr defTabSz="360000"/>
            <a:r>
              <a:rPr lang="en-GB" sz="800" noProof="1"/>
              <a:t>Source: dev.pageseeder.com</a:t>
            </a:r>
          </a:p>
        </p:txBody>
      </p:sp>
      <p:sp>
        <p:nvSpPr>
          <p:cNvPr id="13" name="TextBox 12">
            <a:extLst>
              <a:ext uri="{FF2B5EF4-FFF2-40B4-BE49-F238E27FC236}">
                <a16:creationId xmlns:a16="http://schemas.microsoft.com/office/drawing/2014/main" id="{8E4400FE-7FC4-6004-77E0-65C366935D7D}"/>
              </a:ext>
            </a:extLst>
          </p:cNvPr>
          <p:cNvSpPr txBox="1"/>
          <p:nvPr/>
        </p:nvSpPr>
        <p:spPr>
          <a:xfrm>
            <a:off x="7629896" y="4791694"/>
            <a:ext cx="65" cy="138499"/>
          </a:xfrm>
          <a:prstGeom prst="rect">
            <a:avLst/>
          </a:prstGeom>
          <a:solidFill>
            <a:schemeClr val="bg1"/>
          </a:solidFill>
        </p:spPr>
        <p:txBody>
          <a:bodyPr wrap="none" lIns="0" tIns="0" rIns="0" bIns="0" rtlCol="0">
            <a:spAutoFit/>
          </a:bodyPr>
          <a:lstStyle/>
          <a:p>
            <a:endParaRPr lang="en-GB" sz="900" dirty="0"/>
          </a:p>
        </p:txBody>
      </p:sp>
    </p:spTree>
    <p:extLst>
      <p:ext uri="{BB962C8B-B14F-4D97-AF65-F5344CB8AC3E}">
        <p14:creationId xmlns:p14="http://schemas.microsoft.com/office/powerpoint/2010/main" val="581008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3DE6-3980-E692-0A55-C2ED3607168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451891E-6655-D106-5D2B-E1A3941F5E1D}"/>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F7251B01-7CB7-75C2-D6D2-15139FF85604}"/>
              </a:ext>
            </a:extLst>
          </p:cNvPr>
          <p:cNvSpPr>
            <a:spLocks noGrp="1"/>
          </p:cNvSpPr>
          <p:nvPr>
            <p:ph type="sldNum" sz="quarter" idx="11"/>
          </p:nvPr>
        </p:nvSpPr>
        <p:spPr/>
        <p:txBody>
          <a:bodyPr/>
          <a:lstStyle/>
          <a:p>
            <a:fld id="{F50FD2C4-56EC-4F07-B0B8-CEAC86EF6E31}" type="slidenum">
              <a:rPr lang="en-US" noProof="0" smtClean="0"/>
              <a:pPr/>
              <a:t>7</a:t>
            </a:fld>
            <a:endParaRPr lang="en-US" noProof="0"/>
          </a:p>
        </p:txBody>
      </p:sp>
      <p:sp>
        <p:nvSpPr>
          <p:cNvPr id="11" name="Text Placeholder 10">
            <a:extLst>
              <a:ext uri="{FF2B5EF4-FFF2-40B4-BE49-F238E27FC236}">
                <a16:creationId xmlns:a16="http://schemas.microsoft.com/office/drawing/2014/main" id="{F42F6238-86A1-BC13-BC49-7CBC3B2832B2}"/>
              </a:ext>
            </a:extLst>
          </p:cNvPr>
          <p:cNvSpPr>
            <a:spLocks noGrp="1"/>
          </p:cNvSpPr>
          <p:nvPr>
            <p:ph type="body" sz="quarter" idx="16"/>
          </p:nvPr>
        </p:nvSpPr>
        <p:spPr/>
        <p:txBody>
          <a:bodyPr/>
          <a:lstStyle/>
          <a:p>
            <a:r>
              <a:rPr lang="en-GB" noProof="1"/>
              <a:t>Example of AP242 PDM-IF rule</a:t>
            </a:r>
          </a:p>
        </p:txBody>
      </p:sp>
      <p:sp>
        <p:nvSpPr>
          <p:cNvPr id="6" name="TextBox 5">
            <a:extLst>
              <a:ext uri="{FF2B5EF4-FFF2-40B4-BE49-F238E27FC236}">
                <a16:creationId xmlns:a16="http://schemas.microsoft.com/office/drawing/2014/main" id="{039EE83C-DE11-4374-4D61-F6E3B61C55FF}"/>
              </a:ext>
            </a:extLst>
          </p:cNvPr>
          <p:cNvSpPr txBox="1"/>
          <p:nvPr/>
        </p:nvSpPr>
        <p:spPr>
          <a:xfrm>
            <a:off x="279070" y="2190997"/>
            <a:ext cx="65" cy="246221"/>
          </a:xfrm>
          <a:prstGeom prst="rect">
            <a:avLst/>
          </a:prstGeom>
          <a:solidFill>
            <a:schemeClr val="bg1"/>
          </a:solidFill>
        </p:spPr>
        <p:txBody>
          <a:bodyPr wrap="none" lIns="0" tIns="0" rIns="0" bIns="0" rtlCol="0">
            <a:spAutoFit/>
          </a:bodyPr>
          <a:lstStyle/>
          <a:p>
            <a:endParaRPr lang="en-GB" sz="1600" dirty="0"/>
          </a:p>
        </p:txBody>
      </p:sp>
      <p:sp>
        <p:nvSpPr>
          <p:cNvPr id="8" name="TextBox 7">
            <a:extLst>
              <a:ext uri="{FF2B5EF4-FFF2-40B4-BE49-F238E27FC236}">
                <a16:creationId xmlns:a16="http://schemas.microsoft.com/office/drawing/2014/main" id="{D15ECC50-5C6B-F802-377D-9BAF7C411045}"/>
              </a:ext>
            </a:extLst>
          </p:cNvPr>
          <p:cNvSpPr txBox="1"/>
          <p:nvPr/>
        </p:nvSpPr>
        <p:spPr>
          <a:xfrm>
            <a:off x="36273179" y="112816"/>
            <a:ext cx="65" cy="246221"/>
          </a:xfrm>
          <a:prstGeom prst="rect">
            <a:avLst/>
          </a:prstGeom>
          <a:solidFill>
            <a:schemeClr val="bg1"/>
          </a:solidFill>
        </p:spPr>
        <p:txBody>
          <a:bodyPr wrap="none" lIns="0" tIns="0" rIns="0" bIns="0" rtlCol="0">
            <a:spAutoFit/>
          </a:bodyPr>
          <a:lstStyle/>
          <a:p>
            <a:endParaRPr lang="en-GB" sz="1600" dirty="0"/>
          </a:p>
        </p:txBody>
      </p:sp>
      <p:sp>
        <p:nvSpPr>
          <p:cNvPr id="12" name="TextBox 11">
            <a:extLst>
              <a:ext uri="{FF2B5EF4-FFF2-40B4-BE49-F238E27FC236}">
                <a16:creationId xmlns:a16="http://schemas.microsoft.com/office/drawing/2014/main" id="{B0788D14-A3DC-BB97-E25F-434B7AEE4173}"/>
              </a:ext>
            </a:extLst>
          </p:cNvPr>
          <p:cNvSpPr txBox="1"/>
          <p:nvPr/>
        </p:nvSpPr>
        <p:spPr>
          <a:xfrm>
            <a:off x="540006" y="1673196"/>
            <a:ext cx="10520738" cy="4654223"/>
          </a:xfrm>
          <a:prstGeom prst="rect">
            <a:avLst/>
          </a:prstGeom>
          <a:solidFill>
            <a:schemeClr val="bg1">
              <a:alpha val="46645"/>
            </a:schemeClr>
          </a:solidFill>
        </p:spPr>
        <p:txBody>
          <a:bodyPr wrap="square" lIns="0" tIns="0" rIns="0" bIns="0" rtlCol="0">
            <a:spAutoFit/>
          </a:bodyPr>
          <a:lstStyle/>
          <a:p>
            <a:pPr defTabSz="554400">
              <a:lnSpc>
                <a:spcPts val="1350"/>
              </a:lnSpc>
              <a:buNone/>
            </a:pPr>
            <a:r>
              <a:rPr lang="en-GB" sz="1000" b="0" noProof="1">
                <a:solidFill>
                  <a:srgbClr val="800000"/>
                </a:solidFill>
                <a:effectLst/>
                <a:latin typeface="Menlo" panose="020B0609030804020204" pitchFamily="49" charset="0"/>
              </a:rPr>
              <a:t>&lt;sch:pattern</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id</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"Template_Document-DocumentType"</a:t>
            </a:r>
            <a:r>
              <a:rPr lang="en-GB" sz="1000" b="0" noProof="1">
                <a:solidFill>
                  <a:srgbClr val="800000"/>
                </a:solidFill>
                <a:effectLst/>
                <a:latin typeface="Menlo" panose="020B0609030804020204" pitchFamily="49" charset="0"/>
              </a:rPr>
              <a: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	&lt;sch:rule</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context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"DataContainer/Document"</a:t>
            </a:r>
            <a:r>
              <a:rPr lang="en-GB" sz="1000" b="0" noProof="1">
                <a:solidFill>
                  <a:srgbClr val="800000"/>
                </a:solidFill>
                <a:effectLst/>
                <a:latin typeface="Menlo" panose="020B0609030804020204" pitchFamily="49" charset="0"/>
              </a:rPr>
              <a: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		&lt;sch:let</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name</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"doc"</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value</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"Name/CharacterString/text()"</a:t>
            </a:r>
            <a:r>
              <a:rPr lang="en-GB" sz="1000" b="0" noProof="1">
                <a:solidFill>
                  <a:srgbClr val="3B3B3B"/>
                </a:solidFill>
                <a:effectLst/>
                <a:latin typeface="Menlo" panose="020B0609030804020204" pitchFamily="49" charset="0"/>
              </a:rPr>
              <a:t> </a:t>
            </a:r>
            <a:r>
              <a:rPr lang="en-GB" sz="1000" b="0" noProof="1">
                <a:solidFill>
                  <a:srgbClr val="800000"/>
                </a:solidFill>
                <a:effectLst/>
                <a:latin typeface="Menlo" panose="020B0609030804020204" pitchFamily="49" charset="0"/>
              </a:rPr>
              <a: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		&lt;sch:let</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name</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"dtype"</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value</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"lower-case(DocumentTypes/ClassString/text())"</a:t>
            </a:r>
            <a:r>
              <a:rPr lang="en-GB" sz="1000" b="0" noProof="1">
                <a:solidFill>
                  <a:srgbClr val="3B3B3B"/>
                </a:solidFill>
                <a:effectLst/>
                <a:latin typeface="Menlo" panose="020B0609030804020204" pitchFamily="49" charset="0"/>
              </a:rPr>
              <a:t> </a:t>
            </a:r>
            <a:r>
              <a:rPr lang="en-GB" sz="1000" b="0" noProof="1">
                <a:solidFill>
                  <a:srgbClr val="800000"/>
                </a:solidFill>
                <a:effectLst/>
                <a:latin typeface="Menlo" panose="020B0609030804020204" pitchFamily="49" charset="0"/>
              </a:rPr>
              <a: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		&lt;sch:assert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E50000"/>
                </a:solidFill>
                <a:effectLst/>
                <a:latin typeface="Menlo" panose="020B0609030804020204" pitchFamily="49" charset="0"/>
              </a:rPr>
              <a:t>			test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"matches($dtype,'catalogue’)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matches($dtype,'manual’)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matches($dtype,'specification’)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matches($dtype,'primary geometry’)</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matches($dtype,'secondary geometry’)</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matches($dtype,'nc data’)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matches($dtype,'fe data’)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matches($dtype,'sample data’)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matches($dtype,'process plan’)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matches($dtype,'check plan’)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matches($dtype,'drawing’) </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0000FF"/>
                </a:solidFill>
                <a:effectLst/>
                <a:latin typeface="Menlo" panose="020B0609030804020204" pitchFamily="49" charset="0"/>
              </a:rPr>
              <a:t>			or matches($dtype,'structured product data')"</a:t>
            </a:r>
            <a:r>
              <a:rPr lang="en-GB" sz="1000" b="0" noProof="1">
                <a:solidFill>
                  <a:srgbClr val="800000"/>
                </a:solidFill>
                <a:effectLst/>
                <a:latin typeface="Menlo" panose="020B0609030804020204" pitchFamily="49" charset="0"/>
              </a:rPr>
              <a: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3B3B3B"/>
                </a:solidFill>
                <a:effectLst/>
                <a:latin typeface="Menlo" panose="020B0609030804020204" pitchFamily="49" charset="0"/>
              </a:rPr>
              <a:t>				The document type of '</a:t>
            </a:r>
            <a:r>
              <a:rPr lang="en-GB" sz="1000" b="0" noProof="1">
                <a:solidFill>
                  <a:srgbClr val="800000"/>
                </a:solidFill>
                <a:effectLst/>
                <a:latin typeface="Menlo" panose="020B0609030804020204" pitchFamily="49" charset="0"/>
              </a:rPr>
              <a:t>&lt;sch:value-of</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select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"$doc"</a:t>
            </a:r>
            <a:r>
              <a:rPr lang="en-GB" sz="1000" b="0" noProof="1">
                <a:solidFill>
                  <a:srgbClr val="3B3B3B"/>
                </a:solidFill>
                <a:effectLst/>
                <a:latin typeface="Menlo" panose="020B0609030804020204" pitchFamily="49" charset="0"/>
              </a:rPr>
              <a:t> </a:t>
            </a:r>
            <a:r>
              <a:rPr lang="en-GB" sz="1000" b="0" noProof="1">
                <a:solidFill>
                  <a:srgbClr val="800000"/>
                </a:solidFill>
                <a:effectLst/>
                <a:latin typeface="Menlo" panose="020B0609030804020204" pitchFamily="49" charset="0"/>
              </a:rPr>
              <a:t>/&gt;</a:t>
            </a:r>
            <a:r>
              <a:rPr lang="en-GB" sz="1000" b="0" noProof="1">
                <a:solidFill>
                  <a:srgbClr val="3B3B3B"/>
                </a:solidFill>
                <a:effectLst/>
                <a:latin typeface="Menlo" panose="020B0609030804020204" pitchFamily="49" charset="0"/>
              </a:rPr>
              <a:t>' is '</a:t>
            </a:r>
            <a:r>
              <a:rPr lang="en-GB" sz="1000" b="0" noProof="1">
                <a:solidFill>
                  <a:srgbClr val="800000"/>
                </a:solidFill>
                <a:effectLst/>
                <a:latin typeface="Menlo" panose="020B0609030804020204" pitchFamily="49" charset="0"/>
              </a:rPr>
              <a:t>&lt;sch:value-of</a:t>
            </a:r>
            <a:r>
              <a:rPr lang="en-GB" sz="1000" noProof="1">
                <a:solidFill>
                  <a:srgbClr val="3B3B3B"/>
                </a:solidFill>
                <a:latin typeface="Menlo" panose="020B0609030804020204" pitchFamily="49" charset="0"/>
              </a:rPr>
              <a:t> </a:t>
            </a:r>
            <a:r>
              <a:rPr lang="en-GB" sz="1000" b="0" noProof="1">
                <a:solidFill>
                  <a:srgbClr val="E50000"/>
                </a:solidFill>
                <a:effectLst/>
                <a:latin typeface="Menlo" panose="020B0609030804020204" pitchFamily="49" charset="0"/>
              </a:rPr>
              <a:t>select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"$dtype"</a:t>
            </a:r>
            <a:r>
              <a:rPr lang="en-GB" sz="1000" b="0" noProof="1">
                <a:solidFill>
                  <a:srgbClr val="3B3B3B"/>
                </a:solidFill>
                <a:effectLst/>
                <a:latin typeface="Menlo" panose="020B0609030804020204" pitchFamily="49" charset="0"/>
              </a:rPr>
              <a:t> </a:t>
            </a:r>
            <a:r>
              <a:rPr lang="en-GB" sz="1000" b="0" noProof="1">
                <a:solidFill>
                  <a:srgbClr val="800000"/>
                </a:solidFill>
                <a:effectLst/>
                <a:latin typeface="Menlo" panose="020B0609030804020204" pitchFamily="49" charset="0"/>
              </a:rPr>
              <a:t>/&gt;</a:t>
            </a:r>
            <a:r>
              <a:rPr lang="en-GB" sz="1000" b="0" noProof="1">
                <a:solidFill>
                  <a:srgbClr val="3B3B3B"/>
                </a:solidFill>
                <a:effectLst/>
                <a:latin typeface="Menlo" panose="020B0609030804020204" pitchFamily="49" charset="0"/>
              </a:rPr>
              <a:t>' which is not one 				of the following: catalogue, manual, specification, primary geometry, secondary geometry, nc data, fe data, 				sample data, process plan, check plan, drawing, structured product data.</a:t>
            </a:r>
          </a:p>
          <a:p>
            <a:pPr defTabSz="554400">
              <a:lnSpc>
                <a:spcPts val="1350"/>
              </a:lnSpc>
              <a:buNone/>
            </a:pPr>
            <a:r>
              <a:rPr lang="en-GB" sz="1000" noProof="1">
                <a:solidFill>
                  <a:srgbClr val="3B3B3B"/>
                </a:solidFill>
                <a:latin typeface="Menlo" panose="020B0609030804020204" pitchFamily="49" charset="0"/>
              </a:rPr>
              <a:t>		</a:t>
            </a:r>
            <a:r>
              <a:rPr lang="en-GB" sz="1000" b="0" noProof="1">
                <a:solidFill>
                  <a:srgbClr val="800000"/>
                </a:solidFill>
                <a:effectLst/>
                <a:latin typeface="Menlo" panose="020B0609030804020204" pitchFamily="49" charset="0"/>
              </a:rPr>
              <a:t>&lt;/sch:assert&gt;</a:t>
            </a:r>
            <a:r>
              <a:rPr lang="en-GB" sz="1000" noProof="1">
                <a:solidFill>
                  <a:srgbClr val="3B3B3B"/>
                </a:solidFill>
                <a:latin typeface="Menlo" panose="020B0609030804020204" pitchFamily="49" charset="0"/>
              </a:rPr>
              <a:t> </a:t>
            </a:r>
          </a:p>
          <a:p>
            <a:pPr defTabSz="554400">
              <a:lnSpc>
                <a:spcPts val="1350"/>
              </a:lnSpc>
              <a:buNone/>
            </a:pPr>
            <a:r>
              <a:rPr lang="en-GB" sz="1000" b="0" noProof="1">
                <a:solidFill>
                  <a:srgbClr val="800000"/>
                </a:solidFill>
                <a:effectLst/>
                <a:latin typeface="Menlo" panose="020B0609030804020204" pitchFamily="49" charset="0"/>
              </a:rPr>
              <a:t>		&lt;sch:report</a:t>
            </a:r>
            <a:r>
              <a:rPr lang="en-GB" sz="1000" b="0" noProof="1">
                <a:solidFill>
                  <a:srgbClr val="3B3B3B"/>
                </a:solidFill>
                <a:effectLst/>
                <a:latin typeface="Menlo" panose="020B0609030804020204" pitchFamily="49" charset="0"/>
              </a:rPr>
              <a:t> </a:t>
            </a:r>
            <a:r>
              <a:rPr lang="en-GB" sz="1000" b="0" noProof="1">
                <a:solidFill>
                  <a:srgbClr val="E50000"/>
                </a:solidFill>
                <a:effectLst/>
                <a:latin typeface="Menlo" panose="020B0609030804020204" pitchFamily="49" charset="0"/>
              </a:rPr>
              <a:t>test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"not(DocumentTypes/ClassString) and not(DocumentTypes/Class)"</a:t>
            </a:r>
            <a:r>
              <a:rPr lang="en-GB" sz="1000" b="0" noProof="1">
                <a:solidFill>
                  <a:srgbClr val="800000"/>
                </a:solidFill>
                <a:effectLst/>
                <a:latin typeface="Menlo" panose="020B0609030804020204" pitchFamily="49" charset="0"/>
              </a:rPr>
              <a:t>&gt;</a:t>
            </a:r>
          </a:p>
          <a:p>
            <a:pPr defTabSz="554400">
              <a:lnSpc>
                <a:spcPts val="1350"/>
              </a:lnSpc>
              <a:buNone/>
            </a:pPr>
            <a:r>
              <a:rPr lang="en-GB" sz="1000" noProof="1">
                <a:solidFill>
                  <a:srgbClr val="800000"/>
                </a:solidFill>
                <a:latin typeface="Menlo" panose="020B0609030804020204" pitchFamily="49" charset="0"/>
              </a:rPr>
              <a:t>			</a:t>
            </a:r>
            <a:r>
              <a:rPr lang="en-GB" sz="1000" b="0" noProof="1">
                <a:solidFill>
                  <a:srgbClr val="3B3B3B"/>
                </a:solidFill>
                <a:effectLst/>
                <a:latin typeface="Menlo" panose="020B0609030804020204" pitchFamily="49" charset="0"/>
              </a:rPr>
              <a:t>The document type of '</a:t>
            </a:r>
            <a:r>
              <a:rPr lang="en-GB" sz="1000" b="0" noProof="1">
                <a:solidFill>
                  <a:srgbClr val="800000"/>
                </a:solidFill>
                <a:effectLst/>
                <a:latin typeface="Menlo" panose="020B0609030804020204" pitchFamily="49" charset="0"/>
              </a:rPr>
              <a:t>&lt;sch:value-of</a:t>
            </a:r>
            <a:r>
              <a:rPr lang="en-GB" sz="1000" noProof="1">
                <a:solidFill>
                  <a:srgbClr val="3B3B3B"/>
                </a:solidFill>
                <a:latin typeface="Menlo" panose="020B0609030804020204" pitchFamily="49" charset="0"/>
              </a:rPr>
              <a:t> </a:t>
            </a:r>
            <a:r>
              <a:rPr lang="en-GB" sz="1000" b="0" noProof="1">
                <a:solidFill>
                  <a:srgbClr val="E50000"/>
                </a:solidFill>
                <a:effectLst/>
                <a:latin typeface="Menlo" panose="020B0609030804020204" pitchFamily="49" charset="0"/>
              </a:rPr>
              <a:t>select</a:t>
            </a:r>
            <a:r>
              <a:rPr lang="en-GB" sz="1000" b="0" noProof="1">
                <a:solidFill>
                  <a:srgbClr val="3B3B3B"/>
                </a:solidFill>
                <a:effectLst/>
                <a:latin typeface="Menlo" panose="020B0609030804020204" pitchFamily="49" charset="0"/>
              </a:rPr>
              <a:t>=</a:t>
            </a:r>
            <a:r>
              <a:rPr lang="en-GB" sz="1000" b="0" noProof="1">
                <a:solidFill>
                  <a:srgbClr val="0000FF"/>
                </a:solidFill>
                <a:effectLst/>
                <a:latin typeface="Menlo" panose="020B0609030804020204" pitchFamily="49" charset="0"/>
              </a:rPr>
              <a:t>"$doc"</a:t>
            </a:r>
            <a:r>
              <a:rPr lang="en-GB" sz="1000" b="0" noProof="1">
                <a:solidFill>
                  <a:srgbClr val="3B3B3B"/>
                </a:solidFill>
                <a:effectLst/>
                <a:latin typeface="Menlo" panose="020B0609030804020204" pitchFamily="49" charset="0"/>
              </a:rPr>
              <a:t> </a:t>
            </a:r>
            <a:r>
              <a:rPr lang="en-GB" sz="1000" b="0" noProof="1">
                <a:solidFill>
                  <a:srgbClr val="800000"/>
                </a:solidFill>
                <a:effectLst/>
                <a:latin typeface="Menlo" panose="020B0609030804020204" pitchFamily="49" charset="0"/>
              </a:rPr>
              <a:t>/&gt;</a:t>
            </a:r>
            <a:r>
              <a:rPr lang="en-GB" sz="1000" b="0" noProof="1">
                <a:solidFill>
                  <a:srgbClr val="3B3B3B"/>
                </a:solidFill>
                <a:effectLst/>
                <a:latin typeface="Menlo" panose="020B0609030804020204" pitchFamily="49" charset="0"/>
              </a:rPr>
              <a:t>' is not a ClassString, and there is no reference to a Class.</a:t>
            </a:r>
          </a:p>
          <a:p>
            <a:pPr defTabSz="554400">
              <a:lnSpc>
                <a:spcPts val="1350"/>
              </a:lnSpc>
              <a:buNone/>
            </a:pPr>
            <a:r>
              <a:rPr lang="en-GB" sz="1000" noProof="1">
                <a:solidFill>
                  <a:srgbClr val="3B3B3B"/>
                </a:solidFill>
                <a:latin typeface="Menlo" panose="020B0609030804020204" pitchFamily="49" charset="0"/>
              </a:rPr>
              <a:t>		</a:t>
            </a:r>
            <a:r>
              <a:rPr lang="en-GB" sz="1000" b="0" noProof="1">
                <a:solidFill>
                  <a:srgbClr val="800000"/>
                </a:solidFill>
                <a:effectLst/>
                <a:latin typeface="Menlo" panose="020B0609030804020204" pitchFamily="49" charset="0"/>
              </a:rPr>
              <a:t>&lt;/sch:report&gt;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	&lt;/sch:rule&gt;</a:t>
            </a:r>
            <a:endParaRPr lang="en-GB" sz="1000" b="0" noProof="1">
              <a:solidFill>
                <a:srgbClr val="3B3B3B"/>
              </a:solidFill>
              <a:effectLst/>
              <a:latin typeface="Menlo" panose="020B0609030804020204" pitchFamily="49" charset="0"/>
            </a:endParaRPr>
          </a:p>
          <a:p>
            <a:pPr defTabSz="554400">
              <a:lnSpc>
                <a:spcPts val="1350"/>
              </a:lnSpc>
              <a:buNone/>
            </a:pPr>
            <a:r>
              <a:rPr lang="en-GB" sz="1000" b="0" noProof="1">
                <a:solidFill>
                  <a:srgbClr val="800000"/>
                </a:solidFill>
                <a:effectLst/>
                <a:latin typeface="Menlo" panose="020B0609030804020204" pitchFamily="49" charset="0"/>
              </a:rPr>
              <a:t>&lt;/sch:pattern&gt;</a:t>
            </a:r>
            <a:endParaRPr lang="en-GB" sz="1000" b="0" noProof="1">
              <a:solidFill>
                <a:srgbClr val="3B3B3B"/>
              </a:solidFill>
              <a:effectLst/>
              <a:latin typeface="Menlo" panose="020B0609030804020204" pitchFamily="49" charset="0"/>
            </a:endParaRPr>
          </a:p>
        </p:txBody>
      </p:sp>
      <p:sp>
        <p:nvSpPr>
          <p:cNvPr id="13" name="TextBox 12">
            <a:extLst>
              <a:ext uri="{FF2B5EF4-FFF2-40B4-BE49-F238E27FC236}">
                <a16:creationId xmlns:a16="http://schemas.microsoft.com/office/drawing/2014/main" id="{AEBF3153-C4BA-2E90-A89E-40B146A8B2F7}"/>
              </a:ext>
            </a:extLst>
          </p:cNvPr>
          <p:cNvSpPr txBox="1"/>
          <p:nvPr/>
        </p:nvSpPr>
        <p:spPr>
          <a:xfrm>
            <a:off x="7629896" y="4791694"/>
            <a:ext cx="65" cy="138499"/>
          </a:xfrm>
          <a:prstGeom prst="rect">
            <a:avLst/>
          </a:prstGeom>
          <a:solidFill>
            <a:schemeClr val="bg1"/>
          </a:solidFill>
        </p:spPr>
        <p:txBody>
          <a:bodyPr wrap="none" lIns="0" tIns="0" rIns="0" bIns="0" rtlCol="0">
            <a:spAutoFit/>
          </a:bodyPr>
          <a:lstStyle/>
          <a:p>
            <a:endParaRPr lang="en-GB" sz="900" dirty="0"/>
          </a:p>
        </p:txBody>
      </p:sp>
    </p:spTree>
    <p:extLst>
      <p:ext uri="{BB962C8B-B14F-4D97-AF65-F5344CB8AC3E}">
        <p14:creationId xmlns:p14="http://schemas.microsoft.com/office/powerpoint/2010/main" val="3284623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D217-527C-C5DB-2594-279F73C1027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CB45C0A-6387-3B7D-86B4-43E473BF4193}"/>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0EB04178-9BA2-3BC6-A8E4-12C0DF0D0DE6}"/>
              </a:ext>
            </a:extLst>
          </p:cNvPr>
          <p:cNvSpPr>
            <a:spLocks noGrp="1"/>
          </p:cNvSpPr>
          <p:nvPr>
            <p:ph type="sldNum" sz="quarter" idx="11"/>
          </p:nvPr>
        </p:nvSpPr>
        <p:spPr/>
        <p:txBody>
          <a:bodyPr/>
          <a:lstStyle/>
          <a:p>
            <a:fld id="{F50FD2C4-56EC-4F07-B0B8-CEAC86EF6E31}" type="slidenum">
              <a:rPr lang="en-US" noProof="0" smtClean="0"/>
              <a:pPr/>
              <a:t>8</a:t>
            </a:fld>
            <a:endParaRPr lang="en-US" noProof="0"/>
          </a:p>
        </p:txBody>
      </p:sp>
      <p:sp>
        <p:nvSpPr>
          <p:cNvPr id="11" name="Text Placeholder 10">
            <a:extLst>
              <a:ext uri="{FF2B5EF4-FFF2-40B4-BE49-F238E27FC236}">
                <a16:creationId xmlns:a16="http://schemas.microsoft.com/office/drawing/2014/main" id="{0DCD37F8-DB8C-4C54-E92C-077D6CFDE8F4}"/>
              </a:ext>
            </a:extLst>
          </p:cNvPr>
          <p:cNvSpPr>
            <a:spLocks noGrp="1"/>
          </p:cNvSpPr>
          <p:nvPr>
            <p:ph type="body" sz="quarter" idx="16"/>
          </p:nvPr>
        </p:nvSpPr>
        <p:spPr/>
        <p:txBody>
          <a:bodyPr/>
          <a:lstStyle/>
          <a:p>
            <a:r>
              <a:rPr lang="en-GB" noProof="1"/>
              <a:t>Example of AP242 PDM-IF rule</a:t>
            </a:r>
          </a:p>
        </p:txBody>
      </p:sp>
      <p:sp>
        <p:nvSpPr>
          <p:cNvPr id="6" name="TextBox 5">
            <a:extLst>
              <a:ext uri="{FF2B5EF4-FFF2-40B4-BE49-F238E27FC236}">
                <a16:creationId xmlns:a16="http://schemas.microsoft.com/office/drawing/2014/main" id="{1B423D8B-983E-3263-FF27-894C2B1C81EB}"/>
              </a:ext>
            </a:extLst>
          </p:cNvPr>
          <p:cNvSpPr txBox="1"/>
          <p:nvPr/>
        </p:nvSpPr>
        <p:spPr>
          <a:xfrm>
            <a:off x="279070" y="2190997"/>
            <a:ext cx="65" cy="246221"/>
          </a:xfrm>
          <a:prstGeom prst="rect">
            <a:avLst/>
          </a:prstGeom>
          <a:solidFill>
            <a:schemeClr val="bg1"/>
          </a:solidFill>
        </p:spPr>
        <p:txBody>
          <a:bodyPr wrap="none" lIns="0" tIns="0" rIns="0" bIns="0" rtlCol="0">
            <a:spAutoFit/>
          </a:bodyPr>
          <a:lstStyle/>
          <a:p>
            <a:endParaRPr lang="en-GB" sz="1600" dirty="0"/>
          </a:p>
        </p:txBody>
      </p:sp>
      <p:sp>
        <p:nvSpPr>
          <p:cNvPr id="8" name="TextBox 7">
            <a:extLst>
              <a:ext uri="{FF2B5EF4-FFF2-40B4-BE49-F238E27FC236}">
                <a16:creationId xmlns:a16="http://schemas.microsoft.com/office/drawing/2014/main" id="{D169D195-8351-4CD3-8032-175F1BE4FE6D}"/>
              </a:ext>
            </a:extLst>
          </p:cNvPr>
          <p:cNvSpPr txBox="1"/>
          <p:nvPr/>
        </p:nvSpPr>
        <p:spPr>
          <a:xfrm>
            <a:off x="36273179" y="112816"/>
            <a:ext cx="65" cy="246221"/>
          </a:xfrm>
          <a:prstGeom prst="rect">
            <a:avLst/>
          </a:prstGeom>
          <a:solidFill>
            <a:schemeClr val="bg1"/>
          </a:solidFill>
        </p:spPr>
        <p:txBody>
          <a:bodyPr wrap="none" lIns="0" tIns="0" rIns="0" bIns="0" rtlCol="0">
            <a:spAutoFit/>
          </a:bodyPr>
          <a:lstStyle/>
          <a:p>
            <a:endParaRPr lang="en-GB" sz="1600" dirty="0"/>
          </a:p>
        </p:txBody>
      </p:sp>
      <p:sp>
        <p:nvSpPr>
          <p:cNvPr id="12" name="TextBox 11">
            <a:extLst>
              <a:ext uri="{FF2B5EF4-FFF2-40B4-BE49-F238E27FC236}">
                <a16:creationId xmlns:a16="http://schemas.microsoft.com/office/drawing/2014/main" id="{7C1FBACD-F3AB-7741-E107-4E743015E404}"/>
              </a:ext>
            </a:extLst>
          </p:cNvPr>
          <p:cNvSpPr txBox="1"/>
          <p:nvPr/>
        </p:nvSpPr>
        <p:spPr>
          <a:xfrm>
            <a:off x="540006" y="1673196"/>
            <a:ext cx="10520738" cy="4288931"/>
          </a:xfrm>
          <a:prstGeom prst="rect">
            <a:avLst/>
          </a:prstGeom>
          <a:solidFill>
            <a:schemeClr val="bg1">
              <a:alpha val="46645"/>
            </a:schemeClr>
          </a:solidFill>
        </p:spPr>
        <p:txBody>
          <a:bodyPr wrap="square" lIns="0" tIns="0" rIns="0" bIns="0" rtlCol="0">
            <a:spAutoFit/>
          </a:bodyPr>
          <a:lstStyle/>
          <a:p>
            <a:pPr defTabSz="360000">
              <a:lnSpc>
                <a:spcPts val="1350"/>
              </a:lnSpc>
              <a:buNone/>
            </a:pPr>
            <a:r>
              <a:rPr lang="en-GB" sz="800" b="0" noProof="1">
                <a:solidFill>
                  <a:srgbClr val="800000"/>
                </a:solidFill>
                <a:effectLst/>
                <a:latin typeface="Menlo" panose="020B0609030804020204" pitchFamily="49" charset="0"/>
              </a:rPr>
              <a:t>&lt;sch:pattern</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id</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"002_Template_Identifier"</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a:t>
            </a:r>
            <a:r>
              <a:rPr lang="en-GB" sz="800" b="0" noProof="1">
                <a:solidFill>
                  <a:srgbClr val="008000"/>
                </a:solidFill>
                <a:effectLst/>
                <a:latin typeface="Menlo" panose="020B0609030804020204" pitchFamily="49" charset="0"/>
              </a:rPr>
              <a:t>&lt;!-- 4.6.6 RP PDM-IF PAS – Template Identifier --&gt;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&lt;sch:rule</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context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"//Id/Identifier"</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a:t>
            </a:r>
          </a:p>
          <a:p>
            <a:pPr defTabSz="360000">
              <a:lnSpc>
                <a:spcPts val="1350"/>
              </a:lnSpc>
              <a:buNone/>
            </a:pPr>
            <a:r>
              <a:rPr lang="en-GB" sz="800" b="0" noProof="1">
                <a:solidFill>
                  <a:srgbClr val="800000"/>
                </a:solidFill>
                <a:effectLst/>
                <a:latin typeface="Menlo" panose="020B0609030804020204" pitchFamily="49" charset="0"/>
              </a:rPr>
              <a:t>		&lt;sch:let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name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value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&lt;sch:let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name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"role"</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value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"@idRoleRef"</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&lt;sch:let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name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"context"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value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"@idContextRef"</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&lt;sch:let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name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"class"</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value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"//Class[@uid = $role]/Id/@id"</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&lt;sch:assert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test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"count(//Id/Identifier[@id=$id and @idRoleRef=$role and @idContextRef=$context]) = 1"</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3B3B3B"/>
                </a:solidFill>
                <a:effectLst/>
                <a:latin typeface="Menlo" panose="020B0609030804020204" pitchFamily="49" charset="0"/>
              </a:rPr>
              <a:t>			The trio identifier/role/context is not unique for id '</a:t>
            </a:r>
            <a:r>
              <a:rPr lang="en-GB" sz="800" b="0" noProof="1">
                <a:solidFill>
                  <a:srgbClr val="800000"/>
                </a:solidFill>
                <a:effectLst/>
                <a:latin typeface="Menlo" panose="020B0609030804020204" pitchFamily="49" charset="0"/>
              </a:rPr>
              <a:t>&lt;sch:value-of</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select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"$id"</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role </a:t>
            </a:r>
            <a:r>
              <a:rPr lang="en-GB" sz="800" b="0" noProof="1">
                <a:solidFill>
                  <a:srgbClr val="800000"/>
                </a:solidFill>
                <a:effectLst/>
                <a:latin typeface="Menlo" panose="020B0609030804020204" pitchFamily="49" charset="0"/>
              </a:rPr>
              <a:t>&lt;sch:value-of</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select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"$role"</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and context '</a:t>
            </a:r>
            <a:r>
              <a:rPr lang="en-GB" sz="800" b="0" noProof="1">
                <a:solidFill>
                  <a:srgbClr val="800000"/>
                </a:solidFill>
                <a:effectLst/>
                <a:latin typeface="Menlo" panose="020B0609030804020204" pitchFamily="49" charset="0"/>
              </a:rPr>
              <a:t>&lt;sch:value-of</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select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"$context"</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a:t>
            </a:r>
          </a:p>
          <a:p>
            <a:pPr defTabSz="360000">
              <a:lnSpc>
                <a:spcPts val="1350"/>
              </a:lnSpc>
              <a:buNone/>
            </a:pPr>
            <a:r>
              <a:rPr lang="en-GB" sz="800" b="0" noProof="1">
                <a:solidFill>
                  <a:srgbClr val="800000"/>
                </a:solidFill>
                <a:effectLst/>
                <a:latin typeface="Menlo" panose="020B0609030804020204" pitchFamily="49" charset="0"/>
              </a:rPr>
              <a:t>		&lt;/sch:assert&gt;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&lt;sch:assert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test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"matches($role,'identification information') or matches($role,'exchange identification information') or matches($class,'identification information') or matches($class,'exchange identification information')"</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a:t>
            </a:r>
          </a:p>
          <a:p>
            <a:pPr defTabSz="360000">
              <a:lnSpc>
                <a:spcPts val="1350"/>
              </a:lnSpc>
              <a:buNone/>
            </a:pPr>
            <a:r>
              <a:rPr lang="en-GB" sz="800" noProof="1">
                <a:solidFill>
                  <a:srgbClr val="3B3B3B"/>
                </a:solidFill>
                <a:latin typeface="Menlo" panose="020B0609030804020204" pitchFamily="49" charset="0"/>
              </a:rPr>
              <a:t>			</a:t>
            </a:r>
            <a:r>
              <a:rPr lang="en-GB" sz="800" b="0" noProof="1">
                <a:solidFill>
                  <a:srgbClr val="3B3B3B"/>
                </a:solidFill>
                <a:effectLst/>
                <a:latin typeface="Menlo" panose="020B0609030804020204" pitchFamily="49" charset="0"/>
              </a:rPr>
              <a:t>The idRoleRef should be 'identification information' or 'exchange identification information' or a uidRef reference to a Class which declared Id.id attribute as the idRoleRef.</a:t>
            </a:r>
          </a:p>
          <a:p>
            <a:pPr defTabSz="360000">
              <a:lnSpc>
                <a:spcPts val="1350"/>
              </a:lnSpc>
              <a:buNone/>
            </a:pPr>
            <a:r>
              <a:rPr lang="en-GB" sz="800" b="0" noProof="1">
                <a:solidFill>
                  <a:srgbClr val="800000"/>
                </a:solidFill>
                <a:effectLst/>
                <a:latin typeface="Menlo" panose="020B0609030804020204" pitchFamily="49" charset="0"/>
              </a:rPr>
              <a:t>		&lt;/sch:assert&gt;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&lt;sch:assert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test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"not(../@id and ../Id/Identifier/@id)"</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The identifiers are mixed.</a:t>
            </a:r>
            <a:r>
              <a:rPr lang="en-GB" sz="800" b="0" noProof="1">
                <a:solidFill>
                  <a:srgbClr val="800000"/>
                </a:solidFill>
                <a:effectLst/>
                <a:latin typeface="Menlo" panose="020B0609030804020204" pitchFamily="49" charset="0"/>
              </a:rPr>
              <a:t>&lt;/sch:assert&gt;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&lt;sch:assert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test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"not(../Id/@id = $id)"</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It is not recommended to duplicate the identification in the Id.id attribute and in the Identifier.id attribute. </a:t>
            </a:r>
          </a:p>
          <a:p>
            <a:pPr defTabSz="360000">
              <a:lnSpc>
                <a:spcPts val="1350"/>
              </a:lnSpc>
              <a:buNone/>
            </a:pPr>
            <a:r>
              <a:rPr lang="en-GB" sz="800" b="0" noProof="1">
                <a:solidFill>
                  <a:srgbClr val="3B3B3B"/>
                </a:solidFill>
                <a:effectLst/>
                <a:latin typeface="Menlo" panose="020B0609030804020204" pitchFamily="49" charset="0"/>
              </a:rPr>
              <a:t>Moreover, it is not recommended to use Id.id, it shall only be used in special cases like Organization.Id.</a:t>
            </a:r>
          </a:p>
          <a:p>
            <a:pPr defTabSz="360000">
              <a:lnSpc>
                <a:spcPts val="1350"/>
              </a:lnSpc>
              <a:buNone/>
            </a:pPr>
            <a:r>
              <a:rPr lang="en-GB" sz="800" b="0" noProof="1">
                <a:solidFill>
                  <a:srgbClr val="800000"/>
                </a:solidFill>
                <a:effectLst/>
                <a:latin typeface="Menlo" panose="020B0609030804020204" pitchFamily="49" charset="0"/>
              </a:rPr>
              <a:t>		&lt;/sch:assert&gt;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&lt;sch:assert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test</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"count(../Identifier[@idRoleRef=$role]) = 1 or $class!='exchange identification information’”</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3B3B3B"/>
                </a:solidFill>
                <a:effectLst/>
                <a:latin typeface="Menlo" panose="020B0609030804020204" pitchFamily="49" charset="0"/>
              </a:rPr>
              <a:t>			If an object has multiple identifiers, one and only one should have the role ‘exchange identification information’. </a:t>
            </a:r>
          </a:p>
          <a:p>
            <a:pPr defTabSz="360000">
              <a:lnSpc>
                <a:spcPts val="1350"/>
              </a:lnSpc>
              <a:buNone/>
            </a:pPr>
            <a:r>
              <a:rPr lang="en-GB" sz="800" b="0" noProof="1">
                <a:solidFill>
                  <a:srgbClr val="800000"/>
                </a:solidFill>
                <a:effectLst/>
                <a:latin typeface="Menlo" panose="020B0609030804020204" pitchFamily="49" charset="0"/>
              </a:rPr>
              <a:t>		&lt;/sch:assert&gt;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	&lt;/sch:rule&gt;</a:t>
            </a:r>
            <a:endParaRPr lang="en-GB" sz="800" b="0" noProof="1">
              <a:solidFill>
                <a:srgbClr val="3B3B3B"/>
              </a:solidFill>
              <a:effectLst/>
              <a:latin typeface="Menlo" panose="020B0609030804020204" pitchFamily="49" charset="0"/>
            </a:endParaRPr>
          </a:p>
          <a:p>
            <a:pPr defTabSz="360000">
              <a:lnSpc>
                <a:spcPts val="1350"/>
              </a:lnSpc>
              <a:buNone/>
            </a:pPr>
            <a:r>
              <a:rPr lang="en-GB" sz="800" b="0" noProof="1">
                <a:solidFill>
                  <a:srgbClr val="800000"/>
                </a:solidFill>
                <a:effectLst/>
                <a:latin typeface="Menlo" panose="020B0609030804020204" pitchFamily="49" charset="0"/>
              </a:rPr>
              <a:t>&lt;/sch:pattern&gt;</a:t>
            </a:r>
            <a:endParaRPr lang="en-GB" sz="800" b="0" noProof="1">
              <a:solidFill>
                <a:srgbClr val="3B3B3B"/>
              </a:solidFill>
              <a:effectLst/>
              <a:latin typeface="Menlo" panose="020B0609030804020204" pitchFamily="49" charset="0"/>
            </a:endParaRPr>
          </a:p>
        </p:txBody>
      </p:sp>
      <p:sp>
        <p:nvSpPr>
          <p:cNvPr id="13" name="TextBox 12">
            <a:extLst>
              <a:ext uri="{FF2B5EF4-FFF2-40B4-BE49-F238E27FC236}">
                <a16:creationId xmlns:a16="http://schemas.microsoft.com/office/drawing/2014/main" id="{F3B94C8F-3ADD-B906-165A-E6B24BF191D2}"/>
              </a:ext>
            </a:extLst>
          </p:cNvPr>
          <p:cNvSpPr txBox="1"/>
          <p:nvPr/>
        </p:nvSpPr>
        <p:spPr>
          <a:xfrm>
            <a:off x="7629896" y="4791694"/>
            <a:ext cx="65" cy="138499"/>
          </a:xfrm>
          <a:prstGeom prst="rect">
            <a:avLst/>
          </a:prstGeom>
          <a:solidFill>
            <a:schemeClr val="bg1"/>
          </a:solidFill>
        </p:spPr>
        <p:txBody>
          <a:bodyPr wrap="none" lIns="0" tIns="0" rIns="0" bIns="0" rtlCol="0">
            <a:spAutoFit/>
          </a:bodyPr>
          <a:lstStyle/>
          <a:p>
            <a:endParaRPr lang="en-GB" sz="900" dirty="0"/>
          </a:p>
        </p:txBody>
      </p:sp>
    </p:spTree>
    <p:extLst>
      <p:ext uri="{BB962C8B-B14F-4D97-AF65-F5344CB8AC3E}">
        <p14:creationId xmlns:p14="http://schemas.microsoft.com/office/powerpoint/2010/main" val="2828028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3875A-4375-748C-7B2D-527A686CA5B2}"/>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66F3D8CF-EF2D-E008-BCA4-37AC857218B7}"/>
              </a:ext>
            </a:extLst>
          </p:cNvPr>
          <p:cNvSpPr>
            <a:spLocks noGrp="1"/>
          </p:cNvSpPr>
          <p:nvPr>
            <p:ph type="sldNum" sz="quarter" idx="11"/>
          </p:nvPr>
        </p:nvSpPr>
        <p:spPr/>
        <p:txBody>
          <a:bodyPr/>
          <a:lstStyle/>
          <a:p>
            <a:fld id="{F50FD2C4-56EC-4F07-B0B8-CEAC86EF6E31}" type="slidenum">
              <a:rPr lang="en-US" noProof="0" smtClean="0"/>
              <a:pPr/>
              <a:t>9</a:t>
            </a:fld>
            <a:endParaRPr lang="en-US" noProof="0"/>
          </a:p>
        </p:txBody>
      </p:sp>
      <p:sp>
        <p:nvSpPr>
          <p:cNvPr id="4" name="Text Placeholder 3">
            <a:extLst>
              <a:ext uri="{FF2B5EF4-FFF2-40B4-BE49-F238E27FC236}">
                <a16:creationId xmlns:a16="http://schemas.microsoft.com/office/drawing/2014/main" id="{BAEC1A3E-6EEF-DFE3-B907-962C007905D0}"/>
              </a:ext>
            </a:extLst>
          </p:cNvPr>
          <p:cNvSpPr>
            <a:spLocks noGrp="1"/>
          </p:cNvSpPr>
          <p:nvPr>
            <p:ph type="body" sz="quarter" idx="16"/>
          </p:nvPr>
        </p:nvSpPr>
        <p:spPr/>
        <p:txBody>
          <a:bodyPr/>
          <a:lstStyle/>
          <a:p>
            <a:r>
              <a:rPr lang="en-GB" dirty="0"/>
              <a:t>Example of reports</a:t>
            </a:r>
          </a:p>
        </p:txBody>
      </p:sp>
      <p:pic>
        <p:nvPicPr>
          <p:cNvPr id="5" name="Picture 4">
            <a:extLst>
              <a:ext uri="{FF2B5EF4-FFF2-40B4-BE49-F238E27FC236}">
                <a16:creationId xmlns:a16="http://schemas.microsoft.com/office/drawing/2014/main" id="{C8862875-D162-85A2-0784-D5D82B725ED2}"/>
              </a:ext>
            </a:extLst>
          </p:cNvPr>
          <p:cNvPicPr>
            <a:picLocks noChangeAspect="1"/>
          </p:cNvPicPr>
          <p:nvPr/>
        </p:nvPicPr>
        <p:blipFill>
          <a:blip r:embed="rId2"/>
          <a:stretch>
            <a:fillRect/>
          </a:stretch>
        </p:blipFill>
        <p:spPr>
          <a:xfrm>
            <a:off x="486888" y="1566000"/>
            <a:ext cx="7398799" cy="4467919"/>
          </a:xfrm>
          <a:prstGeom prst="rect">
            <a:avLst/>
          </a:prstGeom>
        </p:spPr>
      </p:pic>
    </p:spTree>
    <p:extLst>
      <p:ext uri="{BB962C8B-B14F-4D97-AF65-F5344CB8AC3E}">
        <p14:creationId xmlns:p14="http://schemas.microsoft.com/office/powerpoint/2010/main" val="218941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3300-EAE5-7C47-90CC-723F0455B1B8}"/>
              </a:ext>
            </a:extLst>
          </p:cNvPr>
          <p:cNvSpPr>
            <a:spLocks noGrp="1"/>
          </p:cNvSpPr>
          <p:nvPr>
            <p:ph type="title"/>
          </p:nvPr>
        </p:nvSpPr>
        <p:spPr>
          <a:xfrm>
            <a:off x="540071" y="493614"/>
            <a:ext cx="10607336" cy="1072386"/>
          </a:xfrm>
        </p:spPr>
        <p:txBody>
          <a:bodyPr/>
          <a:lstStyle/>
          <a:p>
            <a:r>
              <a:rPr lang="en-GB" dirty="0"/>
              <a:t>Schematron</a:t>
            </a:r>
          </a:p>
        </p:txBody>
      </p:sp>
      <p:sp>
        <p:nvSpPr>
          <p:cNvPr id="3" name="Slide Number Placeholder 2">
            <a:extLst>
              <a:ext uri="{FF2B5EF4-FFF2-40B4-BE49-F238E27FC236}">
                <a16:creationId xmlns:a16="http://schemas.microsoft.com/office/drawing/2014/main" id="{906996D8-88FE-BB74-559E-F061C6AD7D6B}"/>
              </a:ext>
            </a:extLst>
          </p:cNvPr>
          <p:cNvSpPr>
            <a:spLocks noGrp="1"/>
          </p:cNvSpPr>
          <p:nvPr>
            <p:ph type="sldNum" sz="quarter" idx="11"/>
          </p:nvPr>
        </p:nvSpPr>
        <p:spPr>
          <a:xfrm>
            <a:off x="10353598" y="-5194"/>
            <a:ext cx="792103" cy="426393"/>
          </a:xfrm>
        </p:spPr>
        <p:txBody>
          <a:bodyPr/>
          <a:lstStyle/>
          <a:p>
            <a:fld id="{F50FD2C4-56EC-4F07-B0B8-CEAC86EF6E31}" type="slidenum">
              <a:rPr lang="en-US" noProof="0" smtClean="0"/>
              <a:pPr/>
              <a:t>10</a:t>
            </a:fld>
            <a:endParaRPr lang="en-US" noProof="0"/>
          </a:p>
        </p:txBody>
      </p:sp>
      <p:sp>
        <p:nvSpPr>
          <p:cNvPr id="4" name="Text Placeholder 3">
            <a:extLst>
              <a:ext uri="{FF2B5EF4-FFF2-40B4-BE49-F238E27FC236}">
                <a16:creationId xmlns:a16="http://schemas.microsoft.com/office/drawing/2014/main" id="{0FBEB23D-32A6-A7E3-3E10-61C7C94470C0}"/>
              </a:ext>
            </a:extLst>
          </p:cNvPr>
          <p:cNvSpPr>
            <a:spLocks noGrp="1"/>
          </p:cNvSpPr>
          <p:nvPr>
            <p:ph type="body" sz="quarter" idx="16"/>
          </p:nvPr>
        </p:nvSpPr>
        <p:spPr>
          <a:xfrm>
            <a:off x="540070" y="1029150"/>
            <a:ext cx="10798348" cy="540000"/>
          </a:xfrm>
        </p:spPr>
        <p:txBody>
          <a:bodyPr/>
          <a:lstStyle/>
          <a:p>
            <a:r>
              <a:rPr lang="en-US" dirty="0"/>
              <a:t>Script chain (with examples from STEP AP242 projects)</a:t>
            </a:r>
            <a:endParaRPr lang="en-GB" dirty="0"/>
          </a:p>
        </p:txBody>
      </p:sp>
      <p:sp>
        <p:nvSpPr>
          <p:cNvPr id="55" name="Espace réservé du contenu 2">
            <a:extLst>
              <a:ext uri="{FF2B5EF4-FFF2-40B4-BE49-F238E27FC236}">
                <a16:creationId xmlns:a16="http://schemas.microsoft.com/office/drawing/2014/main" id="{D3109A42-0835-A465-A833-E09AA42DF3D0}"/>
              </a:ext>
            </a:extLst>
          </p:cNvPr>
          <p:cNvSpPr txBox="1">
            <a:spLocks/>
          </p:cNvSpPr>
          <p:nvPr/>
        </p:nvSpPr>
        <p:spPr>
          <a:xfrm>
            <a:off x="-161925" y="1232114"/>
            <a:ext cx="10515600" cy="4713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Ø"/>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ü"/>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Ø"/>
              <a:tabLst/>
              <a:defRPr/>
            </a:pPr>
            <a:endParaRPr kumimoji="0" lang="en-GB" sz="20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7" name="Flèche : droite 10">
            <a:extLst>
              <a:ext uri="{FF2B5EF4-FFF2-40B4-BE49-F238E27FC236}">
                <a16:creationId xmlns:a16="http://schemas.microsoft.com/office/drawing/2014/main" id="{1D4880A0-2555-0706-8626-E40A46E23950}"/>
              </a:ext>
            </a:extLst>
          </p:cNvPr>
          <p:cNvSpPr/>
          <p:nvPr/>
        </p:nvSpPr>
        <p:spPr>
          <a:xfrm>
            <a:off x="3447985" y="3588279"/>
            <a:ext cx="1242270" cy="400110"/>
          </a:xfrm>
          <a:prstGeom prst="rightArrow">
            <a:avLst/>
          </a:prstGeom>
          <a:solidFill>
            <a:sysClr val="window" lastClr="FFFFFF">
              <a:lumMod val="75000"/>
            </a:sysClr>
          </a:solidFill>
          <a:ln w="1270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58" name="Groupe 12">
            <a:extLst>
              <a:ext uri="{FF2B5EF4-FFF2-40B4-BE49-F238E27FC236}">
                <a16:creationId xmlns:a16="http://schemas.microsoft.com/office/drawing/2014/main" id="{3E5B9692-DE51-D669-46B1-B480DED74B91}"/>
              </a:ext>
            </a:extLst>
          </p:cNvPr>
          <p:cNvGrpSpPr/>
          <p:nvPr/>
        </p:nvGrpSpPr>
        <p:grpSpPr>
          <a:xfrm>
            <a:off x="2389884" y="3089850"/>
            <a:ext cx="1043018" cy="1153690"/>
            <a:chOff x="8519168" y="1644015"/>
            <a:chExt cx="1428750" cy="1428750"/>
          </a:xfrm>
        </p:grpSpPr>
        <p:pic>
          <p:nvPicPr>
            <p:cNvPr id="59" name="Image 6">
              <a:extLst>
                <a:ext uri="{FF2B5EF4-FFF2-40B4-BE49-F238E27FC236}">
                  <a16:creationId xmlns:a16="http://schemas.microsoft.com/office/drawing/2014/main" id="{B597CE2E-79E8-2478-8AB0-AFE44A9F33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9168" y="1644015"/>
              <a:ext cx="1428750" cy="1428750"/>
            </a:xfrm>
            <a:prstGeom prst="rect">
              <a:avLst/>
            </a:prstGeom>
          </p:spPr>
        </p:pic>
        <p:sp>
          <p:nvSpPr>
            <p:cNvPr id="60" name="ZoneTexte 20">
              <a:extLst>
                <a:ext uri="{FF2B5EF4-FFF2-40B4-BE49-F238E27FC236}">
                  <a16:creationId xmlns:a16="http://schemas.microsoft.com/office/drawing/2014/main" id="{76E347E3-76E3-13B8-E3ED-F1C0DE743A1D}"/>
                </a:ext>
              </a:extLst>
            </p:cNvPr>
            <p:cNvSpPr txBox="1"/>
            <p:nvPr/>
          </p:nvSpPr>
          <p:spPr>
            <a:xfrm>
              <a:off x="8645232" y="1701165"/>
              <a:ext cx="1003301" cy="246221"/>
            </a:xfrm>
            <a:prstGeom prst="rect">
              <a:avLst/>
            </a:prstGeom>
            <a:noFill/>
          </p:spPr>
          <p:txBody>
            <a:bodyPr wrap="square" rtlCol="0">
              <a:spAutoFit/>
            </a:bodyPr>
            <a:lstStyle/>
            <a:p>
              <a:r>
                <a:rPr lang="en-GB" sz="1000" b="1">
                  <a:solidFill>
                    <a:prstClr val="black"/>
                  </a:solidFill>
                  <a:latin typeface="Calibri" panose="020F0502020204030204"/>
                </a:rPr>
                <a:t>SCH</a:t>
              </a:r>
            </a:p>
          </p:txBody>
        </p:sp>
      </p:grpSp>
      <p:sp>
        <p:nvSpPr>
          <p:cNvPr id="61" name="Bulle narrative : rectangle à coins arrondis 26">
            <a:extLst>
              <a:ext uri="{FF2B5EF4-FFF2-40B4-BE49-F238E27FC236}">
                <a16:creationId xmlns:a16="http://schemas.microsoft.com/office/drawing/2014/main" id="{6111E11B-42EA-F3F0-BE7A-5789530F3A51}"/>
              </a:ext>
            </a:extLst>
          </p:cNvPr>
          <p:cNvSpPr/>
          <p:nvPr/>
        </p:nvSpPr>
        <p:spPr>
          <a:xfrm>
            <a:off x="5578126" y="2311661"/>
            <a:ext cx="1588986" cy="778189"/>
          </a:xfrm>
          <a:prstGeom prst="wedgeRoundRectCallout">
            <a:avLst>
              <a:gd name="adj1" fmla="val -80225"/>
              <a:gd name="adj2" fmla="val 74748"/>
              <a:gd name="adj3" fmla="val 16667"/>
            </a:avLst>
          </a:prstGeom>
          <a:no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chemeClr val="bg1">
                    <a:lumMod val="50000"/>
                  </a:schemeClr>
                </a:solidFill>
                <a:effectLst/>
                <a:uLnTx/>
                <a:uFillTx/>
                <a:latin typeface="Calibri" panose="020F0502020204030204"/>
                <a:ea typeface="+mn-ea"/>
                <a:cs typeface="+mn-cs"/>
              </a:rPr>
              <a:t>XSL version of Schematron</a:t>
            </a:r>
          </a:p>
        </p:txBody>
      </p:sp>
      <p:grpSp>
        <p:nvGrpSpPr>
          <p:cNvPr id="62" name="Groupe 29">
            <a:extLst>
              <a:ext uri="{FF2B5EF4-FFF2-40B4-BE49-F238E27FC236}">
                <a16:creationId xmlns:a16="http://schemas.microsoft.com/office/drawing/2014/main" id="{BD57557C-1DF0-E03F-9854-9BC654B2A488}"/>
              </a:ext>
            </a:extLst>
          </p:cNvPr>
          <p:cNvGrpSpPr/>
          <p:nvPr/>
        </p:nvGrpSpPr>
        <p:grpSpPr>
          <a:xfrm>
            <a:off x="5820423" y="4852839"/>
            <a:ext cx="1040184" cy="1034656"/>
            <a:chOff x="8162075" y="5019013"/>
            <a:chExt cx="1428750" cy="1428750"/>
          </a:xfrm>
        </p:grpSpPr>
        <p:pic>
          <p:nvPicPr>
            <p:cNvPr id="63" name="Image 30">
              <a:extLst>
                <a:ext uri="{FF2B5EF4-FFF2-40B4-BE49-F238E27FC236}">
                  <a16:creationId xmlns:a16="http://schemas.microsoft.com/office/drawing/2014/main" id="{48222FCD-345E-7ECE-19D9-EBE6281CDE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64" name="ZoneTexte 31">
              <a:extLst>
                <a:ext uri="{FF2B5EF4-FFF2-40B4-BE49-F238E27FC236}">
                  <a16:creationId xmlns:a16="http://schemas.microsoft.com/office/drawing/2014/main" id="{5433B380-5270-B3C3-9EC2-3481BDABD25B}"/>
                </a:ext>
              </a:extLst>
            </p:cNvPr>
            <p:cNvSpPr txBox="1"/>
            <p:nvPr/>
          </p:nvSpPr>
          <p:spPr>
            <a:xfrm>
              <a:off x="8288139" y="5076163"/>
              <a:ext cx="1003301" cy="246221"/>
            </a:xfrm>
            <a:prstGeom prst="rect">
              <a:avLst/>
            </a:prstGeom>
            <a:noFill/>
          </p:spPr>
          <p:txBody>
            <a:bodyPr wrap="square" rtlCol="0">
              <a:spAutoFit/>
            </a:bodyPr>
            <a:lstStyle/>
            <a:p>
              <a:r>
                <a:rPr lang="en-GB" sz="1000" b="1">
                  <a:solidFill>
                    <a:prstClr val="black"/>
                  </a:solidFill>
                  <a:latin typeface="Calibri" panose="020F0502020204030204"/>
                </a:rPr>
                <a:t>SVRL</a:t>
              </a:r>
            </a:p>
          </p:txBody>
        </p:sp>
      </p:grpSp>
      <p:sp>
        <p:nvSpPr>
          <p:cNvPr id="65" name="Flèche : droite 27">
            <a:extLst>
              <a:ext uri="{FF2B5EF4-FFF2-40B4-BE49-F238E27FC236}">
                <a16:creationId xmlns:a16="http://schemas.microsoft.com/office/drawing/2014/main" id="{DA014649-F072-B529-DBF5-85A7C0A86B3D}"/>
              </a:ext>
            </a:extLst>
          </p:cNvPr>
          <p:cNvSpPr/>
          <p:nvPr/>
        </p:nvSpPr>
        <p:spPr>
          <a:xfrm rot="5400000">
            <a:off x="4653986" y="4521208"/>
            <a:ext cx="940885"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Flèche : droite 33">
            <a:extLst>
              <a:ext uri="{FF2B5EF4-FFF2-40B4-BE49-F238E27FC236}">
                <a16:creationId xmlns:a16="http://schemas.microsoft.com/office/drawing/2014/main" id="{16FB35AA-AB92-1DCD-2A76-0299F0FEC377}"/>
              </a:ext>
            </a:extLst>
          </p:cNvPr>
          <p:cNvSpPr/>
          <p:nvPr/>
        </p:nvSpPr>
        <p:spPr>
          <a:xfrm>
            <a:off x="1913876" y="5217761"/>
            <a:ext cx="3905723"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7" name="Groupe 34">
            <a:extLst>
              <a:ext uri="{FF2B5EF4-FFF2-40B4-BE49-F238E27FC236}">
                <a16:creationId xmlns:a16="http://schemas.microsoft.com/office/drawing/2014/main" id="{3C02A03A-4F04-847E-D8FF-FC59980920BF}"/>
              </a:ext>
            </a:extLst>
          </p:cNvPr>
          <p:cNvGrpSpPr/>
          <p:nvPr/>
        </p:nvGrpSpPr>
        <p:grpSpPr>
          <a:xfrm>
            <a:off x="471111" y="4672783"/>
            <a:ext cx="1428750" cy="1428750"/>
            <a:chOff x="8519168" y="1644015"/>
            <a:chExt cx="1428750" cy="1428750"/>
          </a:xfrm>
        </p:grpSpPr>
        <p:pic>
          <p:nvPicPr>
            <p:cNvPr id="68" name="Image 35">
              <a:extLst>
                <a:ext uri="{FF2B5EF4-FFF2-40B4-BE49-F238E27FC236}">
                  <a16:creationId xmlns:a16="http://schemas.microsoft.com/office/drawing/2014/main" id="{28B66189-8819-824B-70A5-918EC926A2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9168" y="1644015"/>
              <a:ext cx="1428750" cy="1428750"/>
            </a:xfrm>
            <a:prstGeom prst="rect">
              <a:avLst/>
            </a:prstGeom>
          </p:spPr>
        </p:pic>
        <p:sp>
          <p:nvSpPr>
            <p:cNvPr id="69" name="ZoneTexte 36">
              <a:extLst>
                <a:ext uri="{FF2B5EF4-FFF2-40B4-BE49-F238E27FC236}">
                  <a16:creationId xmlns:a16="http://schemas.microsoft.com/office/drawing/2014/main" id="{32EE4E06-DEDC-F2C2-FEF7-F3FB27C19B2D}"/>
                </a:ext>
              </a:extLst>
            </p:cNvPr>
            <p:cNvSpPr txBox="1"/>
            <p:nvPr/>
          </p:nvSpPr>
          <p:spPr>
            <a:xfrm>
              <a:off x="8645232" y="1701165"/>
              <a:ext cx="1003301" cy="246221"/>
            </a:xfrm>
            <a:prstGeom prst="rect">
              <a:avLst/>
            </a:prstGeom>
            <a:noFill/>
          </p:spPr>
          <p:txBody>
            <a:bodyPr wrap="square" rtlCol="0">
              <a:spAutoFit/>
            </a:bodyPr>
            <a:lstStyle/>
            <a:p>
              <a:r>
                <a:rPr lang="en-GB" sz="1000" b="1">
                  <a:solidFill>
                    <a:prstClr val="black"/>
                  </a:solidFill>
                  <a:latin typeface="Calibri" panose="020F0502020204030204"/>
                </a:rPr>
                <a:t>XML</a:t>
              </a:r>
            </a:p>
          </p:txBody>
        </p:sp>
      </p:grpSp>
      <p:sp>
        <p:nvSpPr>
          <p:cNvPr id="70" name="Flèche : droite 37">
            <a:extLst>
              <a:ext uri="{FF2B5EF4-FFF2-40B4-BE49-F238E27FC236}">
                <a16:creationId xmlns:a16="http://schemas.microsoft.com/office/drawing/2014/main" id="{C9121C01-C158-9527-66B1-AB6328F9CBCF}"/>
              </a:ext>
            </a:extLst>
          </p:cNvPr>
          <p:cNvSpPr/>
          <p:nvPr/>
        </p:nvSpPr>
        <p:spPr>
          <a:xfrm>
            <a:off x="6861431" y="5210994"/>
            <a:ext cx="1888371"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Flèche : droite 41">
            <a:extLst>
              <a:ext uri="{FF2B5EF4-FFF2-40B4-BE49-F238E27FC236}">
                <a16:creationId xmlns:a16="http://schemas.microsoft.com/office/drawing/2014/main" id="{65504E94-2A3D-7301-1FD9-0C6F68406E0D}"/>
              </a:ext>
            </a:extLst>
          </p:cNvPr>
          <p:cNvSpPr/>
          <p:nvPr/>
        </p:nvSpPr>
        <p:spPr>
          <a:xfrm rot="5400000">
            <a:off x="7156429" y="4523033"/>
            <a:ext cx="975811"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2" name="Groupe 42">
            <a:extLst>
              <a:ext uri="{FF2B5EF4-FFF2-40B4-BE49-F238E27FC236}">
                <a16:creationId xmlns:a16="http://schemas.microsoft.com/office/drawing/2014/main" id="{E0ADE4C7-6ADD-84F9-8E97-65E0F4B3BB83}"/>
              </a:ext>
            </a:extLst>
          </p:cNvPr>
          <p:cNvGrpSpPr/>
          <p:nvPr/>
        </p:nvGrpSpPr>
        <p:grpSpPr>
          <a:xfrm>
            <a:off x="8703983" y="4672783"/>
            <a:ext cx="1428750" cy="1428750"/>
            <a:chOff x="8162075" y="5019013"/>
            <a:chExt cx="1428750" cy="1428750"/>
          </a:xfrm>
        </p:grpSpPr>
        <p:pic>
          <p:nvPicPr>
            <p:cNvPr id="73" name="Image 43">
              <a:extLst>
                <a:ext uri="{FF2B5EF4-FFF2-40B4-BE49-F238E27FC236}">
                  <a16:creationId xmlns:a16="http://schemas.microsoft.com/office/drawing/2014/main" id="{6675AD35-83FA-2909-48A5-0966F80AA7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74" name="ZoneTexte 44">
              <a:extLst>
                <a:ext uri="{FF2B5EF4-FFF2-40B4-BE49-F238E27FC236}">
                  <a16:creationId xmlns:a16="http://schemas.microsoft.com/office/drawing/2014/main" id="{462FEA9D-4D34-4F4D-D85C-E5AF624BFB8F}"/>
                </a:ext>
              </a:extLst>
            </p:cNvPr>
            <p:cNvSpPr txBox="1"/>
            <p:nvPr/>
          </p:nvSpPr>
          <p:spPr>
            <a:xfrm>
              <a:off x="8288139" y="5076163"/>
              <a:ext cx="1003301" cy="246221"/>
            </a:xfrm>
            <a:prstGeom prst="rect">
              <a:avLst/>
            </a:prstGeom>
            <a:noFill/>
          </p:spPr>
          <p:txBody>
            <a:bodyPr wrap="square" rtlCol="0">
              <a:spAutoFit/>
            </a:bodyPr>
            <a:lstStyle/>
            <a:p>
              <a:r>
                <a:rPr lang="en-GB" sz="1000" b="1">
                  <a:solidFill>
                    <a:prstClr val="black"/>
                  </a:solidFill>
                  <a:latin typeface="Calibri" panose="020F0502020204030204"/>
                </a:rPr>
                <a:t>HTML</a:t>
              </a:r>
            </a:p>
          </p:txBody>
        </p:sp>
      </p:grpSp>
      <p:sp>
        <p:nvSpPr>
          <p:cNvPr id="75" name="Bulle narrative : rectangle à coins arrondis 45">
            <a:extLst>
              <a:ext uri="{FF2B5EF4-FFF2-40B4-BE49-F238E27FC236}">
                <a16:creationId xmlns:a16="http://schemas.microsoft.com/office/drawing/2014/main" id="{49CE068E-87B9-FFA5-F2AA-7A2CB7CFEFEB}"/>
              </a:ext>
            </a:extLst>
          </p:cNvPr>
          <p:cNvSpPr/>
          <p:nvPr/>
        </p:nvSpPr>
        <p:spPr>
          <a:xfrm>
            <a:off x="8136837" y="2526819"/>
            <a:ext cx="1828292" cy="563031"/>
          </a:xfrm>
          <a:prstGeom prst="wedgeRoundRectCallout">
            <a:avLst>
              <a:gd name="adj1" fmla="val -80225"/>
              <a:gd name="adj2" fmla="val 7474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dirty="0">
                <a:ln>
                  <a:noFill/>
                </a:ln>
                <a:solidFill>
                  <a:srgbClr val="4472C4"/>
                </a:solidFill>
                <a:effectLst/>
                <a:uLnTx/>
                <a:uFillTx/>
                <a:latin typeface="Calibri" panose="020F0502020204030204"/>
                <a:ea typeface="+mn-ea"/>
                <a:cs typeface="+mn-cs"/>
              </a:rPr>
              <a:t>Custom</a:t>
            </a: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 XSL for human-readable report generation</a:t>
            </a:r>
          </a:p>
        </p:txBody>
      </p:sp>
      <p:sp>
        <p:nvSpPr>
          <p:cNvPr id="76" name="Bulle narrative : rectangle à coins arrondis 46">
            <a:extLst>
              <a:ext uri="{FF2B5EF4-FFF2-40B4-BE49-F238E27FC236}">
                <a16:creationId xmlns:a16="http://schemas.microsoft.com/office/drawing/2014/main" id="{FF369D09-E4F5-6B9E-7870-DA35C468270C}"/>
              </a:ext>
            </a:extLst>
          </p:cNvPr>
          <p:cNvSpPr/>
          <p:nvPr/>
        </p:nvSpPr>
        <p:spPr>
          <a:xfrm>
            <a:off x="8749543" y="4032261"/>
            <a:ext cx="890602" cy="459232"/>
          </a:xfrm>
          <a:prstGeom prst="wedgeRoundRectCallout">
            <a:avLst>
              <a:gd name="adj1" fmla="val 21114"/>
              <a:gd name="adj2" fmla="val 129052"/>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human-readable report</a:t>
            </a:r>
          </a:p>
        </p:txBody>
      </p:sp>
      <p:sp>
        <p:nvSpPr>
          <p:cNvPr id="77" name="Bulle narrative : rectangle à coins arrondis 47">
            <a:extLst>
              <a:ext uri="{FF2B5EF4-FFF2-40B4-BE49-F238E27FC236}">
                <a16:creationId xmlns:a16="http://schemas.microsoft.com/office/drawing/2014/main" id="{7E558895-FF13-4FD8-EF60-263B4F2B8908}"/>
              </a:ext>
            </a:extLst>
          </p:cNvPr>
          <p:cNvSpPr/>
          <p:nvPr/>
        </p:nvSpPr>
        <p:spPr>
          <a:xfrm>
            <a:off x="5585721" y="4209392"/>
            <a:ext cx="1748509" cy="563883"/>
          </a:xfrm>
          <a:prstGeom prst="wedgeRoundRectCallout">
            <a:avLst>
              <a:gd name="adj1" fmla="val -4703"/>
              <a:gd name="adj2" fmla="val 9171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Schematron report (non-human readable raw report</a:t>
            </a:r>
          </a:p>
        </p:txBody>
      </p:sp>
      <p:sp>
        <p:nvSpPr>
          <p:cNvPr id="78" name="Bulle narrative : rectangle à coins arrondis 48">
            <a:extLst>
              <a:ext uri="{FF2B5EF4-FFF2-40B4-BE49-F238E27FC236}">
                <a16:creationId xmlns:a16="http://schemas.microsoft.com/office/drawing/2014/main" id="{088A5498-3421-4C6C-031E-35EB4B26AFB3}"/>
              </a:ext>
            </a:extLst>
          </p:cNvPr>
          <p:cNvSpPr/>
          <p:nvPr/>
        </p:nvSpPr>
        <p:spPr>
          <a:xfrm>
            <a:off x="567480" y="4192368"/>
            <a:ext cx="1061622" cy="343140"/>
          </a:xfrm>
          <a:prstGeom prst="wedgeRoundRectCallout">
            <a:avLst>
              <a:gd name="adj1" fmla="val -7890"/>
              <a:gd name="adj2" fmla="val 129152"/>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Input data</a:t>
            </a:r>
          </a:p>
        </p:txBody>
      </p:sp>
      <p:sp>
        <p:nvSpPr>
          <p:cNvPr id="79" name="Bulle narrative : rectangle à coins arrondis 49">
            <a:extLst>
              <a:ext uri="{FF2B5EF4-FFF2-40B4-BE49-F238E27FC236}">
                <a16:creationId xmlns:a16="http://schemas.microsoft.com/office/drawing/2014/main" id="{ABBEBFA6-EDB9-417B-ADF6-B158EB3DFB15}"/>
              </a:ext>
            </a:extLst>
          </p:cNvPr>
          <p:cNvSpPr/>
          <p:nvPr/>
        </p:nvSpPr>
        <p:spPr>
          <a:xfrm>
            <a:off x="2143877" y="2412487"/>
            <a:ext cx="1249872" cy="261610"/>
          </a:xfrm>
          <a:prstGeom prst="wedgeRoundRectCallout">
            <a:avLst>
              <a:gd name="adj1" fmla="val 22895"/>
              <a:gd name="adj2" fmla="val 308527"/>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Schematron rules</a:t>
            </a:r>
          </a:p>
        </p:txBody>
      </p:sp>
      <p:grpSp>
        <p:nvGrpSpPr>
          <p:cNvPr id="82" name="Groupe 7">
            <a:extLst>
              <a:ext uri="{FF2B5EF4-FFF2-40B4-BE49-F238E27FC236}">
                <a16:creationId xmlns:a16="http://schemas.microsoft.com/office/drawing/2014/main" id="{2DABDCA6-9474-847C-115A-3E461498932A}"/>
              </a:ext>
            </a:extLst>
          </p:cNvPr>
          <p:cNvGrpSpPr/>
          <p:nvPr/>
        </p:nvGrpSpPr>
        <p:grpSpPr>
          <a:xfrm>
            <a:off x="3659406" y="1967331"/>
            <a:ext cx="1005486" cy="979996"/>
            <a:chOff x="6191726" y="3178796"/>
            <a:chExt cx="1428750" cy="1428750"/>
          </a:xfrm>
        </p:grpSpPr>
        <p:pic>
          <p:nvPicPr>
            <p:cNvPr id="83" name="Image 8">
              <a:extLst>
                <a:ext uri="{FF2B5EF4-FFF2-40B4-BE49-F238E27FC236}">
                  <a16:creationId xmlns:a16="http://schemas.microsoft.com/office/drawing/2014/main" id="{39E2C116-A0D6-EF53-6CEF-92F127010B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84" name="ZoneTexte 9">
              <a:extLst>
                <a:ext uri="{FF2B5EF4-FFF2-40B4-BE49-F238E27FC236}">
                  <a16:creationId xmlns:a16="http://schemas.microsoft.com/office/drawing/2014/main" id="{7D337E04-0A5F-16B7-F0F2-36E96B779A55}"/>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sp>
        <p:nvSpPr>
          <p:cNvPr id="85" name="Flèche : droite 27">
            <a:extLst>
              <a:ext uri="{FF2B5EF4-FFF2-40B4-BE49-F238E27FC236}">
                <a16:creationId xmlns:a16="http://schemas.microsoft.com/office/drawing/2014/main" id="{6AEB3717-83F0-A4F0-26AE-F9F7DE2F99E1}"/>
              </a:ext>
            </a:extLst>
          </p:cNvPr>
          <p:cNvSpPr/>
          <p:nvPr/>
        </p:nvSpPr>
        <p:spPr>
          <a:xfrm rot="5400000">
            <a:off x="3798735" y="3175012"/>
            <a:ext cx="645362" cy="281578"/>
          </a:xfrm>
          <a:prstGeom prst="rightArrow">
            <a:avLst/>
          </a:prstGeom>
          <a:solidFill>
            <a:sysClr val="window" lastClr="FFFFFF">
              <a:lumMod val="75000"/>
            </a:sysClr>
          </a:solidFill>
          <a:ln w="1270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6" name="Bulle narrative : rectangle à coins arrondis 26">
            <a:extLst>
              <a:ext uri="{FF2B5EF4-FFF2-40B4-BE49-F238E27FC236}">
                <a16:creationId xmlns:a16="http://schemas.microsoft.com/office/drawing/2014/main" id="{C7802096-77AA-8229-C131-5C72116207DB}"/>
              </a:ext>
            </a:extLst>
          </p:cNvPr>
          <p:cNvSpPr/>
          <p:nvPr/>
        </p:nvSpPr>
        <p:spPr>
          <a:xfrm>
            <a:off x="4785510" y="1886522"/>
            <a:ext cx="1380809" cy="338867"/>
          </a:xfrm>
          <a:prstGeom prst="wedgeRoundRectCallout">
            <a:avLst>
              <a:gd name="adj1" fmla="val -80225"/>
              <a:gd name="adj2" fmla="val 74748"/>
              <a:gd name="adj3" fmla="val 16667"/>
            </a:avLst>
          </a:prstGeom>
          <a:no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schemeClr val="bg1">
                    <a:lumMod val="50000"/>
                  </a:schemeClr>
                </a:solidFill>
                <a:effectLst/>
                <a:uLnTx/>
                <a:uFillTx/>
                <a:latin typeface="Calibri" panose="020F0502020204030204"/>
                <a:ea typeface="+mn-ea"/>
                <a:cs typeface="+mn-cs"/>
              </a:rPr>
              <a:t>ISO Schematron XSL</a:t>
            </a:r>
            <a:endParaRPr kumimoji="0" lang="fr-FR" sz="1100" b="1" i="0" u="none" strike="noStrike" kern="0" cap="none" spc="0" normalizeH="0" baseline="0" noProof="0" dirty="0">
              <a:ln>
                <a:noFill/>
              </a:ln>
              <a:solidFill>
                <a:schemeClr val="bg1">
                  <a:lumMod val="50000"/>
                </a:schemeClr>
              </a:solidFill>
              <a:effectLst/>
              <a:uLnTx/>
              <a:uFillTx/>
              <a:latin typeface="Calibri" panose="020F0502020204030204"/>
              <a:ea typeface="+mn-ea"/>
              <a:cs typeface="+mn-cs"/>
            </a:endParaRPr>
          </a:p>
        </p:txBody>
      </p:sp>
      <p:sp>
        <p:nvSpPr>
          <p:cNvPr id="87" name="TextBox 86">
            <a:extLst>
              <a:ext uri="{FF2B5EF4-FFF2-40B4-BE49-F238E27FC236}">
                <a16:creationId xmlns:a16="http://schemas.microsoft.com/office/drawing/2014/main" id="{29FD20B2-76F0-51C8-1363-8BA1B3AF86A7}"/>
              </a:ext>
            </a:extLst>
          </p:cNvPr>
          <p:cNvSpPr txBox="1"/>
          <p:nvPr/>
        </p:nvSpPr>
        <p:spPr>
          <a:xfrm>
            <a:off x="2324469" y="5522573"/>
            <a:ext cx="3642318" cy="369332"/>
          </a:xfrm>
          <a:prstGeom prst="rect">
            <a:avLst/>
          </a:prstGeom>
          <a:noFill/>
        </p:spPr>
        <p:txBody>
          <a:bodyPr wrap="square" rtlCol="0">
            <a:spAutoFit/>
          </a:bodyPr>
          <a:lstStyle/>
          <a:p>
            <a:r>
              <a:rPr lang="en-GB" i="1">
                <a:solidFill>
                  <a:prstClr val="black"/>
                </a:solidFill>
                <a:latin typeface="Calibri" panose="020F0502020204030204"/>
              </a:rPr>
              <a:t>Executed when checking an xml file</a:t>
            </a:r>
          </a:p>
        </p:txBody>
      </p:sp>
      <p:sp>
        <p:nvSpPr>
          <p:cNvPr id="88" name="TextBox 87">
            <a:extLst>
              <a:ext uri="{FF2B5EF4-FFF2-40B4-BE49-F238E27FC236}">
                <a16:creationId xmlns:a16="http://schemas.microsoft.com/office/drawing/2014/main" id="{B4A42E2D-FF96-7DE4-2B71-9C980AF4940F}"/>
              </a:ext>
            </a:extLst>
          </p:cNvPr>
          <p:cNvSpPr txBox="1"/>
          <p:nvPr/>
        </p:nvSpPr>
        <p:spPr>
          <a:xfrm>
            <a:off x="2106982" y="4192368"/>
            <a:ext cx="1895203" cy="261610"/>
          </a:xfrm>
          <a:prstGeom prst="rect">
            <a:avLst/>
          </a:prstGeom>
          <a:noFill/>
        </p:spPr>
        <p:txBody>
          <a:bodyPr wrap="square" rtlCol="0">
            <a:spAutoFit/>
          </a:bodyPr>
          <a:lstStyle/>
          <a:p>
            <a:r>
              <a:rPr lang="en-GB" sz="1100" i="1" dirty="0">
                <a:solidFill>
                  <a:srgbClr val="4472C4"/>
                </a:solidFill>
                <a:latin typeface="Calibri" panose="020F0502020204030204"/>
              </a:rPr>
              <a:t>Part of AP242 Ed4 standard</a:t>
            </a:r>
          </a:p>
        </p:txBody>
      </p:sp>
      <p:sp>
        <p:nvSpPr>
          <p:cNvPr id="89" name="Rectangle : coins arrondis 43">
            <a:extLst>
              <a:ext uri="{FF2B5EF4-FFF2-40B4-BE49-F238E27FC236}">
                <a16:creationId xmlns:a16="http://schemas.microsoft.com/office/drawing/2014/main" id="{1B85E0E8-F8B2-FEC8-FE01-77AE021CCD54}"/>
              </a:ext>
            </a:extLst>
          </p:cNvPr>
          <p:cNvSpPr/>
          <p:nvPr/>
        </p:nvSpPr>
        <p:spPr>
          <a:xfrm>
            <a:off x="2020479" y="1565275"/>
            <a:ext cx="6463407" cy="4848818"/>
          </a:xfrm>
          <a:prstGeom prst="roundRect">
            <a:avLst/>
          </a:prstGeom>
          <a:noFill/>
          <a:ln w="28575" cap="flat" cmpd="sng" algn="ctr">
            <a:solidFill>
              <a:srgbClr val="4472C4"/>
            </a:solidFill>
            <a:prstDash val="solid"/>
            <a:round/>
            <a:headEnd type="none" w="med" len="med"/>
            <a:tailEnd type="none" w="med" len="med"/>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1">
                <a:ln>
                  <a:noFill/>
                </a:ln>
                <a:solidFill>
                  <a:srgbClr val="4472C4"/>
                </a:solidFill>
                <a:effectLst/>
                <a:uLnTx/>
                <a:uFillTx/>
                <a:latin typeface="Calibri" panose="020F0502020204030204"/>
                <a:ea typeface="+mn-ea"/>
                <a:cs typeface="+mn-cs"/>
              </a:rPr>
              <a:t>Schematron tool</a:t>
            </a:r>
          </a:p>
        </p:txBody>
      </p:sp>
      <p:grpSp>
        <p:nvGrpSpPr>
          <p:cNvPr id="90" name="Groupe 7">
            <a:extLst>
              <a:ext uri="{FF2B5EF4-FFF2-40B4-BE49-F238E27FC236}">
                <a16:creationId xmlns:a16="http://schemas.microsoft.com/office/drawing/2014/main" id="{81FD7D90-9EF9-62EF-29FD-DD8373A0D1FB}"/>
              </a:ext>
            </a:extLst>
          </p:cNvPr>
          <p:cNvGrpSpPr/>
          <p:nvPr/>
        </p:nvGrpSpPr>
        <p:grpSpPr>
          <a:xfrm>
            <a:off x="4635334" y="3159623"/>
            <a:ext cx="1005486" cy="979996"/>
            <a:chOff x="6191726" y="3178796"/>
            <a:chExt cx="1428750" cy="1428750"/>
          </a:xfrm>
        </p:grpSpPr>
        <p:pic>
          <p:nvPicPr>
            <p:cNvPr id="91" name="Image 8">
              <a:extLst>
                <a:ext uri="{FF2B5EF4-FFF2-40B4-BE49-F238E27FC236}">
                  <a16:creationId xmlns:a16="http://schemas.microsoft.com/office/drawing/2014/main" id="{555E28DB-7B9E-DFFA-17BF-7C5F8561FD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92" name="ZoneTexte 9">
              <a:extLst>
                <a:ext uri="{FF2B5EF4-FFF2-40B4-BE49-F238E27FC236}">
                  <a16:creationId xmlns:a16="http://schemas.microsoft.com/office/drawing/2014/main" id="{2C319248-0C34-B12D-7D31-943E59E89740}"/>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grpSp>
        <p:nvGrpSpPr>
          <p:cNvPr id="93" name="Groupe 7">
            <a:extLst>
              <a:ext uri="{FF2B5EF4-FFF2-40B4-BE49-F238E27FC236}">
                <a16:creationId xmlns:a16="http://schemas.microsoft.com/office/drawing/2014/main" id="{30FFF3B3-F40D-AAC1-FA71-276A803B0F33}"/>
              </a:ext>
            </a:extLst>
          </p:cNvPr>
          <p:cNvGrpSpPr/>
          <p:nvPr/>
        </p:nvGrpSpPr>
        <p:grpSpPr>
          <a:xfrm>
            <a:off x="7167112" y="3162174"/>
            <a:ext cx="1005486" cy="979996"/>
            <a:chOff x="6191726" y="3178796"/>
            <a:chExt cx="1428750" cy="1428750"/>
          </a:xfrm>
        </p:grpSpPr>
        <p:pic>
          <p:nvPicPr>
            <p:cNvPr id="94" name="Image 8">
              <a:extLst>
                <a:ext uri="{FF2B5EF4-FFF2-40B4-BE49-F238E27FC236}">
                  <a16:creationId xmlns:a16="http://schemas.microsoft.com/office/drawing/2014/main" id="{7FFADDE2-FD3E-28BA-A1C4-8FD5F20AB0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95" name="ZoneTexte 9">
              <a:extLst>
                <a:ext uri="{FF2B5EF4-FFF2-40B4-BE49-F238E27FC236}">
                  <a16:creationId xmlns:a16="http://schemas.microsoft.com/office/drawing/2014/main" id="{DCF64A0B-E265-EE31-E550-002E7123D7DF}"/>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sp>
        <p:nvSpPr>
          <p:cNvPr id="108" name="TextBox 107">
            <a:extLst>
              <a:ext uri="{FF2B5EF4-FFF2-40B4-BE49-F238E27FC236}">
                <a16:creationId xmlns:a16="http://schemas.microsoft.com/office/drawing/2014/main" id="{7F3233CE-95AB-474B-DD79-FFF3571C1959}"/>
              </a:ext>
            </a:extLst>
          </p:cNvPr>
          <p:cNvSpPr txBox="1"/>
          <p:nvPr/>
        </p:nvSpPr>
        <p:spPr>
          <a:xfrm>
            <a:off x="6228586" y="5903094"/>
            <a:ext cx="1529341" cy="246221"/>
          </a:xfrm>
          <a:prstGeom prst="rect">
            <a:avLst/>
          </a:prstGeom>
          <a:noFill/>
        </p:spPr>
        <p:txBody>
          <a:bodyPr wrap="square" lIns="0" tIns="0" rIns="0" bIns="0" rtlCol="0">
            <a:spAutoFit/>
          </a:bodyPr>
          <a:lstStyle/>
          <a:p>
            <a:r>
              <a:rPr lang="en-GB" sz="800" dirty="0"/>
              <a:t>SVRL: schematron validation report language (xml)</a:t>
            </a:r>
          </a:p>
        </p:txBody>
      </p:sp>
    </p:spTree>
    <p:extLst>
      <p:ext uri="{BB962C8B-B14F-4D97-AF65-F5344CB8AC3E}">
        <p14:creationId xmlns:p14="http://schemas.microsoft.com/office/powerpoint/2010/main" val="1118305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5994-0BEE-B5A4-8275-B9ABAE765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1C180-DA96-6590-C307-19837AD5F44E}"/>
              </a:ext>
            </a:extLst>
          </p:cNvPr>
          <p:cNvSpPr>
            <a:spLocks noGrp="1"/>
          </p:cNvSpPr>
          <p:nvPr>
            <p:ph type="title"/>
          </p:nvPr>
        </p:nvSpPr>
        <p:spPr>
          <a:xfrm>
            <a:off x="540071" y="493614"/>
            <a:ext cx="10607336" cy="1072386"/>
          </a:xfrm>
        </p:spPr>
        <p:txBody>
          <a:bodyPr/>
          <a:lstStyle/>
          <a:p>
            <a:r>
              <a:rPr lang="en-GB" dirty="0"/>
              <a:t>Schematron</a:t>
            </a:r>
          </a:p>
        </p:txBody>
      </p:sp>
      <p:sp>
        <p:nvSpPr>
          <p:cNvPr id="3" name="Slide Number Placeholder 2">
            <a:extLst>
              <a:ext uri="{FF2B5EF4-FFF2-40B4-BE49-F238E27FC236}">
                <a16:creationId xmlns:a16="http://schemas.microsoft.com/office/drawing/2014/main" id="{5559D792-7881-C85E-CD00-C47484CFBD29}"/>
              </a:ext>
            </a:extLst>
          </p:cNvPr>
          <p:cNvSpPr>
            <a:spLocks noGrp="1"/>
          </p:cNvSpPr>
          <p:nvPr>
            <p:ph type="sldNum" sz="quarter" idx="11"/>
          </p:nvPr>
        </p:nvSpPr>
        <p:spPr>
          <a:xfrm>
            <a:off x="10353598" y="-5194"/>
            <a:ext cx="792103" cy="426393"/>
          </a:xfrm>
        </p:spPr>
        <p:txBody>
          <a:bodyPr/>
          <a:lstStyle/>
          <a:p>
            <a:fld id="{F50FD2C4-56EC-4F07-B0B8-CEAC86EF6E31}" type="slidenum">
              <a:rPr lang="en-US" noProof="0" smtClean="0"/>
              <a:pPr/>
              <a:t>11</a:t>
            </a:fld>
            <a:endParaRPr lang="en-US" noProof="0"/>
          </a:p>
        </p:txBody>
      </p:sp>
      <p:sp>
        <p:nvSpPr>
          <p:cNvPr id="4" name="Text Placeholder 3">
            <a:extLst>
              <a:ext uri="{FF2B5EF4-FFF2-40B4-BE49-F238E27FC236}">
                <a16:creationId xmlns:a16="http://schemas.microsoft.com/office/drawing/2014/main" id="{26950954-BCA3-E7F3-ECB7-29963A79D30D}"/>
              </a:ext>
            </a:extLst>
          </p:cNvPr>
          <p:cNvSpPr>
            <a:spLocks noGrp="1"/>
          </p:cNvSpPr>
          <p:nvPr>
            <p:ph type="body" sz="quarter" idx="16"/>
          </p:nvPr>
        </p:nvSpPr>
        <p:spPr>
          <a:xfrm>
            <a:off x="540070" y="1029150"/>
            <a:ext cx="10798348" cy="540000"/>
          </a:xfrm>
        </p:spPr>
        <p:txBody>
          <a:bodyPr/>
          <a:lstStyle/>
          <a:p>
            <a:r>
              <a:rPr lang="en-US" dirty="0"/>
              <a:t>Script chain (with examples from STEP AP242 projects)</a:t>
            </a:r>
            <a:endParaRPr lang="en-GB" dirty="0"/>
          </a:p>
        </p:txBody>
      </p:sp>
      <p:sp>
        <p:nvSpPr>
          <p:cNvPr id="55" name="Espace réservé du contenu 2">
            <a:extLst>
              <a:ext uri="{FF2B5EF4-FFF2-40B4-BE49-F238E27FC236}">
                <a16:creationId xmlns:a16="http://schemas.microsoft.com/office/drawing/2014/main" id="{45D0B5B1-D7AE-CA54-62C7-8AD4D833DD42}"/>
              </a:ext>
            </a:extLst>
          </p:cNvPr>
          <p:cNvSpPr txBox="1">
            <a:spLocks/>
          </p:cNvSpPr>
          <p:nvPr/>
        </p:nvSpPr>
        <p:spPr>
          <a:xfrm>
            <a:off x="481942" y="1189905"/>
            <a:ext cx="10515600" cy="4713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Ø"/>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ü"/>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Ø"/>
              <a:tabLst/>
              <a:defRPr/>
            </a:pPr>
            <a:endParaRPr kumimoji="0" lang="en-GB" sz="20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57" name="Flèche : droite 10">
            <a:extLst>
              <a:ext uri="{FF2B5EF4-FFF2-40B4-BE49-F238E27FC236}">
                <a16:creationId xmlns:a16="http://schemas.microsoft.com/office/drawing/2014/main" id="{BCCFCCF6-F8E3-C3C9-709B-41E82CBE647C}"/>
              </a:ext>
            </a:extLst>
          </p:cNvPr>
          <p:cNvSpPr/>
          <p:nvPr/>
        </p:nvSpPr>
        <p:spPr>
          <a:xfrm>
            <a:off x="4091852" y="3546070"/>
            <a:ext cx="1242270" cy="400110"/>
          </a:xfrm>
          <a:prstGeom prst="rightArrow">
            <a:avLst/>
          </a:prstGeom>
          <a:solidFill>
            <a:sysClr val="window" lastClr="FFFFFF">
              <a:lumMod val="75000"/>
            </a:sysClr>
          </a:solidFill>
          <a:ln w="1270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58" name="Groupe 12">
            <a:extLst>
              <a:ext uri="{FF2B5EF4-FFF2-40B4-BE49-F238E27FC236}">
                <a16:creationId xmlns:a16="http://schemas.microsoft.com/office/drawing/2014/main" id="{44965D03-3933-81E4-6667-0999567D40F7}"/>
              </a:ext>
            </a:extLst>
          </p:cNvPr>
          <p:cNvGrpSpPr/>
          <p:nvPr/>
        </p:nvGrpSpPr>
        <p:grpSpPr>
          <a:xfrm>
            <a:off x="3033751" y="3047641"/>
            <a:ext cx="1043018" cy="1153690"/>
            <a:chOff x="8519168" y="1644015"/>
            <a:chExt cx="1428750" cy="1428750"/>
          </a:xfrm>
        </p:grpSpPr>
        <p:pic>
          <p:nvPicPr>
            <p:cNvPr id="59" name="Image 6">
              <a:extLst>
                <a:ext uri="{FF2B5EF4-FFF2-40B4-BE49-F238E27FC236}">
                  <a16:creationId xmlns:a16="http://schemas.microsoft.com/office/drawing/2014/main" id="{F7D9A077-D8A8-A8BA-A9A1-8C93E5A251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9168" y="1644015"/>
              <a:ext cx="1428750" cy="1428750"/>
            </a:xfrm>
            <a:prstGeom prst="rect">
              <a:avLst/>
            </a:prstGeom>
          </p:spPr>
        </p:pic>
        <p:sp>
          <p:nvSpPr>
            <p:cNvPr id="60" name="ZoneTexte 20">
              <a:extLst>
                <a:ext uri="{FF2B5EF4-FFF2-40B4-BE49-F238E27FC236}">
                  <a16:creationId xmlns:a16="http://schemas.microsoft.com/office/drawing/2014/main" id="{22A4811C-89C5-62BE-9248-133DD6AF90FD}"/>
                </a:ext>
              </a:extLst>
            </p:cNvPr>
            <p:cNvSpPr txBox="1"/>
            <p:nvPr/>
          </p:nvSpPr>
          <p:spPr>
            <a:xfrm>
              <a:off x="8645232" y="1701165"/>
              <a:ext cx="1003301" cy="246221"/>
            </a:xfrm>
            <a:prstGeom prst="rect">
              <a:avLst/>
            </a:prstGeom>
            <a:noFill/>
          </p:spPr>
          <p:txBody>
            <a:bodyPr wrap="square" rtlCol="0">
              <a:spAutoFit/>
            </a:bodyPr>
            <a:lstStyle/>
            <a:p>
              <a:r>
                <a:rPr lang="en-GB" sz="1000" b="1">
                  <a:solidFill>
                    <a:prstClr val="black"/>
                  </a:solidFill>
                  <a:latin typeface="Calibri" panose="020F0502020204030204"/>
                </a:rPr>
                <a:t>SCH</a:t>
              </a:r>
            </a:p>
          </p:txBody>
        </p:sp>
      </p:grpSp>
      <p:sp>
        <p:nvSpPr>
          <p:cNvPr id="61" name="Bulle narrative : rectangle à coins arrondis 26">
            <a:extLst>
              <a:ext uri="{FF2B5EF4-FFF2-40B4-BE49-F238E27FC236}">
                <a16:creationId xmlns:a16="http://schemas.microsoft.com/office/drawing/2014/main" id="{5D53D09E-8D70-CC77-7438-7BC72CEBDDFE}"/>
              </a:ext>
            </a:extLst>
          </p:cNvPr>
          <p:cNvSpPr/>
          <p:nvPr/>
        </p:nvSpPr>
        <p:spPr>
          <a:xfrm>
            <a:off x="6221993" y="2269452"/>
            <a:ext cx="1588986" cy="778189"/>
          </a:xfrm>
          <a:prstGeom prst="wedgeRoundRectCallout">
            <a:avLst>
              <a:gd name="adj1" fmla="val -80225"/>
              <a:gd name="adj2" fmla="val 7474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XSL version of Schematron</a:t>
            </a:r>
          </a:p>
        </p:txBody>
      </p:sp>
      <p:grpSp>
        <p:nvGrpSpPr>
          <p:cNvPr id="62" name="Groupe 29">
            <a:extLst>
              <a:ext uri="{FF2B5EF4-FFF2-40B4-BE49-F238E27FC236}">
                <a16:creationId xmlns:a16="http://schemas.microsoft.com/office/drawing/2014/main" id="{582AEDB6-4AD4-78C9-F98D-25E0BE918769}"/>
              </a:ext>
            </a:extLst>
          </p:cNvPr>
          <p:cNvGrpSpPr/>
          <p:nvPr/>
        </p:nvGrpSpPr>
        <p:grpSpPr>
          <a:xfrm>
            <a:off x="6464290" y="4810630"/>
            <a:ext cx="1040184" cy="1034656"/>
            <a:chOff x="8162075" y="5019013"/>
            <a:chExt cx="1428750" cy="1428750"/>
          </a:xfrm>
        </p:grpSpPr>
        <p:pic>
          <p:nvPicPr>
            <p:cNvPr id="63" name="Image 30">
              <a:extLst>
                <a:ext uri="{FF2B5EF4-FFF2-40B4-BE49-F238E27FC236}">
                  <a16:creationId xmlns:a16="http://schemas.microsoft.com/office/drawing/2014/main" id="{C72148D3-F5B1-17BC-D118-E85C6E1898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64" name="ZoneTexte 31">
              <a:extLst>
                <a:ext uri="{FF2B5EF4-FFF2-40B4-BE49-F238E27FC236}">
                  <a16:creationId xmlns:a16="http://schemas.microsoft.com/office/drawing/2014/main" id="{00F7718E-6CFC-4D40-318B-32C1DD12BCE4}"/>
                </a:ext>
              </a:extLst>
            </p:cNvPr>
            <p:cNvSpPr txBox="1"/>
            <p:nvPr/>
          </p:nvSpPr>
          <p:spPr>
            <a:xfrm>
              <a:off x="8288139" y="5076163"/>
              <a:ext cx="1003301" cy="246221"/>
            </a:xfrm>
            <a:prstGeom prst="rect">
              <a:avLst/>
            </a:prstGeom>
            <a:noFill/>
          </p:spPr>
          <p:txBody>
            <a:bodyPr wrap="square" rtlCol="0">
              <a:spAutoFit/>
            </a:bodyPr>
            <a:lstStyle/>
            <a:p>
              <a:r>
                <a:rPr lang="en-GB" sz="1000" b="1">
                  <a:solidFill>
                    <a:prstClr val="black"/>
                  </a:solidFill>
                  <a:latin typeface="Calibri" panose="020F0502020204030204"/>
                </a:rPr>
                <a:t>SVRL</a:t>
              </a:r>
            </a:p>
          </p:txBody>
        </p:sp>
      </p:grpSp>
      <p:sp>
        <p:nvSpPr>
          <p:cNvPr id="65" name="Flèche : droite 27">
            <a:extLst>
              <a:ext uri="{FF2B5EF4-FFF2-40B4-BE49-F238E27FC236}">
                <a16:creationId xmlns:a16="http://schemas.microsoft.com/office/drawing/2014/main" id="{BD02A569-FF7D-90C8-5ABF-A42F02C6F781}"/>
              </a:ext>
            </a:extLst>
          </p:cNvPr>
          <p:cNvSpPr/>
          <p:nvPr/>
        </p:nvSpPr>
        <p:spPr>
          <a:xfrm rot="5400000">
            <a:off x="5297853" y="4478999"/>
            <a:ext cx="940885"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Flèche : droite 33">
            <a:extLst>
              <a:ext uri="{FF2B5EF4-FFF2-40B4-BE49-F238E27FC236}">
                <a16:creationId xmlns:a16="http://schemas.microsoft.com/office/drawing/2014/main" id="{14258BDC-DB66-792E-2B4D-94D9EE24C37F}"/>
              </a:ext>
            </a:extLst>
          </p:cNvPr>
          <p:cNvSpPr/>
          <p:nvPr/>
        </p:nvSpPr>
        <p:spPr>
          <a:xfrm>
            <a:off x="2557743" y="5175552"/>
            <a:ext cx="3905723"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7" name="Groupe 34">
            <a:extLst>
              <a:ext uri="{FF2B5EF4-FFF2-40B4-BE49-F238E27FC236}">
                <a16:creationId xmlns:a16="http://schemas.microsoft.com/office/drawing/2014/main" id="{46EA8C79-8E16-9575-BD86-50E1F8DC734D}"/>
              </a:ext>
            </a:extLst>
          </p:cNvPr>
          <p:cNvGrpSpPr/>
          <p:nvPr/>
        </p:nvGrpSpPr>
        <p:grpSpPr>
          <a:xfrm>
            <a:off x="1045138" y="4621062"/>
            <a:ext cx="1428750" cy="1428750"/>
            <a:chOff x="8519168" y="1644015"/>
            <a:chExt cx="1428750" cy="1428750"/>
          </a:xfrm>
        </p:grpSpPr>
        <p:pic>
          <p:nvPicPr>
            <p:cNvPr id="68" name="Image 35">
              <a:extLst>
                <a:ext uri="{FF2B5EF4-FFF2-40B4-BE49-F238E27FC236}">
                  <a16:creationId xmlns:a16="http://schemas.microsoft.com/office/drawing/2014/main" id="{73A88468-DC51-0ED5-7951-5C718D10C1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19168" y="1644015"/>
              <a:ext cx="1428750" cy="1428750"/>
            </a:xfrm>
            <a:prstGeom prst="rect">
              <a:avLst/>
            </a:prstGeom>
          </p:spPr>
        </p:pic>
        <p:sp>
          <p:nvSpPr>
            <p:cNvPr id="69" name="ZoneTexte 36">
              <a:extLst>
                <a:ext uri="{FF2B5EF4-FFF2-40B4-BE49-F238E27FC236}">
                  <a16:creationId xmlns:a16="http://schemas.microsoft.com/office/drawing/2014/main" id="{9FBA2E85-3446-4EA1-A9CA-206CFE847BDF}"/>
                </a:ext>
              </a:extLst>
            </p:cNvPr>
            <p:cNvSpPr txBox="1"/>
            <p:nvPr/>
          </p:nvSpPr>
          <p:spPr>
            <a:xfrm>
              <a:off x="8645232" y="1701165"/>
              <a:ext cx="1003301" cy="246221"/>
            </a:xfrm>
            <a:prstGeom prst="rect">
              <a:avLst/>
            </a:prstGeom>
            <a:noFill/>
          </p:spPr>
          <p:txBody>
            <a:bodyPr wrap="square" rtlCol="0">
              <a:spAutoFit/>
            </a:bodyPr>
            <a:lstStyle/>
            <a:p>
              <a:r>
                <a:rPr lang="en-GB" sz="1000" b="1">
                  <a:solidFill>
                    <a:prstClr val="black"/>
                  </a:solidFill>
                  <a:latin typeface="Calibri" panose="020F0502020204030204"/>
                </a:rPr>
                <a:t>XML</a:t>
              </a:r>
            </a:p>
          </p:txBody>
        </p:sp>
      </p:grpSp>
      <p:sp>
        <p:nvSpPr>
          <p:cNvPr id="70" name="Flèche : droite 37">
            <a:extLst>
              <a:ext uri="{FF2B5EF4-FFF2-40B4-BE49-F238E27FC236}">
                <a16:creationId xmlns:a16="http://schemas.microsoft.com/office/drawing/2014/main" id="{06A52037-4BB0-3FC1-4B01-CAE7987D754D}"/>
              </a:ext>
            </a:extLst>
          </p:cNvPr>
          <p:cNvSpPr/>
          <p:nvPr/>
        </p:nvSpPr>
        <p:spPr>
          <a:xfrm>
            <a:off x="7505298" y="5168785"/>
            <a:ext cx="1888371"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Flèche : droite 41">
            <a:extLst>
              <a:ext uri="{FF2B5EF4-FFF2-40B4-BE49-F238E27FC236}">
                <a16:creationId xmlns:a16="http://schemas.microsoft.com/office/drawing/2014/main" id="{E23FF109-4CBF-3484-7242-7BB739EF5CCC}"/>
              </a:ext>
            </a:extLst>
          </p:cNvPr>
          <p:cNvSpPr/>
          <p:nvPr/>
        </p:nvSpPr>
        <p:spPr>
          <a:xfrm rot="5400000">
            <a:off x="7800296" y="4480824"/>
            <a:ext cx="975811"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2" name="Groupe 42">
            <a:extLst>
              <a:ext uri="{FF2B5EF4-FFF2-40B4-BE49-F238E27FC236}">
                <a16:creationId xmlns:a16="http://schemas.microsoft.com/office/drawing/2014/main" id="{1963C615-1B74-CCA8-95A8-71FBAD0C394C}"/>
              </a:ext>
            </a:extLst>
          </p:cNvPr>
          <p:cNvGrpSpPr/>
          <p:nvPr/>
        </p:nvGrpSpPr>
        <p:grpSpPr>
          <a:xfrm>
            <a:off x="9347850" y="4630574"/>
            <a:ext cx="1428750" cy="1428750"/>
            <a:chOff x="8162075" y="5019013"/>
            <a:chExt cx="1428750" cy="1428750"/>
          </a:xfrm>
        </p:grpSpPr>
        <p:pic>
          <p:nvPicPr>
            <p:cNvPr id="73" name="Image 43">
              <a:extLst>
                <a:ext uri="{FF2B5EF4-FFF2-40B4-BE49-F238E27FC236}">
                  <a16:creationId xmlns:a16="http://schemas.microsoft.com/office/drawing/2014/main" id="{821FEA13-1941-4CD3-DE83-2DABA29BA9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74" name="ZoneTexte 44">
              <a:extLst>
                <a:ext uri="{FF2B5EF4-FFF2-40B4-BE49-F238E27FC236}">
                  <a16:creationId xmlns:a16="http://schemas.microsoft.com/office/drawing/2014/main" id="{2CC47F62-DB86-DEB3-FE65-B6CDB51EB912}"/>
                </a:ext>
              </a:extLst>
            </p:cNvPr>
            <p:cNvSpPr txBox="1"/>
            <p:nvPr/>
          </p:nvSpPr>
          <p:spPr>
            <a:xfrm>
              <a:off x="8288139" y="5076163"/>
              <a:ext cx="1003301" cy="246221"/>
            </a:xfrm>
            <a:prstGeom prst="rect">
              <a:avLst/>
            </a:prstGeom>
            <a:noFill/>
          </p:spPr>
          <p:txBody>
            <a:bodyPr wrap="square" rtlCol="0">
              <a:spAutoFit/>
            </a:bodyPr>
            <a:lstStyle/>
            <a:p>
              <a:r>
                <a:rPr lang="en-GB" sz="1000" b="1">
                  <a:solidFill>
                    <a:prstClr val="black"/>
                  </a:solidFill>
                  <a:latin typeface="Calibri" panose="020F0502020204030204"/>
                </a:rPr>
                <a:t>HTML</a:t>
              </a:r>
            </a:p>
          </p:txBody>
        </p:sp>
      </p:grpSp>
      <p:sp>
        <p:nvSpPr>
          <p:cNvPr id="75" name="Bulle narrative : rectangle à coins arrondis 45">
            <a:extLst>
              <a:ext uri="{FF2B5EF4-FFF2-40B4-BE49-F238E27FC236}">
                <a16:creationId xmlns:a16="http://schemas.microsoft.com/office/drawing/2014/main" id="{66D9B45C-53AA-2C40-11EF-BC450659E39F}"/>
              </a:ext>
            </a:extLst>
          </p:cNvPr>
          <p:cNvSpPr/>
          <p:nvPr/>
        </p:nvSpPr>
        <p:spPr>
          <a:xfrm>
            <a:off x="8780704" y="2484610"/>
            <a:ext cx="1517492" cy="563031"/>
          </a:xfrm>
          <a:prstGeom prst="wedgeRoundRectCallout">
            <a:avLst>
              <a:gd name="adj1" fmla="val -80225"/>
              <a:gd name="adj2" fmla="val 7474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srgbClr val="4472C4"/>
                </a:solidFill>
                <a:effectLst/>
                <a:uLnTx/>
                <a:uFillTx/>
                <a:latin typeface="Calibri" panose="020F0502020204030204"/>
                <a:ea typeface="+mn-ea"/>
                <a:cs typeface="+mn-cs"/>
              </a:rPr>
              <a:t>Custom XSL for human-readable report generation</a:t>
            </a:r>
          </a:p>
        </p:txBody>
      </p:sp>
      <p:sp>
        <p:nvSpPr>
          <p:cNvPr id="76" name="Bulle narrative : rectangle à coins arrondis 46">
            <a:extLst>
              <a:ext uri="{FF2B5EF4-FFF2-40B4-BE49-F238E27FC236}">
                <a16:creationId xmlns:a16="http://schemas.microsoft.com/office/drawing/2014/main" id="{F73E0B76-A8BC-7A75-7132-2D9C70D43B77}"/>
              </a:ext>
            </a:extLst>
          </p:cNvPr>
          <p:cNvSpPr/>
          <p:nvPr/>
        </p:nvSpPr>
        <p:spPr>
          <a:xfrm>
            <a:off x="9393410" y="3990052"/>
            <a:ext cx="890602" cy="459232"/>
          </a:xfrm>
          <a:prstGeom prst="wedgeRoundRectCallout">
            <a:avLst>
              <a:gd name="adj1" fmla="val 21114"/>
              <a:gd name="adj2" fmla="val 129052"/>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human-readable report</a:t>
            </a:r>
          </a:p>
        </p:txBody>
      </p:sp>
      <p:sp>
        <p:nvSpPr>
          <p:cNvPr id="77" name="Bulle narrative : rectangle à coins arrondis 47">
            <a:extLst>
              <a:ext uri="{FF2B5EF4-FFF2-40B4-BE49-F238E27FC236}">
                <a16:creationId xmlns:a16="http://schemas.microsoft.com/office/drawing/2014/main" id="{A7B2E14E-598A-3FEF-4E46-CF7F1F747DC4}"/>
              </a:ext>
            </a:extLst>
          </p:cNvPr>
          <p:cNvSpPr/>
          <p:nvPr/>
        </p:nvSpPr>
        <p:spPr>
          <a:xfrm>
            <a:off x="6229588" y="4167183"/>
            <a:ext cx="1748509" cy="563883"/>
          </a:xfrm>
          <a:prstGeom prst="wedgeRoundRectCallout">
            <a:avLst>
              <a:gd name="adj1" fmla="val -4703"/>
              <a:gd name="adj2" fmla="val 9171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Schematron report (non-human readable raw report</a:t>
            </a:r>
          </a:p>
        </p:txBody>
      </p:sp>
      <p:sp>
        <p:nvSpPr>
          <p:cNvPr id="78" name="Bulle narrative : rectangle à coins arrondis 48">
            <a:extLst>
              <a:ext uri="{FF2B5EF4-FFF2-40B4-BE49-F238E27FC236}">
                <a16:creationId xmlns:a16="http://schemas.microsoft.com/office/drawing/2014/main" id="{3D2ED671-642F-9388-07E5-8CA2762A11A1}"/>
              </a:ext>
            </a:extLst>
          </p:cNvPr>
          <p:cNvSpPr/>
          <p:nvPr/>
        </p:nvSpPr>
        <p:spPr>
          <a:xfrm>
            <a:off x="1211347" y="4150159"/>
            <a:ext cx="1061622" cy="343140"/>
          </a:xfrm>
          <a:prstGeom prst="wedgeRoundRectCallout">
            <a:avLst>
              <a:gd name="adj1" fmla="val -2297"/>
              <a:gd name="adj2" fmla="val 139534"/>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Input datasets</a:t>
            </a:r>
          </a:p>
        </p:txBody>
      </p:sp>
      <p:sp>
        <p:nvSpPr>
          <p:cNvPr id="79" name="Bulle narrative : rectangle à coins arrondis 49">
            <a:extLst>
              <a:ext uri="{FF2B5EF4-FFF2-40B4-BE49-F238E27FC236}">
                <a16:creationId xmlns:a16="http://schemas.microsoft.com/office/drawing/2014/main" id="{0A00E03F-59CE-D41D-E7C4-801373E8B3A8}"/>
              </a:ext>
            </a:extLst>
          </p:cNvPr>
          <p:cNvSpPr/>
          <p:nvPr/>
        </p:nvSpPr>
        <p:spPr>
          <a:xfrm>
            <a:off x="2787744" y="2370278"/>
            <a:ext cx="1249872" cy="261610"/>
          </a:xfrm>
          <a:prstGeom prst="wedgeRoundRectCallout">
            <a:avLst>
              <a:gd name="adj1" fmla="val 22895"/>
              <a:gd name="adj2" fmla="val 308527"/>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Schematron rules</a:t>
            </a:r>
          </a:p>
        </p:txBody>
      </p:sp>
      <p:grpSp>
        <p:nvGrpSpPr>
          <p:cNvPr id="82" name="Groupe 7">
            <a:extLst>
              <a:ext uri="{FF2B5EF4-FFF2-40B4-BE49-F238E27FC236}">
                <a16:creationId xmlns:a16="http://schemas.microsoft.com/office/drawing/2014/main" id="{9862A094-61CF-5610-6BAC-ECD104AAB335}"/>
              </a:ext>
            </a:extLst>
          </p:cNvPr>
          <p:cNvGrpSpPr/>
          <p:nvPr/>
        </p:nvGrpSpPr>
        <p:grpSpPr>
          <a:xfrm>
            <a:off x="4303273" y="1925122"/>
            <a:ext cx="1005486" cy="979996"/>
            <a:chOff x="6191726" y="3178796"/>
            <a:chExt cx="1428750" cy="1428750"/>
          </a:xfrm>
        </p:grpSpPr>
        <p:pic>
          <p:nvPicPr>
            <p:cNvPr id="83" name="Image 8">
              <a:extLst>
                <a:ext uri="{FF2B5EF4-FFF2-40B4-BE49-F238E27FC236}">
                  <a16:creationId xmlns:a16="http://schemas.microsoft.com/office/drawing/2014/main" id="{622330DE-91EB-DA69-4FEE-1407D8CCAD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84" name="ZoneTexte 9">
              <a:extLst>
                <a:ext uri="{FF2B5EF4-FFF2-40B4-BE49-F238E27FC236}">
                  <a16:creationId xmlns:a16="http://schemas.microsoft.com/office/drawing/2014/main" id="{84579294-468F-7F9F-A100-55FEFA4FCF93}"/>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sp>
        <p:nvSpPr>
          <p:cNvPr id="85" name="Flèche : droite 27">
            <a:extLst>
              <a:ext uri="{FF2B5EF4-FFF2-40B4-BE49-F238E27FC236}">
                <a16:creationId xmlns:a16="http://schemas.microsoft.com/office/drawing/2014/main" id="{E5481991-1FA4-961B-DA9C-8F2927F0B926}"/>
              </a:ext>
            </a:extLst>
          </p:cNvPr>
          <p:cNvSpPr/>
          <p:nvPr/>
        </p:nvSpPr>
        <p:spPr>
          <a:xfrm rot="5400000">
            <a:off x="4442602" y="3132803"/>
            <a:ext cx="645362" cy="281578"/>
          </a:xfrm>
          <a:prstGeom prst="rightArrow">
            <a:avLst/>
          </a:prstGeom>
          <a:solidFill>
            <a:sysClr val="window" lastClr="FFFFFF">
              <a:lumMod val="75000"/>
            </a:sysClr>
          </a:solidFill>
          <a:ln w="1270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6" name="Bulle narrative : rectangle à coins arrondis 26">
            <a:extLst>
              <a:ext uri="{FF2B5EF4-FFF2-40B4-BE49-F238E27FC236}">
                <a16:creationId xmlns:a16="http://schemas.microsoft.com/office/drawing/2014/main" id="{A5B928D4-D105-7388-ED2F-791B4E9DF5F1}"/>
              </a:ext>
            </a:extLst>
          </p:cNvPr>
          <p:cNvSpPr/>
          <p:nvPr/>
        </p:nvSpPr>
        <p:spPr>
          <a:xfrm>
            <a:off x="5429377" y="1844313"/>
            <a:ext cx="1380809" cy="338867"/>
          </a:xfrm>
          <a:prstGeom prst="wedgeRoundRectCallout">
            <a:avLst>
              <a:gd name="adj1" fmla="val -80225"/>
              <a:gd name="adj2" fmla="val 74748"/>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a:ln>
                  <a:noFill/>
                </a:ln>
                <a:solidFill>
                  <a:srgbClr val="4472C4"/>
                </a:solidFill>
                <a:effectLst/>
                <a:uLnTx/>
                <a:uFillTx/>
                <a:latin typeface="Calibri" panose="020F0502020204030204"/>
                <a:ea typeface="+mn-ea"/>
                <a:cs typeface="+mn-cs"/>
              </a:rPr>
              <a:t>ISO Schematron XSL</a:t>
            </a:r>
            <a:endParaRPr kumimoji="0" lang="fr-FR" sz="1100" b="1" i="0" u="none" strike="noStrike" kern="0" cap="none" spc="0" normalizeH="0" baseline="0" noProof="0">
              <a:ln>
                <a:noFill/>
              </a:ln>
              <a:solidFill>
                <a:srgbClr val="4472C4"/>
              </a:solidFill>
              <a:effectLst/>
              <a:uLnTx/>
              <a:uFillTx/>
              <a:latin typeface="Calibri" panose="020F0502020204030204"/>
              <a:ea typeface="+mn-ea"/>
              <a:cs typeface="+mn-cs"/>
            </a:endParaRPr>
          </a:p>
        </p:txBody>
      </p:sp>
      <p:sp>
        <p:nvSpPr>
          <p:cNvPr id="87" name="TextBox 86">
            <a:extLst>
              <a:ext uri="{FF2B5EF4-FFF2-40B4-BE49-F238E27FC236}">
                <a16:creationId xmlns:a16="http://schemas.microsoft.com/office/drawing/2014/main" id="{50AA91CE-2A4B-0E96-6FF9-8556095CAAD1}"/>
              </a:ext>
            </a:extLst>
          </p:cNvPr>
          <p:cNvSpPr txBox="1"/>
          <p:nvPr/>
        </p:nvSpPr>
        <p:spPr>
          <a:xfrm>
            <a:off x="2968336" y="5480364"/>
            <a:ext cx="3642318" cy="369332"/>
          </a:xfrm>
          <a:prstGeom prst="rect">
            <a:avLst/>
          </a:prstGeom>
          <a:noFill/>
        </p:spPr>
        <p:txBody>
          <a:bodyPr wrap="square" rtlCol="0">
            <a:spAutoFit/>
          </a:bodyPr>
          <a:lstStyle/>
          <a:p>
            <a:r>
              <a:rPr lang="en-GB" i="1">
                <a:solidFill>
                  <a:prstClr val="black"/>
                </a:solidFill>
                <a:latin typeface="Calibri" panose="020F0502020204030204"/>
              </a:rPr>
              <a:t>Executed when checking an xml file</a:t>
            </a:r>
          </a:p>
        </p:txBody>
      </p:sp>
      <p:sp>
        <p:nvSpPr>
          <p:cNvPr id="88" name="TextBox 87">
            <a:extLst>
              <a:ext uri="{FF2B5EF4-FFF2-40B4-BE49-F238E27FC236}">
                <a16:creationId xmlns:a16="http://schemas.microsoft.com/office/drawing/2014/main" id="{545C798B-829A-7425-669B-09F3E7D92ECC}"/>
              </a:ext>
            </a:extLst>
          </p:cNvPr>
          <p:cNvSpPr txBox="1"/>
          <p:nvPr/>
        </p:nvSpPr>
        <p:spPr>
          <a:xfrm>
            <a:off x="2750849" y="4150159"/>
            <a:ext cx="1895203" cy="261610"/>
          </a:xfrm>
          <a:prstGeom prst="rect">
            <a:avLst/>
          </a:prstGeom>
          <a:noFill/>
        </p:spPr>
        <p:txBody>
          <a:bodyPr wrap="square" rtlCol="0">
            <a:spAutoFit/>
          </a:bodyPr>
          <a:lstStyle/>
          <a:p>
            <a:r>
              <a:rPr lang="en-GB" sz="1100" i="1">
                <a:solidFill>
                  <a:srgbClr val="4472C4"/>
                </a:solidFill>
                <a:latin typeface="Calibri" panose="020F0502020204030204"/>
              </a:rPr>
              <a:t>Part of AP242 Ed4 standard</a:t>
            </a:r>
          </a:p>
        </p:txBody>
      </p:sp>
      <p:sp>
        <p:nvSpPr>
          <p:cNvPr id="89" name="Rectangle : coins arrondis 43">
            <a:extLst>
              <a:ext uri="{FF2B5EF4-FFF2-40B4-BE49-F238E27FC236}">
                <a16:creationId xmlns:a16="http://schemas.microsoft.com/office/drawing/2014/main" id="{25FCC839-89AD-BC02-3E87-907486F40208}"/>
              </a:ext>
            </a:extLst>
          </p:cNvPr>
          <p:cNvSpPr/>
          <p:nvPr/>
        </p:nvSpPr>
        <p:spPr>
          <a:xfrm>
            <a:off x="2664346" y="1523066"/>
            <a:ext cx="6463407" cy="4848818"/>
          </a:xfrm>
          <a:prstGeom prst="roundRect">
            <a:avLst/>
          </a:prstGeom>
          <a:noFill/>
          <a:ln w="28575" cap="flat" cmpd="sng" algn="ctr">
            <a:solidFill>
              <a:srgbClr val="4472C4"/>
            </a:solidFill>
            <a:prstDash val="solid"/>
            <a:round/>
            <a:headEnd type="none" w="med" len="med"/>
            <a:tailEnd type="none" w="med" len="med"/>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1">
                <a:ln>
                  <a:noFill/>
                </a:ln>
                <a:solidFill>
                  <a:srgbClr val="4472C4"/>
                </a:solidFill>
                <a:effectLst/>
                <a:uLnTx/>
                <a:uFillTx/>
                <a:latin typeface="Calibri" panose="020F0502020204030204"/>
                <a:ea typeface="+mn-ea"/>
                <a:cs typeface="+mn-cs"/>
              </a:rPr>
              <a:t>STEP AP242 XML Quality Checker (Schematron tool)</a:t>
            </a:r>
          </a:p>
        </p:txBody>
      </p:sp>
      <p:grpSp>
        <p:nvGrpSpPr>
          <p:cNvPr id="90" name="Groupe 7">
            <a:extLst>
              <a:ext uri="{FF2B5EF4-FFF2-40B4-BE49-F238E27FC236}">
                <a16:creationId xmlns:a16="http://schemas.microsoft.com/office/drawing/2014/main" id="{0BF99226-54AC-802D-D6CD-A94B440D7A40}"/>
              </a:ext>
            </a:extLst>
          </p:cNvPr>
          <p:cNvGrpSpPr/>
          <p:nvPr/>
        </p:nvGrpSpPr>
        <p:grpSpPr>
          <a:xfrm>
            <a:off x="5279201" y="3117414"/>
            <a:ext cx="1005486" cy="979996"/>
            <a:chOff x="6191726" y="3178796"/>
            <a:chExt cx="1428750" cy="1428750"/>
          </a:xfrm>
        </p:grpSpPr>
        <p:pic>
          <p:nvPicPr>
            <p:cNvPr id="91" name="Image 8">
              <a:extLst>
                <a:ext uri="{FF2B5EF4-FFF2-40B4-BE49-F238E27FC236}">
                  <a16:creationId xmlns:a16="http://schemas.microsoft.com/office/drawing/2014/main" id="{AC682FCF-15C9-B7C0-DCB8-A0A3078ADF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92" name="ZoneTexte 9">
              <a:extLst>
                <a:ext uri="{FF2B5EF4-FFF2-40B4-BE49-F238E27FC236}">
                  <a16:creationId xmlns:a16="http://schemas.microsoft.com/office/drawing/2014/main" id="{AF37DD27-B7B2-4701-9C95-8EF24A1916F3}"/>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grpSp>
        <p:nvGrpSpPr>
          <p:cNvPr id="93" name="Groupe 7">
            <a:extLst>
              <a:ext uri="{FF2B5EF4-FFF2-40B4-BE49-F238E27FC236}">
                <a16:creationId xmlns:a16="http://schemas.microsoft.com/office/drawing/2014/main" id="{F48087B5-FB20-93F3-EC5F-40275FD51F0C}"/>
              </a:ext>
            </a:extLst>
          </p:cNvPr>
          <p:cNvGrpSpPr/>
          <p:nvPr/>
        </p:nvGrpSpPr>
        <p:grpSpPr>
          <a:xfrm>
            <a:off x="7810979" y="3119965"/>
            <a:ext cx="1005486" cy="979996"/>
            <a:chOff x="6191726" y="3178796"/>
            <a:chExt cx="1428750" cy="1428750"/>
          </a:xfrm>
        </p:grpSpPr>
        <p:pic>
          <p:nvPicPr>
            <p:cNvPr id="94" name="Image 8">
              <a:extLst>
                <a:ext uri="{FF2B5EF4-FFF2-40B4-BE49-F238E27FC236}">
                  <a16:creationId xmlns:a16="http://schemas.microsoft.com/office/drawing/2014/main" id="{18AE8C03-F0AB-4CB9-C17A-A4B455F1D7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95" name="ZoneTexte 9">
              <a:extLst>
                <a:ext uri="{FF2B5EF4-FFF2-40B4-BE49-F238E27FC236}">
                  <a16:creationId xmlns:a16="http://schemas.microsoft.com/office/drawing/2014/main" id="{A539CC66-581E-ED97-8A4A-D79C26E3B495}"/>
                </a:ext>
              </a:extLst>
            </p:cNvPr>
            <p:cNvSpPr txBox="1"/>
            <p:nvPr/>
          </p:nvSpPr>
          <p:spPr>
            <a:xfrm>
              <a:off x="6319460" y="3248646"/>
              <a:ext cx="1003301" cy="246221"/>
            </a:xfrm>
            <a:prstGeom prst="rect">
              <a:avLst/>
            </a:prstGeom>
            <a:noFill/>
          </p:spPr>
          <p:txBody>
            <a:bodyPr wrap="square" rtlCol="0">
              <a:spAutoFit/>
            </a:bodyPr>
            <a:lstStyle/>
            <a:p>
              <a:r>
                <a:rPr lang="en-GB" sz="1000" b="1">
                  <a:solidFill>
                    <a:prstClr val="black"/>
                  </a:solidFill>
                  <a:latin typeface="Calibri" panose="020F0502020204030204"/>
                </a:rPr>
                <a:t>XSL</a:t>
              </a:r>
            </a:p>
          </p:txBody>
        </p:sp>
      </p:grpSp>
      <p:sp>
        <p:nvSpPr>
          <p:cNvPr id="108" name="TextBox 107">
            <a:extLst>
              <a:ext uri="{FF2B5EF4-FFF2-40B4-BE49-F238E27FC236}">
                <a16:creationId xmlns:a16="http://schemas.microsoft.com/office/drawing/2014/main" id="{A884C9E9-42F6-1BD4-5AC9-D61694827D06}"/>
              </a:ext>
            </a:extLst>
          </p:cNvPr>
          <p:cNvSpPr txBox="1"/>
          <p:nvPr/>
        </p:nvSpPr>
        <p:spPr>
          <a:xfrm>
            <a:off x="6119781" y="6154508"/>
            <a:ext cx="1997462" cy="338554"/>
          </a:xfrm>
          <a:prstGeom prst="rect">
            <a:avLst/>
          </a:prstGeom>
          <a:solidFill>
            <a:schemeClr val="bg1"/>
          </a:solidFill>
        </p:spPr>
        <p:txBody>
          <a:bodyPr wrap="square" lIns="0" tIns="0" rIns="0" bIns="0" rtlCol="0">
            <a:spAutoFit/>
          </a:bodyPr>
          <a:lstStyle/>
          <a:p>
            <a:r>
              <a:rPr lang="en-GB" sz="1100" dirty="0"/>
              <a:t>SVRL: schematron validation report language (xml)</a:t>
            </a:r>
          </a:p>
        </p:txBody>
      </p:sp>
      <p:grpSp>
        <p:nvGrpSpPr>
          <p:cNvPr id="5" name="Group 4">
            <a:extLst>
              <a:ext uri="{FF2B5EF4-FFF2-40B4-BE49-F238E27FC236}">
                <a16:creationId xmlns:a16="http://schemas.microsoft.com/office/drawing/2014/main" id="{55A55123-6D73-0ED5-5FBB-EBA828FA3D3E}"/>
              </a:ext>
            </a:extLst>
          </p:cNvPr>
          <p:cNvGrpSpPr/>
          <p:nvPr/>
        </p:nvGrpSpPr>
        <p:grpSpPr>
          <a:xfrm>
            <a:off x="2928685" y="1570568"/>
            <a:ext cx="4559311" cy="2879708"/>
            <a:chOff x="2673364" y="1795401"/>
            <a:chExt cx="4559311" cy="2879708"/>
          </a:xfrm>
        </p:grpSpPr>
        <p:sp>
          <p:nvSpPr>
            <p:cNvPr id="6" name="Oval 5">
              <a:extLst>
                <a:ext uri="{FF2B5EF4-FFF2-40B4-BE49-F238E27FC236}">
                  <a16:creationId xmlns:a16="http://schemas.microsoft.com/office/drawing/2014/main" id="{1A5EDAC3-80B1-AFA3-4083-D26DD624730A}"/>
                </a:ext>
              </a:extLst>
            </p:cNvPr>
            <p:cNvSpPr/>
            <p:nvPr/>
          </p:nvSpPr>
          <p:spPr>
            <a:xfrm>
              <a:off x="2673364" y="1871857"/>
              <a:ext cx="4559311" cy="2803252"/>
            </a:xfrm>
            <a:prstGeom prst="ellipse">
              <a:avLst/>
            </a:prstGeom>
            <a:noFill/>
            <a:ln w="76200" cap="flat" cmpd="sng" algn="ctr">
              <a:solidFill>
                <a:srgbClr val="00B050"/>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A2B990E-16BC-AEF2-1AF9-308C5C7DFD03}"/>
                </a:ext>
              </a:extLst>
            </p:cNvPr>
            <p:cNvSpPr txBox="1"/>
            <p:nvPr/>
          </p:nvSpPr>
          <p:spPr>
            <a:xfrm>
              <a:off x="4182335" y="1795401"/>
              <a:ext cx="435734"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4000" b="1" i="0" u="none" strike="noStrike" kern="0" cap="none" spc="0" normalizeH="0" baseline="0" noProof="0" dirty="0">
                  <a:ln>
                    <a:noFill/>
                  </a:ln>
                  <a:solidFill>
                    <a:srgbClr val="00B050"/>
                  </a:solidFill>
                  <a:effectLst/>
                  <a:uLnTx/>
                  <a:uFillTx/>
                  <a:latin typeface="Calibri" panose="020F0502020204030204"/>
                </a:rPr>
                <a:t>1</a:t>
              </a:r>
            </a:p>
          </p:txBody>
        </p:sp>
      </p:grpSp>
      <p:grpSp>
        <p:nvGrpSpPr>
          <p:cNvPr id="8" name="Group 7">
            <a:extLst>
              <a:ext uri="{FF2B5EF4-FFF2-40B4-BE49-F238E27FC236}">
                <a16:creationId xmlns:a16="http://schemas.microsoft.com/office/drawing/2014/main" id="{CAC038C7-4951-ABFA-EA19-014A02A0DD88}"/>
              </a:ext>
            </a:extLst>
          </p:cNvPr>
          <p:cNvGrpSpPr/>
          <p:nvPr/>
        </p:nvGrpSpPr>
        <p:grpSpPr>
          <a:xfrm>
            <a:off x="1433085" y="3807786"/>
            <a:ext cx="6967255" cy="2803252"/>
            <a:chOff x="1177764" y="4032619"/>
            <a:chExt cx="6967255" cy="2803252"/>
          </a:xfrm>
        </p:grpSpPr>
        <p:sp>
          <p:nvSpPr>
            <p:cNvPr id="9" name="Oval 8">
              <a:extLst>
                <a:ext uri="{FF2B5EF4-FFF2-40B4-BE49-F238E27FC236}">
                  <a16:creationId xmlns:a16="http://schemas.microsoft.com/office/drawing/2014/main" id="{61035BF0-4BBD-7880-5BCC-474A855793F7}"/>
                </a:ext>
              </a:extLst>
            </p:cNvPr>
            <p:cNvSpPr/>
            <p:nvPr/>
          </p:nvSpPr>
          <p:spPr>
            <a:xfrm>
              <a:off x="1177764" y="4032619"/>
              <a:ext cx="6967255" cy="2803252"/>
            </a:xfrm>
            <a:prstGeom prst="ellipse">
              <a:avLst/>
            </a:prstGeom>
            <a:noFill/>
            <a:ln w="7620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EB6C66B4-548E-80FB-3E8E-3DFECDEF9411}"/>
                </a:ext>
              </a:extLst>
            </p:cNvPr>
            <p:cNvSpPr txBox="1"/>
            <p:nvPr/>
          </p:nvSpPr>
          <p:spPr>
            <a:xfrm>
              <a:off x="2264456" y="4214323"/>
              <a:ext cx="435734"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4000" b="1" i="0" u="none" strike="noStrike" kern="0" cap="none" spc="0" normalizeH="0" baseline="0" noProof="0" dirty="0">
                  <a:ln>
                    <a:noFill/>
                  </a:ln>
                  <a:solidFill>
                    <a:srgbClr val="00B050"/>
                  </a:solidFill>
                  <a:effectLst/>
                  <a:uLnTx/>
                  <a:uFillTx/>
                  <a:latin typeface="Calibri" panose="020F0502020204030204"/>
                </a:rPr>
                <a:t>2</a:t>
              </a:r>
            </a:p>
          </p:txBody>
        </p:sp>
      </p:grpSp>
      <p:grpSp>
        <p:nvGrpSpPr>
          <p:cNvPr id="11" name="Group 10">
            <a:extLst>
              <a:ext uri="{FF2B5EF4-FFF2-40B4-BE49-F238E27FC236}">
                <a16:creationId xmlns:a16="http://schemas.microsoft.com/office/drawing/2014/main" id="{B81C94EC-263F-7993-FB5A-AD3B6B65240F}"/>
              </a:ext>
            </a:extLst>
          </p:cNvPr>
          <p:cNvGrpSpPr/>
          <p:nvPr/>
        </p:nvGrpSpPr>
        <p:grpSpPr>
          <a:xfrm>
            <a:off x="6867889" y="3082737"/>
            <a:ext cx="5024134" cy="3474380"/>
            <a:chOff x="6612568" y="3308370"/>
            <a:chExt cx="5024134" cy="3474380"/>
          </a:xfrm>
        </p:grpSpPr>
        <p:sp>
          <p:nvSpPr>
            <p:cNvPr id="12" name="Oval 11">
              <a:extLst>
                <a:ext uri="{FF2B5EF4-FFF2-40B4-BE49-F238E27FC236}">
                  <a16:creationId xmlns:a16="http://schemas.microsoft.com/office/drawing/2014/main" id="{73DC3F53-6A37-9337-0836-3FBBF3AF4939}"/>
                </a:ext>
              </a:extLst>
            </p:cNvPr>
            <p:cNvSpPr/>
            <p:nvPr/>
          </p:nvSpPr>
          <p:spPr>
            <a:xfrm>
              <a:off x="6612568" y="3308370"/>
              <a:ext cx="5024134" cy="3474380"/>
            </a:xfrm>
            <a:prstGeom prst="ellipse">
              <a:avLst/>
            </a:prstGeom>
            <a:noFill/>
            <a:ln w="7620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2CE3B6BE-4757-0ED2-16BD-45F784944135}"/>
                </a:ext>
              </a:extLst>
            </p:cNvPr>
            <p:cNvSpPr txBox="1"/>
            <p:nvPr/>
          </p:nvSpPr>
          <p:spPr>
            <a:xfrm>
              <a:off x="9719713" y="3354814"/>
              <a:ext cx="435734"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4000" b="1" i="0" u="none" strike="noStrike" kern="0" cap="none" spc="0" normalizeH="0" baseline="0" noProof="0" dirty="0">
                  <a:ln>
                    <a:noFill/>
                  </a:ln>
                  <a:solidFill>
                    <a:srgbClr val="00B050"/>
                  </a:solidFill>
                  <a:effectLst/>
                  <a:uLnTx/>
                  <a:uFillTx/>
                  <a:latin typeface="Calibri" panose="020F0502020204030204"/>
                </a:rPr>
                <a:t>3</a:t>
              </a:r>
            </a:p>
          </p:txBody>
        </p:sp>
      </p:grpSp>
      <p:sp>
        <p:nvSpPr>
          <p:cNvPr id="14" name="Content Placeholder 5">
            <a:extLst>
              <a:ext uri="{FF2B5EF4-FFF2-40B4-BE49-F238E27FC236}">
                <a16:creationId xmlns:a16="http://schemas.microsoft.com/office/drawing/2014/main" id="{8C1CBA67-A671-D5D0-3B9C-2C94621ECAC9}"/>
              </a:ext>
            </a:extLst>
          </p:cNvPr>
          <p:cNvSpPr txBox="1">
            <a:spLocks/>
          </p:cNvSpPr>
          <p:nvPr/>
        </p:nvSpPr>
        <p:spPr>
          <a:xfrm>
            <a:off x="0" y="1507305"/>
            <a:ext cx="2737702" cy="2694026"/>
          </a:xfrm>
          <a:prstGeom prst="rect">
            <a:avLst/>
          </a:prstGeom>
        </p:spPr>
        <p:txBody>
          <a:bodyPr/>
          <a:lstStyle>
            <a:lvl1pPr marL="230400" indent="-230400" algn="l" defTabSz="914400" rtl="0" eaLnBrk="1" latinLnBrk="0" hangingPunct="1">
              <a:lnSpc>
                <a:spcPct val="90000"/>
              </a:lnSpc>
              <a:spcBef>
                <a:spcPts val="1000"/>
              </a:spcBef>
              <a:buFont typeface="Wingdings" panose="05000000000000000000" pitchFamily="2" charset="2"/>
              <a:buChar char="§"/>
              <a:defRPr lang="en-US" sz="2400" kern="1200" noProof="0" dirty="0">
                <a:solidFill>
                  <a:schemeClr val="tx1"/>
                </a:solidFill>
                <a:latin typeface="+mn-lt"/>
                <a:ea typeface="+mn-ea"/>
                <a:cs typeface="+mn-cs"/>
              </a:defRPr>
            </a:lvl1pPr>
            <a:lvl2pPr marL="687600" indent="-230400" algn="l" defTabSz="914400" rtl="0" eaLnBrk="1" latinLnBrk="0" hangingPunct="1">
              <a:lnSpc>
                <a:spcPct val="90000"/>
              </a:lnSpc>
              <a:spcBef>
                <a:spcPts val="1000"/>
              </a:spcBef>
              <a:buFont typeface="Symbol" panose="05050102010706020507" pitchFamily="18" charset="2"/>
              <a:buChar char="-"/>
              <a:defRPr lang="en-US" sz="2000" kern="1200" noProof="0" dirty="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Symbol" panose="05050102010706020507" pitchFamily="18" charset="2"/>
              <a:buChar char="-"/>
              <a:defRPr lang="en-US" sz="1800" kern="1200" noProof="0" dirty="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Symbol" panose="05050102010706020507" pitchFamily="18" charset="2"/>
              <a:buChar char="-"/>
              <a:defRPr lang="en-US" sz="1600" kern="1200" noProof="0" dirty="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Symbol" panose="05050102010706020507" pitchFamily="18" charset="2"/>
              <a:buChar char="-"/>
              <a:defRPr lang="en-US" sz="1600" kern="1200" noProof="0" dirty="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None/>
            </a:pPr>
            <a:r>
              <a:rPr lang="en-GB" sz="1100" dirty="0"/>
              <a:t>Schematron process is composed of 3 steps:</a:t>
            </a:r>
          </a:p>
          <a:p>
            <a:pPr marL="533400" lvl="1" indent="-307975">
              <a:spcBef>
                <a:spcPts val="0"/>
              </a:spcBef>
              <a:buFont typeface="+mj-lt"/>
              <a:buAutoNum type="arabicPeriod"/>
            </a:pPr>
            <a:r>
              <a:rPr lang="en-GB" sz="1050" b="1" dirty="0"/>
              <a:t>SCH </a:t>
            </a:r>
            <a:r>
              <a:rPr lang="en-GB" sz="1050" b="1" dirty="0">
                <a:sym typeface="Wingdings" pitchFamily="2" charset="2"/>
              </a:rPr>
              <a:t> XSL </a:t>
            </a:r>
            <a:r>
              <a:rPr lang="en-GB" sz="1050" dirty="0">
                <a:sym typeface="Wingdings" pitchFamily="2" charset="2"/>
              </a:rPr>
              <a:t>(Rules development stage)</a:t>
            </a:r>
          </a:p>
          <a:p>
            <a:pPr marL="847725" lvl="2" indent="-314325">
              <a:spcBef>
                <a:spcPts val="0"/>
              </a:spcBef>
            </a:pPr>
            <a:r>
              <a:rPr lang="en-GB" sz="1000" dirty="0"/>
              <a:t>Schematron compilation in XSL is made once</a:t>
            </a:r>
            <a:endParaRPr lang="en-GB" sz="1000" dirty="0">
              <a:sym typeface="Wingdings" pitchFamily="2" charset="2"/>
            </a:endParaRPr>
          </a:p>
          <a:p>
            <a:pPr marL="533400" lvl="1" indent="-307975">
              <a:spcBef>
                <a:spcPts val="0"/>
              </a:spcBef>
              <a:buFont typeface="+mj-lt"/>
              <a:buAutoNum type="arabicPeriod"/>
            </a:pPr>
            <a:r>
              <a:rPr lang="en-GB" sz="1050" b="1" dirty="0">
                <a:sym typeface="Wingdings" pitchFamily="2" charset="2"/>
              </a:rPr>
              <a:t>XML  SVRL </a:t>
            </a:r>
            <a:r>
              <a:rPr lang="en-GB" sz="1050" dirty="0">
                <a:sym typeface="Wingdings" pitchFamily="2" charset="2"/>
              </a:rPr>
              <a:t>(User stage)</a:t>
            </a:r>
          </a:p>
          <a:p>
            <a:pPr marL="847725" lvl="2" indent="-314325">
              <a:spcBef>
                <a:spcPts val="0"/>
              </a:spcBef>
            </a:pPr>
            <a:r>
              <a:rPr lang="en-GB" sz="1000" dirty="0">
                <a:sym typeface="Wingdings" pitchFamily="2" charset="2"/>
              </a:rPr>
              <a:t>Schematron rules applied to XML dataset</a:t>
            </a:r>
          </a:p>
          <a:p>
            <a:pPr marL="847725" lvl="2" indent="-314325">
              <a:spcBef>
                <a:spcPts val="0"/>
              </a:spcBef>
            </a:pPr>
            <a:r>
              <a:rPr lang="en-GB" sz="1000" dirty="0">
                <a:sym typeface="Wingdings" pitchFamily="2" charset="2"/>
              </a:rPr>
              <a:t>The SVRL file is a machine-readable file</a:t>
            </a:r>
          </a:p>
          <a:p>
            <a:pPr marL="533400" lvl="1" indent="-307975">
              <a:spcBef>
                <a:spcPts val="0"/>
              </a:spcBef>
              <a:buFont typeface="+mj-lt"/>
              <a:buAutoNum type="arabicPeriod"/>
            </a:pPr>
            <a:r>
              <a:rPr lang="en-GB" sz="1050" b="1" dirty="0">
                <a:sym typeface="Wingdings" pitchFamily="2" charset="2"/>
              </a:rPr>
              <a:t>SVRL  HTML </a:t>
            </a:r>
            <a:r>
              <a:rPr lang="en-GB" sz="1050" dirty="0">
                <a:sym typeface="Wingdings" pitchFamily="2" charset="2"/>
              </a:rPr>
              <a:t>(User stage)</a:t>
            </a:r>
          </a:p>
          <a:p>
            <a:pPr marL="847725" lvl="2" indent="-314325">
              <a:spcBef>
                <a:spcPts val="0"/>
              </a:spcBef>
            </a:pPr>
            <a:r>
              <a:rPr lang="en-GB" sz="1000" dirty="0">
                <a:sym typeface="Wingdings" pitchFamily="2" charset="2"/>
              </a:rPr>
              <a:t>SVRL converted in a human-readable HTML file</a:t>
            </a:r>
          </a:p>
          <a:p>
            <a:pPr>
              <a:spcBef>
                <a:spcPts val="0"/>
              </a:spcBef>
            </a:pPr>
            <a:endParaRPr lang="en-GB" sz="1100" dirty="0"/>
          </a:p>
        </p:txBody>
      </p:sp>
    </p:spTree>
    <p:extLst>
      <p:ext uri="{BB962C8B-B14F-4D97-AF65-F5344CB8AC3E}">
        <p14:creationId xmlns:p14="http://schemas.microsoft.com/office/powerpoint/2010/main" val="382041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007C-7098-BA2A-7E1E-09091B0763AF}"/>
              </a:ext>
            </a:extLst>
          </p:cNvPr>
          <p:cNvSpPr>
            <a:spLocks noGrp="1"/>
          </p:cNvSpPr>
          <p:nvPr>
            <p:ph type="title"/>
          </p:nvPr>
        </p:nvSpPr>
        <p:spPr/>
        <p:txBody>
          <a:bodyPr/>
          <a:lstStyle/>
          <a:p>
            <a:r>
              <a:rPr lang="en-GB" dirty="0"/>
              <a:t>Schematron</a:t>
            </a:r>
          </a:p>
        </p:txBody>
      </p:sp>
      <p:sp>
        <p:nvSpPr>
          <p:cNvPr id="3" name="Slide Number Placeholder 2">
            <a:extLst>
              <a:ext uri="{FF2B5EF4-FFF2-40B4-BE49-F238E27FC236}">
                <a16:creationId xmlns:a16="http://schemas.microsoft.com/office/drawing/2014/main" id="{81E5D1B5-A84D-D2AD-CD41-EBB2AE5B59E8}"/>
              </a:ext>
            </a:extLst>
          </p:cNvPr>
          <p:cNvSpPr>
            <a:spLocks noGrp="1"/>
          </p:cNvSpPr>
          <p:nvPr>
            <p:ph type="sldNum" sz="quarter" idx="11"/>
          </p:nvPr>
        </p:nvSpPr>
        <p:spPr/>
        <p:txBody>
          <a:bodyPr/>
          <a:lstStyle/>
          <a:p>
            <a:fld id="{F50FD2C4-56EC-4F07-B0B8-CEAC86EF6E31}" type="slidenum">
              <a:rPr lang="en-US" noProof="0" smtClean="0"/>
              <a:pPr/>
              <a:t>12</a:t>
            </a:fld>
            <a:endParaRPr lang="en-US" noProof="0"/>
          </a:p>
        </p:txBody>
      </p:sp>
      <p:sp>
        <p:nvSpPr>
          <p:cNvPr id="4" name="Text Placeholder 3">
            <a:extLst>
              <a:ext uri="{FF2B5EF4-FFF2-40B4-BE49-F238E27FC236}">
                <a16:creationId xmlns:a16="http://schemas.microsoft.com/office/drawing/2014/main" id="{45C54E7D-02DE-6013-EE26-45ADAD3F1F5F}"/>
              </a:ext>
            </a:extLst>
          </p:cNvPr>
          <p:cNvSpPr>
            <a:spLocks noGrp="1"/>
          </p:cNvSpPr>
          <p:nvPr>
            <p:ph type="body" sz="quarter" idx="16"/>
          </p:nvPr>
        </p:nvSpPr>
        <p:spPr/>
        <p:txBody>
          <a:bodyPr/>
          <a:lstStyle/>
          <a:p>
            <a:r>
              <a:rPr lang="en-GB" dirty="0"/>
              <a:t>Multiple Schematron files</a:t>
            </a:r>
          </a:p>
        </p:txBody>
      </p:sp>
      <p:grpSp>
        <p:nvGrpSpPr>
          <p:cNvPr id="46" name="Group 45">
            <a:extLst>
              <a:ext uri="{FF2B5EF4-FFF2-40B4-BE49-F238E27FC236}">
                <a16:creationId xmlns:a16="http://schemas.microsoft.com/office/drawing/2014/main" id="{CB67986D-B388-8B59-F3B8-C582C980B154}"/>
              </a:ext>
            </a:extLst>
          </p:cNvPr>
          <p:cNvGrpSpPr/>
          <p:nvPr/>
        </p:nvGrpSpPr>
        <p:grpSpPr>
          <a:xfrm>
            <a:off x="227241" y="1566000"/>
            <a:ext cx="10126357" cy="4665769"/>
            <a:chOff x="0" y="1029181"/>
            <a:chExt cx="12007253" cy="5729427"/>
          </a:xfrm>
        </p:grpSpPr>
        <p:grpSp>
          <p:nvGrpSpPr>
            <p:cNvPr id="47" name="Groupe 6">
              <a:extLst>
                <a:ext uri="{FF2B5EF4-FFF2-40B4-BE49-F238E27FC236}">
                  <a16:creationId xmlns:a16="http://schemas.microsoft.com/office/drawing/2014/main" id="{FD2006EC-F22F-4405-B277-16C040BB1B86}"/>
                </a:ext>
              </a:extLst>
            </p:cNvPr>
            <p:cNvGrpSpPr/>
            <p:nvPr/>
          </p:nvGrpSpPr>
          <p:grpSpPr>
            <a:xfrm>
              <a:off x="7390969" y="2058769"/>
              <a:ext cx="1428750" cy="1428750"/>
              <a:chOff x="6223338" y="3488279"/>
              <a:chExt cx="1428750" cy="1428750"/>
            </a:xfrm>
          </p:grpSpPr>
          <p:pic>
            <p:nvPicPr>
              <p:cNvPr id="85" name="Image 7">
                <a:extLst>
                  <a:ext uri="{FF2B5EF4-FFF2-40B4-BE49-F238E27FC236}">
                    <a16:creationId xmlns:a16="http://schemas.microsoft.com/office/drawing/2014/main" id="{EBEF018B-BE26-449E-7511-E6D603561D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3338" y="3488279"/>
                <a:ext cx="1428750" cy="1428750"/>
              </a:xfrm>
              <a:prstGeom prst="rect">
                <a:avLst/>
              </a:prstGeom>
            </p:spPr>
          </p:pic>
          <p:sp>
            <p:nvSpPr>
              <p:cNvPr id="86" name="ZoneTexte 8">
                <a:extLst>
                  <a:ext uri="{FF2B5EF4-FFF2-40B4-BE49-F238E27FC236}">
                    <a16:creationId xmlns:a16="http://schemas.microsoft.com/office/drawing/2014/main" id="{8F2DBA09-06F4-2995-9DF5-2926D4DB14D8}"/>
                  </a:ext>
                </a:extLst>
              </p:cNvPr>
              <p:cNvSpPr txBox="1"/>
              <p:nvPr/>
            </p:nvSpPr>
            <p:spPr>
              <a:xfrm>
                <a:off x="6354711" y="3528019"/>
                <a:ext cx="1003301" cy="75588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dirty="0">
                    <a:ln>
                      <a:noFill/>
                    </a:ln>
                    <a:solidFill>
                      <a:prstClr val="black"/>
                    </a:solidFill>
                    <a:effectLst/>
                    <a:uLnTx/>
                    <a:uFillTx/>
                    <a:latin typeface="Calibri" panose="020F0502020204030204"/>
                  </a:rPr>
                  <a:t>LOTAR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dirty="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dirty="0">
                  <a:ln>
                    <a:noFill/>
                  </a:ln>
                  <a:solidFill>
                    <a:prstClr val="black"/>
                  </a:solidFill>
                  <a:effectLst/>
                  <a:uLnTx/>
                  <a:uFillTx/>
                  <a:latin typeface="Calibri" panose="020F0502020204030204"/>
                </a:endParaRPr>
              </a:p>
            </p:txBody>
          </p:sp>
        </p:grpSp>
        <p:sp>
          <p:nvSpPr>
            <p:cNvPr id="48" name="Flèche : droite 33">
              <a:extLst>
                <a:ext uri="{FF2B5EF4-FFF2-40B4-BE49-F238E27FC236}">
                  <a16:creationId xmlns:a16="http://schemas.microsoft.com/office/drawing/2014/main" id="{27E6D922-E46A-9D92-6AE1-1C7A87545F60}"/>
                </a:ext>
              </a:extLst>
            </p:cNvPr>
            <p:cNvSpPr/>
            <p:nvPr/>
          </p:nvSpPr>
          <p:spPr>
            <a:xfrm>
              <a:off x="2151799" y="5763141"/>
              <a:ext cx="8324044"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Flèche : droite 35">
              <a:extLst>
                <a:ext uri="{FF2B5EF4-FFF2-40B4-BE49-F238E27FC236}">
                  <a16:creationId xmlns:a16="http://schemas.microsoft.com/office/drawing/2014/main" id="{D571DE4F-5B81-794B-1052-829E33A0F7E4}"/>
                </a:ext>
              </a:extLst>
            </p:cNvPr>
            <p:cNvSpPr/>
            <p:nvPr/>
          </p:nvSpPr>
          <p:spPr>
            <a:xfrm rot="5400000">
              <a:off x="7014872" y="4446451"/>
              <a:ext cx="2117718"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50" name="Group 49">
              <a:extLst>
                <a:ext uri="{FF2B5EF4-FFF2-40B4-BE49-F238E27FC236}">
                  <a16:creationId xmlns:a16="http://schemas.microsoft.com/office/drawing/2014/main" id="{0461ACCE-B893-1EE5-852D-D0FAF0871CD3}"/>
                </a:ext>
              </a:extLst>
            </p:cNvPr>
            <p:cNvGrpSpPr/>
            <p:nvPr/>
          </p:nvGrpSpPr>
          <p:grpSpPr>
            <a:xfrm>
              <a:off x="723049" y="4980021"/>
              <a:ext cx="1428750" cy="1428750"/>
              <a:chOff x="9122978" y="1809231"/>
              <a:chExt cx="1428750" cy="1428750"/>
            </a:xfrm>
          </p:grpSpPr>
          <p:pic>
            <p:nvPicPr>
              <p:cNvPr id="83" name="Image 40">
                <a:extLst>
                  <a:ext uri="{FF2B5EF4-FFF2-40B4-BE49-F238E27FC236}">
                    <a16:creationId xmlns:a16="http://schemas.microsoft.com/office/drawing/2014/main" id="{CD004D5F-B040-0901-9D84-0CF831CBAB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22978" y="1809231"/>
                <a:ext cx="1428750" cy="1428750"/>
              </a:xfrm>
              <a:prstGeom prst="rect">
                <a:avLst/>
              </a:prstGeom>
            </p:spPr>
          </p:pic>
          <p:sp>
            <p:nvSpPr>
              <p:cNvPr id="84" name="ZoneTexte 41">
                <a:extLst>
                  <a:ext uri="{FF2B5EF4-FFF2-40B4-BE49-F238E27FC236}">
                    <a16:creationId xmlns:a16="http://schemas.microsoft.com/office/drawing/2014/main" id="{C9E955A1-1F62-0241-70D2-60B4F09FBEB3}"/>
                  </a:ext>
                </a:extLst>
              </p:cNvPr>
              <p:cNvSpPr txBox="1"/>
              <p:nvPr/>
            </p:nvSpPr>
            <p:spPr>
              <a:xfrm>
                <a:off x="9255474" y="1890862"/>
                <a:ext cx="1003301" cy="41573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STEP AP242 XML data</a:t>
                </a:r>
              </a:p>
            </p:txBody>
          </p:sp>
        </p:grpSp>
        <p:sp>
          <p:nvSpPr>
            <p:cNvPr id="51" name="Rectangle : coins arrondis 43">
              <a:extLst>
                <a:ext uri="{FF2B5EF4-FFF2-40B4-BE49-F238E27FC236}">
                  <a16:creationId xmlns:a16="http://schemas.microsoft.com/office/drawing/2014/main" id="{FF47806B-46BB-F5C0-13EF-927BF14F5F58}"/>
                </a:ext>
              </a:extLst>
            </p:cNvPr>
            <p:cNvSpPr/>
            <p:nvPr/>
          </p:nvSpPr>
          <p:spPr>
            <a:xfrm>
              <a:off x="2246612" y="1029181"/>
              <a:ext cx="7877835" cy="5729427"/>
            </a:xfrm>
            <a:prstGeom prst="roundRect">
              <a:avLst/>
            </a:prstGeom>
            <a:noFill/>
            <a:ln w="28575" cap="flat" cmpd="sng" algn="ctr">
              <a:solidFill>
                <a:srgbClr val="4472C4"/>
              </a:solidFill>
              <a:prstDash val="solid"/>
              <a:round/>
              <a:headEnd type="none" w="med" len="med"/>
              <a:tailEnd type="none" w="med" len="med"/>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1">
                  <a:ln>
                    <a:noFill/>
                  </a:ln>
                  <a:solidFill>
                    <a:srgbClr val="4472C4"/>
                  </a:solidFill>
                  <a:effectLst/>
                  <a:uLnTx/>
                  <a:uFillTx/>
                  <a:latin typeface="Calibri" panose="020F0502020204030204"/>
                  <a:ea typeface="+mn-ea"/>
                  <a:cs typeface="+mn-cs"/>
                </a:rPr>
                <a:t>Schematron tool</a:t>
              </a:r>
            </a:p>
          </p:txBody>
        </p:sp>
        <p:grpSp>
          <p:nvGrpSpPr>
            <p:cNvPr id="52" name="Groupe 46">
              <a:extLst>
                <a:ext uri="{FF2B5EF4-FFF2-40B4-BE49-F238E27FC236}">
                  <a16:creationId xmlns:a16="http://schemas.microsoft.com/office/drawing/2014/main" id="{4BEF7E7C-6108-8F15-0942-291A73CA6649}"/>
                </a:ext>
              </a:extLst>
            </p:cNvPr>
            <p:cNvGrpSpPr/>
            <p:nvPr/>
          </p:nvGrpSpPr>
          <p:grpSpPr>
            <a:xfrm>
              <a:off x="10578503" y="5026224"/>
              <a:ext cx="1428750" cy="1428750"/>
              <a:chOff x="8162075" y="5019013"/>
              <a:chExt cx="1428750" cy="1428750"/>
            </a:xfrm>
          </p:grpSpPr>
          <p:pic>
            <p:nvPicPr>
              <p:cNvPr id="81" name="Image 47">
                <a:extLst>
                  <a:ext uri="{FF2B5EF4-FFF2-40B4-BE49-F238E27FC236}">
                    <a16:creationId xmlns:a16="http://schemas.microsoft.com/office/drawing/2014/main" id="{2AE37B3E-2233-8D85-4529-98849E7CAB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2075" y="5019013"/>
                <a:ext cx="1428750" cy="1428750"/>
              </a:xfrm>
              <a:prstGeom prst="rect">
                <a:avLst/>
              </a:prstGeom>
            </p:spPr>
          </p:pic>
          <p:sp>
            <p:nvSpPr>
              <p:cNvPr id="82" name="ZoneTexte 48">
                <a:extLst>
                  <a:ext uri="{FF2B5EF4-FFF2-40B4-BE49-F238E27FC236}">
                    <a16:creationId xmlns:a16="http://schemas.microsoft.com/office/drawing/2014/main" id="{7D40E9F7-2A1A-8F1F-33BB-50B7E5DAA423}"/>
                  </a:ext>
                </a:extLst>
              </p:cNvPr>
              <p:cNvSpPr txBox="1"/>
              <p:nvPr/>
            </p:nvSpPr>
            <p:spPr>
              <a:xfrm>
                <a:off x="8288139" y="5076163"/>
                <a:ext cx="1003301"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black"/>
                    </a:solidFill>
                    <a:effectLst/>
                    <a:uLnTx/>
                    <a:uFillTx/>
                    <a:latin typeface="Calibri" panose="020F0502020204030204"/>
                  </a:rPr>
                  <a:t>HTML</a:t>
                </a:r>
              </a:p>
            </p:txBody>
          </p:sp>
        </p:grpSp>
        <p:sp>
          <p:nvSpPr>
            <p:cNvPr id="53" name="Bulle narrative : rectangle à coins arrondis 49">
              <a:extLst>
                <a:ext uri="{FF2B5EF4-FFF2-40B4-BE49-F238E27FC236}">
                  <a16:creationId xmlns:a16="http://schemas.microsoft.com/office/drawing/2014/main" id="{32C70E15-DF9D-A27A-68C0-A6F6A8ABEBFE}"/>
                </a:ext>
              </a:extLst>
            </p:cNvPr>
            <p:cNvSpPr/>
            <p:nvPr/>
          </p:nvSpPr>
          <p:spPr>
            <a:xfrm>
              <a:off x="10461295" y="3724952"/>
              <a:ext cx="1302685" cy="931430"/>
            </a:xfrm>
            <a:prstGeom prst="wedgeRoundRectCallout">
              <a:avLst>
                <a:gd name="adj1" fmla="val 18868"/>
                <a:gd name="adj2" fmla="val 109876"/>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4472C4"/>
                  </a:solidFill>
                  <a:effectLst/>
                  <a:uLnTx/>
                  <a:uFillTx/>
                  <a:latin typeface="Calibri" panose="020F0502020204030204"/>
                  <a:ea typeface="+mn-ea"/>
                  <a:cs typeface="+mn-cs"/>
                </a:rPr>
                <a:t>human-readable report</a:t>
              </a:r>
            </a:p>
          </p:txBody>
        </p:sp>
        <p:sp>
          <p:nvSpPr>
            <p:cNvPr id="54" name="TextBox 53">
              <a:extLst>
                <a:ext uri="{FF2B5EF4-FFF2-40B4-BE49-F238E27FC236}">
                  <a16:creationId xmlns:a16="http://schemas.microsoft.com/office/drawing/2014/main" id="{5D1C3EB7-2616-AAA9-A004-7B5BEA7B42ED}"/>
                </a:ext>
              </a:extLst>
            </p:cNvPr>
            <p:cNvSpPr txBox="1"/>
            <p:nvPr/>
          </p:nvSpPr>
          <p:spPr>
            <a:xfrm>
              <a:off x="15358" y="6170990"/>
              <a:ext cx="765975" cy="4535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4472C4"/>
                  </a:solidFill>
                  <a:effectLst/>
                  <a:uLnTx/>
                  <a:uFillTx/>
                  <a:latin typeface="Calibri" panose="020F0502020204030204"/>
                </a:rPr>
                <a:t>User</a:t>
              </a:r>
            </a:p>
          </p:txBody>
        </p:sp>
        <p:pic>
          <p:nvPicPr>
            <p:cNvPr id="55" name="Graphic 54" descr="Programmer male with solid fill">
              <a:extLst>
                <a:ext uri="{FF2B5EF4-FFF2-40B4-BE49-F238E27FC236}">
                  <a16:creationId xmlns:a16="http://schemas.microsoft.com/office/drawing/2014/main" id="{710B6A09-4348-F8A0-BEDE-9D5697FD1BF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0" y="5262861"/>
              <a:ext cx="914400" cy="914400"/>
            </a:xfrm>
            <a:prstGeom prst="rect">
              <a:avLst/>
            </a:prstGeom>
          </p:spPr>
        </p:pic>
        <p:grpSp>
          <p:nvGrpSpPr>
            <p:cNvPr id="59" name="Groupe 6">
              <a:extLst>
                <a:ext uri="{FF2B5EF4-FFF2-40B4-BE49-F238E27FC236}">
                  <a16:creationId xmlns:a16="http://schemas.microsoft.com/office/drawing/2014/main" id="{B9CA7589-11F1-3289-AA64-02CDCA0C4D15}"/>
                </a:ext>
              </a:extLst>
            </p:cNvPr>
            <p:cNvGrpSpPr/>
            <p:nvPr/>
          </p:nvGrpSpPr>
          <p:grpSpPr>
            <a:xfrm>
              <a:off x="3602546" y="2761917"/>
              <a:ext cx="1428750" cy="1428750"/>
              <a:chOff x="6191726" y="3178796"/>
              <a:chExt cx="1428750" cy="1428750"/>
            </a:xfrm>
            <a:noFill/>
          </p:grpSpPr>
          <p:pic>
            <p:nvPicPr>
              <p:cNvPr id="79" name="Image 7">
                <a:extLst>
                  <a:ext uri="{FF2B5EF4-FFF2-40B4-BE49-F238E27FC236}">
                    <a16:creationId xmlns:a16="http://schemas.microsoft.com/office/drawing/2014/main" id="{C9A84EB8-7928-DE1E-4307-870B2CDFAE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a:grpFill/>
            </p:spPr>
          </p:pic>
          <p:sp>
            <p:nvSpPr>
              <p:cNvPr id="80" name="ZoneTexte 8">
                <a:extLst>
                  <a:ext uri="{FF2B5EF4-FFF2-40B4-BE49-F238E27FC236}">
                    <a16:creationId xmlns:a16="http://schemas.microsoft.com/office/drawing/2014/main" id="{DDE03733-BA16-A463-12A5-12804F690BBC}"/>
                  </a:ext>
                </a:extLst>
              </p:cNvPr>
              <p:cNvSpPr txBox="1"/>
              <p:nvPr/>
            </p:nvSpPr>
            <p:spPr>
              <a:xfrm>
                <a:off x="6319460" y="3248645"/>
                <a:ext cx="1003301" cy="75588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PDM-IF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Calibri" panose="020F0502020204030204"/>
                </a:endParaRPr>
              </a:p>
            </p:txBody>
          </p:sp>
        </p:grpSp>
        <p:grpSp>
          <p:nvGrpSpPr>
            <p:cNvPr id="60" name="Groupe 6">
              <a:extLst>
                <a:ext uri="{FF2B5EF4-FFF2-40B4-BE49-F238E27FC236}">
                  <a16:creationId xmlns:a16="http://schemas.microsoft.com/office/drawing/2014/main" id="{EAF3CBF5-90C5-8948-6081-93216327C841}"/>
                </a:ext>
              </a:extLst>
            </p:cNvPr>
            <p:cNvGrpSpPr/>
            <p:nvPr/>
          </p:nvGrpSpPr>
          <p:grpSpPr>
            <a:xfrm>
              <a:off x="6093593" y="2784371"/>
              <a:ext cx="1428750" cy="1428750"/>
              <a:chOff x="6191726" y="3178796"/>
              <a:chExt cx="1428750" cy="1428750"/>
            </a:xfrm>
            <a:noFill/>
          </p:grpSpPr>
          <p:pic>
            <p:nvPicPr>
              <p:cNvPr id="77" name="Image 7">
                <a:extLst>
                  <a:ext uri="{FF2B5EF4-FFF2-40B4-BE49-F238E27FC236}">
                    <a16:creationId xmlns:a16="http://schemas.microsoft.com/office/drawing/2014/main" id="{1E2D6F47-E424-D1F7-7A73-33901F52E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a:grpFill/>
            </p:spPr>
          </p:pic>
          <p:sp>
            <p:nvSpPr>
              <p:cNvPr id="78" name="ZoneTexte 8">
                <a:extLst>
                  <a:ext uri="{FF2B5EF4-FFF2-40B4-BE49-F238E27FC236}">
                    <a16:creationId xmlns:a16="http://schemas.microsoft.com/office/drawing/2014/main" id="{E8505A8C-B0F5-5163-2647-DB0278917A4B}"/>
                  </a:ext>
                </a:extLst>
              </p:cNvPr>
              <p:cNvSpPr txBox="1"/>
              <p:nvPr/>
            </p:nvSpPr>
            <p:spPr>
              <a:xfrm>
                <a:off x="6319460" y="3248645"/>
                <a:ext cx="1003301" cy="75588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EWIS-IF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Calibri" panose="020F0502020204030204"/>
                </a:endParaRPr>
              </a:p>
            </p:txBody>
          </p:sp>
        </p:grpSp>
        <p:grpSp>
          <p:nvGrpSpPr>
            <p:cNvPr id="61" name="Groupe 6">
              <a:extLst>
                <a:ext uri="{FF2B5EF4-FFF2-40B4-BE49-F238E27FC236}">
                  <a16:creationId xmlns:a16="http://schemas.microsoft.com/office/drawing/2014/main" id="{BEF66D03-9F4E-1ED6-6B7C-6AED3DE79F90}"/>
                </a:ext>
              </a:extLst>
            </p:cNvPr>
            <p:cNvGrpSpPr/>
            <p:nvPr/>
          </p:nvGrpSpPr>
          <p:grpSpPr>
            <a:xfrm>
              <a:off x="2376067" y="3823122"/>
              <a:ext cx="1428750" cy="1428750"/>
              <a:chOff x="6191726" y="3178796"/>
              <a:chExt cx="1428750" cy="1428750"/>
            </a:xfrm>
          </p:grpSpPr>
          <p:pic>
            <p:nvPicPr>
              <p:cNvPr id="75" name="Image 7">
                <a:extLst>
                  <a:ext uri="{FF2B5EF4-FFF2-40B4-BE49-F238E27FC236}">
                    <a16:creationId xmlns:a16="http://schemas.microsoft.com/office/drawing/2014/main" id="{AEA09D5E-B369-8CB5-A810-FC2CD1FF0D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a:noFill/>
            </p:spPr>
          </p:pic>
          <p:sp>
            <p:nvSpPr>
              <p:cNvPr id="76" name="ZoneTexte 8">
                <a:extLst>
                  <a:ext uri="{FF2B5EF4-FFF2-40B4-BE49-F238E27FC236}">
                    <a16:creationId xmlns:a16="http://schemas.microsoft.com/office/drawing/2014/main" id="{122F3944-9514-C995-255C-9F3D58CA3456}"/>
                  </a:ext>
                </a:extLst>
              </p:cNvPr>
              <p:cNvSpPr txBox="1"/>
              <p:nvPr/>
            </p:nvSpPr>
            <p:spPr>
              <a:xfrm>
                <a:off x="6319460" y="3248645"/>
                <a:ext cx="1003301" cy="75588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AP242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Calibri" panose="020F0502020204030204"/>
                </a:endParaRPr>
              </a:p>
            </p:txBody>
          </p:sp>
        </p:grpSp>
        <p:sp>
          <p:nvSpPr>
            <p:cNvPr id="62" name="Flèche : droite 35">
              <a:extLst>
                <a:ext uri="{FF2B5EF4-FFF2-40B4-BE49-F238E27FC236}">
                  <a16:creationId xmlns:a16="http://schemas.microsoft.com/office/drawing/2014/main" id="{1E5FB966-0AE9-5651-1BA3-383C1B4E00DF}"/>
                </a:ext>
              </a:extLst>
            </p:cNvPr>
            <p:cNvSpPr/>
            <p:nvPr/>
          </p:nvSpPr>
          <p:spPr>
            <a:xfrm rot="5400000">
              <a:off x="2884036" y="5305252"/>
              <a:ext cx="400112"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3" name="Groupe 6">
              <a:extLst>
                <a:ext uri="{FF2B5EF4-FFF2-40B4-BE49-F238E27FC236}">
                  <a16:creationId xmlns:a16="http://schemas.microsoft.com/office/drawing/2014/main" id="{B912254D-1D3C-DB70-2006-C7BFB083D757}"/>
                </a:ext>
              </a:extLst>
            </p:cNvPr>
            <p:cNvGrpSpPr/>
            <p:nvPr/>
          </p:nvGrpSpPr>
          <p:grpSpPr>
            <a:xfrm>
              <a:off x="8618127" y="1112200"/>
              <a:ext cx="1428750" cy="1428750"/>
              <a:chOff x="6210390" y="3595647"/>
              <a:chExt cx="1428750" cy="1428750"/>
            </a:xfrm>
          </p:grpSpPr>
          <p:pic>
            <p:nvPicPr>
              <p:cNvPr id="73" name="Image 7">
                <a:extLst>
                  <a:ext uri="{FF2B5EF4-FFF2-40B4-BE49-F238E27FC236}">
                    <a16:creationId xmlns:a16="http://schemas.microsoft.com/office/drawing/2014/main" id="{1B810D86-DDB4-59D1-397A-2C2E626ABC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0390" y="3595647"/>
                <a:ext cx="1428750" cy="1428750"/>
              </a:xfrm>
              <a:prstGeom prst="rect">
                <a:avLst/>
              </a:prstGeom>
            </p:spPr>
          </p:pic>
          <p:sp>
            <p:nvSpPr>
              <p:cNvPr id="74" name="ZoneTexte 8">
                <a:extLst>
                  <a:ext uri="{FF2B5EF4-FFF2-40B4-BE49-F238E27FC236}">
                    <a16:creationId xmlns:a16="http://schemas.microsoft.com/office/drawing/2014/main" id="{49A8DED5-F794-E87E-068A-C6CD5AA2D969}"/>
                  </a:ext>
                </a:extLst>
              </p:cNvPr>
              <p:cNvSpPr txBox="1"/>
              <p:nvPr/>
            </p:nvSpPr>
            <p:spPr>
              <a:xfrm>
                <a:off x="6338124" y="3665496"/>
                <a:ext cx="1003301" cy="75588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Company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Calibri" panose="020F0502020204030204"/>
                </a:endParaRPr>
              </a:p>
            </p:txBody>
          </p:sp>
        </p:grpSp>
        <p:sp>
          <p:nvSpPr>
            <p:cNvPr id="64" name="Flèche : droite 35">
              <a:extLst>
                <a:ext uri="{FF2B5EF4-FFF2-40B4-BE49-F238E27FC236}">
                  <a16:creationId xmlns:a16="http://schemas.microsoft.com/office/drawing/2014/main" id="{1C8E6383-E9E9-667A-D6CD-0C771A5013D9}"/>
                </a:ext>
              </a:extLst>
            </p:cNvPr>
            <p:cNvSpPr/>
            <p:nvPr/>
          </p:nvSpPr>
          <p:spPr>
            <a:xfrm rot="5400000">
              <a:off x="3589531" y="4807271"/>
              <a:ext cx="1395492"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5" name="Groupe 6">
              <a:extLst>
                <a:ext uri="{FF2B5EF4-FFF2-40B4-BE49-F238E27FC236}">
                  <a16:creationId xmlns:a16="http://schemas.microsoft.com/office/drawing/2014/main" id="{D78544A7-3027-4D04-3229-CA34CB9BFDE8}"/>
                </a:ext>
              </a:extLst>
            </p:cNvPr>
            <p:cNvGrpSpPr/>
            <p:nvPr/>
          </p:nvGrpSpPr>
          <p:grpSpPr>
            <a:xfrm>
              <a:off x="4840594" y="2761917"/>
              <a:ext cx="1428750" cy="1428750"/>
              <a:chOff x="6191726" y="3178796"/>
              <a:chExt cx="1428750" cy="1428750"/>
            </a:xfrm>
            <a:noFill/>
          </p:grpSpPr>
          <p:pic>
            <p:nvPicPr>
              <p:cNvPr id="71" name="Image 7">
                <a:extLst>
                  <a:ext uri="{FF2B5EF4-FFF2-40B4-BE49-F238E27FC236}">
                    <a16:creationId xmlns:a16="http://schemas.microsoft.com/office/drawing/2014/main" id="{EB99A5D9-AB60-8D4C-234E-23FAF44B24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a:grpFill/>
            </p:spPr>
          </p:pic>
          <p:sp>
            <p:nvSpPr>
              <p:cNvPr id="72" name="ZoneTexte 8">
                <a:extLst>
                  <a:ext uri="{FF2B5EF4-FFF2-40B4-BE49-F238E27FC236}">
                    <a16:creationId xmlns:a16="http://schemas.microsoft.com/office/drawing/2014/main" id="{2170A566-0447-6C0F-7FC3-B648ED80FB28}"/>
                  </a:ext>
                </a:extLst>
              </p:cNvPr>
              <p:cNvSpPr txBox="1"/>
              <p:nvPr/>
            </p:nvSpPr>
            <p:spPr>
              <a:xfrm>
                <a:off x="6319460" y="3248645"/>
                <a:ext cx="1003301" cy="75588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err="1">
                    <a:ln>
                      <a:noFill/>
                    </a:ln>
                    <a:solidFill>
                      <a:prstClr val="black"/>
                    </a:solidFill>
                    <a:effectLst/>
                    <a:uLnTx/>
                    <a:uFillTx/>
                    <a:latin typeface="Calibri" panose="020F0502020204030204"/>
                  </a:rPr>
                  <a:t>CAx</a:t>
                </a:r>
                <a:r>
                  <a:rPr kumimoji="0" lang="en-GB" sz="800" b="1" i="0" u="none" strike="noStrike" kern="0" cap="none" spc="0" normalizeH="0" baseline="0" noProof="0">
                    <a:ln>
                      <a:noFill/>
                    </a:ln>
                    <a:solidFill>
                      <a:prstClr val="black"/>
                    </a:solidFill>
                    <a:effectLst/>
                    <a:uLnTx/>
                    <a:uFillTx/>
                    <a:latin typeface="Calibri" panose="020F0502020204030204"/>
                  </a:rPr>
                  <a:t>-IF Schematron</a:t>
                </a:r>
              </a:p>
              <a:p>
                <a:pPr marL="0" marR="0" lvl="0" indent="0" defTabSz="91440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prstClr val="black"/>
                    </a:solidFill>
                    <a:effectLst/>
                    <a:uLnTx/>
                    <a:uFillTx/>
                    <a:latin typeface="Calibri" panose="020F0502020204030204"/>
                  </a:rPr>
                  <a:t>Rules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000" b="1" i="0" u="none" strike="noStrike" kern="0" cap="none" spc="0" normalizeH="0" baseline="0" noProof="0">
                  <a:ln>
                    <a:noFill/>
                  </a:ln>
                  <a:solidFill>
                    <a:prstClr val="black"/>
                  </a:solidFill>
                  <a:effectLst/>
                  <a:uLnTx/>
                  <a:uFillTx/>
                  <a:latin typeface="Calibri" panose="020F0502020204030204"/>
                </a:endParaRPr>
              </a:p>
            </p:txBody>
          </p:sp>
        </p:grpSp>
        <p:sp>
          <p:nvSpPr>
            <p:cNvPr id="66" name="Flèche : droite 35">
              <a:extLst>
                <a:ext uri="{FF2B5EF4-FFF2-40B4-BE49-F238E27FC236}">
                  <a16:creationId xmlns:a16="http://schemas.microsoft.com/office/drawing/2014/main" id="{922E6CB9-537D-B813-0907-94025E643ACD}"/>
                </a:ext>
              </a:extLst>
            </p:cNvPr>
            <p:cNvSpPr/>
            <p:nvPr/>
          </p:nvSpPr>
          <p:spPr>
            <a:xfrm rot="5400000">
              <a:off x="4829211" y="4813408"/>
              <a:ext cx="1383213"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Flèche : droite 35">
              <a:extLst>
                <a:ext uri="{FF2B5EF4-FFF2-40B4-BE49-F238E27FC236}">
                  <a16:creationId xmlns:a16="http://schemas.microsoft.com/office/drawing/2014/main" id="{0EE51F14-EA3E-765B-0BD8-14A341F2E97B}"/>
                </a:ext>
              </a:extLst>
            </p:cNvPr>
            <p:cNvSpPr/>
            <p:nvPr/>
          </p:nvSpPr>
          <p:spPr>
            <a:xfrm rot="5400000">
              <a:off x="6072971" y="4813704"/>
              <a:ext cx="1383212"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8" name="Flèche : droite 35">
              <a:extLst>
                <a:ext uri="{FF2B5EF4-FFF2-40B4-BE49-F238E27FC236}">
                  <a16:creationId xmlns:a16="http://schemas.microsoft.com/office/drawing/2014/main" id="{11E5687C-0A20-1725-AF5A-060368227648}"/>
                </a:ext>
              </a:extLst>
            </p:cNvPr>
            <p:cNvSpPr/>
            <p:nvPr/>
          </p:nvSpPr>
          <p:spPr>
            <a:xfrm rot="5400000">
              <a:off x="7808052" y="3995578"/>
              <a:ext cx="3018876"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5" name="Bulle narrative : rectangle à coins arrondis 49">
            <a:extLst>
              <a:ext uri="{FF2B5EF4-FFF2-40B4-BE49-F238E27FC236}">
                <a16:creationId xmlns:a16="http://schemas.microsoft.com/office/drawing/2014/main" id="{961930BE-D158-1B3D-6727-F813C04E1CFF}"/>
              </a:ext>
            </a:extLst>
          </p:cNvPr>
          <p:cNvSpPr/>
          <p:nvPr/>
        </p:nvSpPr>
        <p:spPr>
          <a:xfrm>
            <a:off x="611619" y="2634199"/>
            <a:ext cx="1259230" cy="1207051"/>
          </a:xfrm>
          <a:prstGeom prst="wedgeRoundRectCallout">
            <a:avLst>
              <a:gd name="adj1" fmla="val 106561"/>
              <a:gd name="adj2" fmla="val 91741"/>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100" kern="0" dirty="0">
                <a:solidFill>
                  <a:srgbClr val="4472C4"/>
                </a:solidFill>
                <a:latin typeface="Calibri" panose="020F0502020204030204"/>
              </a:rPr>
              <a:t>F</a:t>
            </a: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rom the standards: Structural rules by standard</a:t>
            </a:r>
            <a:r>
              <a:rPr lang="en-GB" sz="1100" kern="0" dirty="0">
                <a:solidFill>
                  <a:srgbClr val="4472C4"/>
                </a:solidFill>
                <a:latin typeface="Calibri" panose="020F0502020204030204"/>
              </a:rPr>
              <a:t> developers</a:t>
            </a:r>
            <a:endPar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endParaRPr>
          </a:p>
        </p:txBody>
      </p:sp>
      <p:sp>
        <p:nvSpPr>
          <p:cNvPr id="6" name="Bulle narrative : rectangle à coins arrondis 49">
            <a:extLst>
              <a:ext uri="{FF2B5EF4-FFF2-40B4-BE49-F238E27FC236}">
                <a16:creationId xmlns:a16="http://schemas.microsoft.com/office/drawing/2014/main" id="{CFAEEEDA-663B-9597-CF46-599B8227F6D7}"/>
              </a:ext>
            </a:extLst>
          </p:cNvPr>
          <p:cNvSpPr/>
          <p:nvPr/>
        </p:nvSpPr>
        <p:spPr>
          <a:xfrm>
            <a:off x="2041968" y="1708341"/>
            <a:ext cx="1259230" cy="1207051"/>
          </a:xfrm>
          <a:prstGeom prst="wedgeRoundRectCallout">
            <a:avLst>
              <a:gd name="adj1" fmla="val 97424"/>
              <a:gd name="adj2" fmla="val 71172"/>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rPr>
              <a:t>Interoperability</a:t>
            </a:r>
            <a:r>
              <a:rPr lang="en-GB" sz="1100" kern="0" dirty="0">
                <a:solidFill>
                  <a:srgbClr val="4472C4"/>
                </a:solidFill>
                <a:latin typeface="Calibri" panose="020F0502020204030204"/>
              </a:rPr>
              <a:t> Forums: business rules</a:t>
            </a:r>
            <a:endParaRPr kumimoji="0" lang="en-GB" sz="1100" b="0" i="0" u="none" strike="noStrike" kern="0" cap="none" spc="0" normalizeH="0" baseline="0" noProof="0" dirty="0">
              <a:ln>
                <a:noFill/>
              </a:ln>
              <a:solidFill>
                <a:srgbClr val="4472C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488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8C04-536F-DC29-AEC9-AB61A900A2CD}"/>
              </a:ext>
            </a:extLst>
          </p:cNvPr>
          <p:cNvSpPr>
            <a:spLocks noGrp="1"/>
          </p:cNvSpPr>
          <p:nvPr>
            <p:ph type="title"/>
          </p:nvPr>
        </p:nvSpPr>
        <p:spPr/>
        <p:txBody>
          <a:bodyPr/>
          <a:lstStyle/>
          <a:p>
            <a:r>
              <a:rPr lang="en-GB" dirty="0"/>
              <a:t>STEP AP242 Standard</a:t>
            </a:r>
          </a:p>
        </p:txBody>
      </p:sp>
      <p:sp>
        <p:nvSpPr>
          <p:cNvPr id="3" name="Slide Number Placeholder 2">
            <a:extLst>
              <a:ext uri="{FF2B5EF4-FFF2-40B4-BE49-F238E27FC236}">
                <a16:creationId xmlns:a16="http://schemas.microsoft.com/office/drawing/2014/main" id="{D1F13590-B776-99C8-DAF8-16B9D23852BA}"/>
              </a:ext>
            </a:extLst>
          </p:cNvPr>
          <p:cNvSpPr>
            <a:spLocks noGrp="1"/>
          </p:cNvSpPr>
          <p:nvPr>
            <p:ph type="sldNum" sz="quarter" idx="11"/>
          </p:nvPr>
        </p:nvSpPr>
        <p:spPr/>
        <p:txBody>
          <a:bodyPr/>
          <a:lstStyle/>
          <a:p>
            <a:fld id="{F50FD2C4-56EC-4F07-B0B8-CEAC86EF6E31}" type="slidenum">
              <a:rPr lang="en-US" noProof="0" smtClean="0"/>
              <a:pPr/>
              <a:t>13</a:t>
            </a:fld>
            <a:endParaRPr lang="en-US" noProof="0"/>
          </a:p>
        </p:txBody>
      </p:sp>
      <p:sp>
        <p:nvSpPr>
          <p:cNvPr id="4" name="Text Placeholder 3">
            <a:extLst>
              <a:ext uri="{FF2B5EF4-FFF2-40B4-BE49-F238E27FC236}">
                <a16:creationId xmlns:a16="http://schemas.microsoft.com/office/drawing/2014/main" id="{6CFC7F84-A27B-D41F-D68E-418A5BA8F751}"/>
              </a:ext>
            </a:extLst>
          </p:cNvPr>
          <p:cNvSpPr>
            <a:spLocks noGrp="1"/>
          </p:cNvSpPr>
          <p:nvPr>
            <p:ph type="body" sz="quarter" idx="16"/>
          </p:nvPr>
        </p:nvSpPr>
        <p:spPr/>
        <p:txBody>
          <a:bodyPr/>
          <a:lstStyle/>
          <a:p>
            <a:r>
              <a:rPr lang="en-GB" dirty="0"/>
              <a:t>Usage of Schematron in STEP AP242 (ISO 10303-242)</a:t>
            </a:r>
          </a:p>
        </p:txBody>
      </p:sp>
      <p:pic>
        <p:nvPicPr>
          <p:cNvPr id="5" name="Picture 4">
            <a:extLst>
              <a:ext uri="{FF2B5EF4-FFF2-40B4-BE49-F238E27FC236}">
                <a16:creationId xmlns:a16="http://schemas.microsoft.com/office/drawing/2014/main" id="{8D772653-B90F-D8F1-5514-B57D82EFAA93}"/>
              </a:ext>
            </a:extLst>
          </p:cNvPr>
          <p:cNvPicPr>
            <a:picLocks noChangeAspect="1"/>
          </p:cNvPicPr>
          <p:nvPr/>
        </p:nvPicPr>
        <p:blipFill>
          <a:blip r:embed="rId2"/>
          <a:stretch>
            <a:fillRect/>
          </a:stretch>
        </p:blipFill>
        <p:spPr>
          <a:xfrm>
            <a:off x="3934636" y="2196144"/>
            <a:ext cx="2960330" cy="3129208"/>
          </a:xfrm>
          <a:prstGeom prst="rect">
            <a:avLst/>
          </a:prstGeom>
          <a:ln>
            <a:noFill/>
          </a:ln>
          <a:effectLst>
            <a:outerShdw blurRad="292100" dist="139700" dir="2700000" algn="tl" rotWithShape="0">
              <a:srgbClr val="333333">
                <a:alpha val="65000"/>
              </a:srgbClr>
            </a:outerShdw>
          </a:effectLst>
        </p:spPr>
      </p:pic>
      <p:sp>
        <p:nvSpPr>
          <p:cNvPr id="6" name="Rectangle 5">
            <a:extLst>
              <a:ext uri="{FF2B5EF4-FFF2-40B4-BE49-F238E27FC236}">
                <a16:creationId xmlns:a16="http://schemas.microsoft.com/office/drawing/2014/main" id="{F1AAB37F-83DD-9AC8-41FF-86760A979D4B}"/>
              </a:ext>
            </a:extLst>
          </p:cNvPr>
          <p:cNvSpPr/>
          <p:nvPr/>
        </p:nvSpPr>
        <p:spPr>
          <a:xfrm>
            <a:off x="4084806" y="4967073"/>
            <a:ext cx="2501401" cy="30995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DAD669D-2A2B-D6FC-EBD9-4F2A5B1CFCE9}"/>
              </a:ext>
            </a:extLst>
          </p:cNvPr>
          <p:cNvPicPr>
            <a:picLocks noChangeAspect="1"/>
          </p:cNvPicPr>
          <p:nvPr/>
        </p:nvPicPr>
        <p:blipFill>
          <a:blip r:embed="rId3"/>
          <a:stretch>
            <a:fillRect/>
          </a:stretch>
        </p:blipFill>
        <p:spPr>
          <a:xfrm>
            <a:off x="474753" y="2173951"/>
            <a:ext cx="3077743" cy="3376375"/>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4B05717A-F7A8-4945-D3B9-8A5D9E76AD80}"/>
              </a:ext>
            </a:extLst>
          </p:cNvPr>
          <p:cNvPicPr>
            <a:picLocks noChangeAspect="1"/>
          </p:cNvPicPr>
          <p:nvPr/>
        </p:nvPicPr>
        <p:blipFill>
          <a:blip r:embed="rId4"/>
          <a:stretch>
            <a:fillRect/>
          </a:stretch>
        </p:blipFill>
        <p:spPr>
          <a:xfrm>
            <a:off x="7091509" y="1638415"/>
            <a:ext cx="4443696" cy="2280741"/>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B5CE033C-9861-C4B5-3F3C-581F72EE2415}"/>
              </a:ext>
            </a:extLst>
          </p:cNvPr>
          <p:cNvSpPr txBox="1"/>
          <p:nvPr/>
        </p:nvSpPr>
        <p:spPr>
          <a:xfrm>
            <a:off x="7231635" y="4352099"/>
            <a:ext cx="4363465" cy="1476751"/>
          </a:xfrm>
          <a:prstGeom prst="rect">
            <a:avLst/>
          </a:prstGeom>
          <a:solidFill>
            <a:schemeClr val="bg1"/>
          </a:solidFill>
          <a:ln>
            <a:solidFill>
              <a:schemeClr val="tx1"/>
            </a:solidFill>
          </a:ln>
        </p:spPr>
        <p:txBody>
          <a:bodyPr wrap="square" lIns="0" tIns="0" rIns="0" bIns="0" rtlCol="0">
            <a:spAutoFit/>
          </a:bodyPr>
          <a:lstStyle/>
          <a:p>
            <a:pPr defTabSz="360000">
              <a:lnSpc>
                <a:spcPts val="700"/>
              </a:lnSpc>
              <a:spcBef>
                <a:spcPts val="100"/>
              </a:spcBef>
              <a:buNone/>
            </a:pPr>
            <a:r>
              <a:rPr lang="en-GB" sz="500" b="0" noProof="1">
                <a:solidFill>
                  <a:srgbClr val="800000"/>
                </a:solidFill>
                <a:effectLst/>
                <a:latin typeface="Menlo" panose="020B0609030804020204" pitchFamily="49" charset="0"/>
              </a:rPr>
              <a:t>&lt;sch:pattern</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id</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"IndividualPartRelationship_WR1"</a:t>
            </a:r>
            <a:r>
              <a:rPr lang="en-GB" sz="500" b="0" noProof="1">
                <a:solidFill>
                  <a:srgbClr val="800000"/>
                </a:solidFill>
                <a:effectLst/>
                <a:latin typeface="Menlo" panose="020B0609030804020204" pitchFamily="49" charset="0"/>
              </a:rPr>
              <a:t>&gt;</a:t>
            </a:r>
            <a:endParaRPr lang="en-GB" sz="500" b="0" noProof="1">
              <a:solidFill>
                <a:srgbClr val="3B3B3B"/>
              </a:solidFill>
              <a:effectLst/>
              <a:latin typeface="Menlo" panose="020B0609030804020204" pitchFamily="49" charset="0"/>
            </a:endParaRPr>
          </a:p>
          <a:p>
            <a:pPr defTabSz="360000">
              <a:lnSpc>
                <a:spcPts val="700"/>
              </a:lnSpc>
              <a:spcBef>
                <a:spcPts val="100"/>
              </a:spcBef>
              <a:buNone/>
            </a:pPr>
            <a:r>
              <a:rPr lang="en-GB" sz="500" b="0" noProof="1">
                <a:solidFill>
                  <a:srgbClr val="800000"/>
                </a:solidFill>
                <a:effectLst/>
                <a:latin typeface="Menlo" panose="020B0609030804020204" pitchFamily="49" charset="0"/>
              </a:rPr>
              <a:t>	&lt;sch:rule</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context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"//IndividualPartRelationship[@uid]"</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noProof="1">
                <a:solidFill>
                  <a:srgbClr val="3B3B3B"/>
                </a:solidFill>
                <a:latin typeface="Menlo" panose="020B0609030804020204" pitchFamily="49" charset="0"/>
              </a:rPr>
              <a:t>		</a:t>
            </a:r>
            <a:r>
              <a:rPr lang="en-GB" sz="500" b="0" noProof="1">
                <a:solidFill>
                  <a:srgbClr val="800000"/>
                </a:solidFill>
                <a:effectLst/>
                <a:latin typeface="Menlo" panose="020B0609030804020204" pitchFamily="49" charset="0"/>
              </a:rPr>
              <a:t>&lt;sch:let</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name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"entity_name”</a:t>
            </a:r>
            <a:r>
              <a:rPr lang="en-GB" sz="500" noProof="1">
                <a:solidFill>
                  <a:srgbClr val="3B3B3B"/>
                </a:solidFill>
                <a:latin typeface="Menlo" panose="020B0609030804020204" pitchFamily="49" charset="0"/>
              </a:rPr>
              <a:t> </a:t>
            </a:r>
            <a:r>
              <a:rPr lang="en-GB" sz="500" b="0" noProof="1">
                <a:solidFill>
                  <a:srgbClr val="E50000"/>
                </a:solidFill>
                <a:effectLst/>
                <a:latin typeface="Menlo" panose="020B0609030804020204" pitchFamily="49" charset="0"/>
              </a:rPr>
              <a:t>value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"if(@xsi:type) then substring-after(@xsi:type,':') else name()"</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b="0" noProof="1">
                <a:solidFill>
                  <a:srgbClr val="800000"/>
                </a:solidFill>
                <a:effectLst/>
                <a:latin typeface="Menlo" panose="020B0609030804020204" pitchFamily="49" charset="0"/>
              </a:rPr>
              <a:t>		&lt;sch:let</a:t>
            </a:r>
            <a:r>
              <a:rPr lang="en-GB" sz="500" noProof="1">
                <a:solidFill>
                  <a:srgbClr val="3B3B3B"/>
                </a:solidFill>
                <a:latin typeface="Menlo" panose="020B0609030804020204" pitchFamily="49" charset="0"/>
              </a:rPr>
              <a:t> </a:t>
            </a:r>
            <a:r>
              <a:rPr lang="en-GB" sz="500" b="0" noProof="1">
                <a:solidFill>
                  <a:srgbClr val="E50000"/>
                </a:solidFill>
                <a:effectLst/>
                <a:latin typeface="Menlo" panose="020B0609030804020204" pitchFamily="49" charset="0"/>
              </a:rPr>
              <a:t>name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value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&lt;sch:let</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name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"uidRelating"</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value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noProof="1">
                <a:solidFill>
                  <a:srgbClr val="3B3B3B"/>
                </a:solidFill>
                <a:latin typeface="Menlo" panose="020B0609030804020204" pitchFamily="49" charset="0"/>
              </a:rPr>
              <a:t>		</a:t>
            </a:r>
            <a:r>
              <a:rPr lang="en-GB" sz="500" b="0" noProof="1">
                <a:solidFill>
                  <a:srgbClr val="800000"/>
                </a:solidFill>
                <a:effectLst/>
                <a:latin typeface="Menlo" panose="020B0609030804020204" pitchFamily="49" charset="0"/>
              </a:rPr>
              <a:t>&lt;sch:let </a:t>
            </a:r>
            <a:r>
              <a:rPr lang="en-GB" sz="500" b="0" noProof="1">
                <a:solidFill>
                  <a:srgbClr val="E50000"/>
                </a:solidFill>
                <a:effectLst/>
                <a:latin typeface="Menlo" panose="020B0609030804020204" pitchFamily="49" charset="0"/>
              </a:rPr>
              <a:t>name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"uidRelated"</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value</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"Related/@uidRef"</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noProof="1">
                <a:solidFill>
                  <a:srgbClr val="3B3B3B"/>
                </a:solidFill>
                <a:latin typeface="Menlo" panose="020B0609030804020204" pitchFamily="49" charset="0"/>
              </a:rPr>
              <a:t>		</a:t>
            </a:r>
            <a:r>
              <a:rPr lang="en-GB" sz="500" b="0" noProof="1">
                <a:solidFill>
                  <a:srgbClr val="800000"/>
                </a:solidFill>
                <a:effectLst/>
                <a:latin typeface="Menlo" panose="020B0609030804020204" pitchFamily="49" charset="0"/>
              </a:rPr>
              <a:t>&lt;sch:assert</a:t>
            </a:r>
            <a:r>
              <a:rPr lang="en-GB" sz="500" noProof="1">
                <a:solidFill>
                  <a:srgbClr val="3B3B3B"/>
                </a:solidFill>
                <a:latin typeface="Menlo" panose="020B0609030804020204" pitchFamily="49" charset="0"/>
              </a:rPr>
              <a:t> </a:t>
            </a:r>
            <a:r>
              <a:rPr lang="en-GB" sz="500" b="0" noProof="1">
                <a:solidFill>
                  <a:srgbClr val="E50000"/>
                </a:solidFill>
                <a:effectLst/>
                <a:latin typeface="Menlo" panose="020B0609030804020204" pitchFamily="49" charset="0"/>
              </a:rPr>
              <a:t>test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"not(../@uid = Related/@uidRef)"</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The related IndividualPart and the relating IndividualPart shall be different.  { -entity_name: </a:t>
            </a:r>
            <a:r>
              <a:rPr lang="en-GB" sz="500" b="0" noProof="1">
                <a:solidFill>
                  <a:srgbClr val="800000"/>
                </a:solidFill>
                <a:effectLst/>
                <a:latin typeface="Menlo" panose="020B0609030804020204" pitchFamily="49" charset="0"/>
              </a:rPr>
              <a:t>&lt;sch:value-of</a:t>
            </a:r>
            <a:r>
              <a:rPr lang="en-GB" sz="500" noProof="1">
                <a:solidFill>
                  <a:srgbClr val="3B3B3B"/>
                </a:solidFill>
                <a:latin typeface="Menlo" panose="020B0609030804020204" pitchFamily="49" charset="0"/>
              </a:rPr>
              <a:t> </a:t>
            </a:r>
            <a:r>
              <a:rPr lang="en-GB" sz="500" b="0" noProof="1">
                <a:solidFill>
                  <a:srgbClr val="E50000"/>
                </a:solidFill>
                <a:effectLst/>
                <a:latin typeface="Menlo" panose="020B0609030804020204" pitchFamily="49" charset="0"/>
              </a:rPr>
              <a:t>select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"$entity_name"</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 -entity_uid:</a:t>
            </a:r>
            <a:r>
              <a:rPr lang="en-GB" sz="500" b="0" noProof="1">
                <a:solidFill>
                  <a:srgbClr val="800000"/>
                </a:solidFill>
                <a:effectLst/>
                <a:latin typeface="Menlo" panose="020B0609030804020204" pitchFamily="49" charset="0"/>
              </a:rPr>
              <a:t>&lt;sch:value-of</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select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b="0" noProof="1">
                <a:solidFill>
                  <a:srgbClr val="3B3B3B"/>
                </a:solidFill>
                <a:effectLst/>
                <a:latin typeface="Menlo" panose="020B0609030804020204" pitchFamily="49" charset="0"/>
              </a:rPr>
              <a:t>-rule_name:IndividualPartRelationship.WR1 -relating:</a:t>
            </a:r>
            <a:r>
              <a:rPr lang="en-GB" sz="500" b="0" noProof="1">
                <a:solidFill>
                  <a:srgbClr val="800000"/>
                </a:solidFill>
                <a:effectLst/>
                <a:latin typeface="Menlo" panose="020B0609030804020204" pitchFamily="49" charset="0"/>
              </a:rPr>
              <a:t>&lt;sch:value-of</a:t>
            </a:r>
            <a:endParaRPr lang="en-GB" sz="500" b="0" noProof="1">
              <a:solidFill>
                <a:srgbClr val="3B3B3B"/>
              </a:solidFill>
              <a:effectLst/>
              <a:latin typeface="Menlo" panose="020B0609030804020204" pitchFamily="49" charset="0"/>
            </a:endParaRPr>
          </a:p>
          <a:p>
            <a:pPr defTabSz="360000">
              <a:lnSpc>
                <a:spcPts val="700"/>
              </a:lnSpc>
              <a:spcBef>
                <a:spcPts val="100"/>
              </a:spcBef>
              <a:buNone/>
            </a:pPr>
            <a:r>
              <a:rPr lang="en-GB" sz="500" b="0" noProof="1">
                <a:solidFill>
                  <a:srgbClr val="E50000"/>
                </a:solidFill>
                <a:effectLst/>
                <a:latin typeface="Menlo" panose="020B0609030804020204" pitchFamily="49" charset="0"/>
              </a:rPr>
              <a:t>select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"$uidRelating"</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r>
              <a:rPr lang="en-GB" sz="500" noProof="1">
                <a:solidFill>
                  <a:srgbClr val="3B3B3B"/>
                </a:solidFill>
                <a:latin typeface="Menlo" panose="020B0609030804020204" pitchFamily="49" charset="0"/>
              </a:rPr>
              <a:t> </a:t>
            </a:r>
            <a:r>
              <a:rPr lang="en-GB" sz="500" b="0" noProof="1">
                <a:solidFill>
                  <a:srgbClr val="3B3B3B"/>
                </a:solidFill>
                <a:effectLst/>
                <a:latin typeface="Menlo" panose="020B0609030804020204" pitchFamily="49" charset="0"/>
              </a:rPr>
              <a:t>-related:</a:t>
            </a:r>
            <a:r>
              <a:rPr lang="en-GB" sz="500" b="0" noProof="1">
                <a:solidFill>
                  <a:srgbClr val="800000"/>
                </a:solidFill>
                <a:effectLst/>
                <a:latin typeface="Menlo" panose="020B0609030804020204" pitchFamily="49" charset="0"/>
              </a:rPr>
              <a:t>&lt;sch:value-of</a:t>
            </a:r>
            <a:r>
              <a:rPr lang="en-GB" sz="500" b="0" noProof="1">
                <a:solidFill>
                  <a:srgbClr val="3B3B3B"/>
                </a:solidFill>
                <a:effectLst/>
                <a:latin typeface="Menlo" panose="020B0609030804020204" pitchFamily="49" charset="0"/>
              </a:rPr>
              <a:t> </a:t>
            </a:r>
            <a:r>
              <a:rPr lang="en-GB" sz="500" b="0" noProof="1">
                <a:solidFill>
                  <a:srgbClr val="E50000"/>
                </a:solidFill>
                <a:effectLst/>
                <a:latin typeface="Menlo" panose="020B0609030804020204" pitchFamily="49" charset="0"/>
              </a:rPr>
              <a:t>select</a:t>
            </a:r>
            <a:r>
              <a:rPr lang="en-GB" sz="500" b="0" noProof="1">
                <a:solidFill>
                  <a:srgbClr val="3B3B3B"/>
                </a:solidFill>
                <a:effectLst/>
                <a:latin typeface="Menlo" panose="020B0609030804020204" pitchFamily="49" charset="0"/>
              </a:rPr>
              <a:t>=</a:t>
            </a:r>
            <a:r>
              <a:rPr lang="en-GB" sz="500" b="0" noProof="1">
                <a:solidFill>
                  <a:srgbClr val="0000FF"/>
                </a:solidFill>
                <a:effectLst/>
                <a:latin typeface="Menlo" panose="020B0609030804020204" pitchFamily="49" charset="0"/>
              </a:rPr>
              <a:t>"$uidRelated"</a:t>
            </a:r>
            <a:r>
              <a:rPr lang="en-GB" sz="500" b="0" noProof="1">
                <a:solidFill>
                  <a:srgbClr val="3B3B3B"/>
                </a:solidFill>
                <a:effectLst/>
                <a:latin typeface="Menlo" panose="020B0609030804020204" pitchFamily="49" charset="0"/>
              </a:rPr>
              <a:t> </a:t>
            </a:r>
            <a:r>
              <a:rPr lang="en-GB" sz="500" b="0" noProof="1">
                <a:solidFill>
                  <a:srgbClr val="800000"/>
                </a:solidFill>
                <a:effectLst/>
                <a:latin typeface="Menlo" panose="020B0609030804020204" pitchFamily="49" charset="0"/>
              </a:rPr>
              <a:t>/&gt;</a:t>
            </a:r>
            <a:endParaRPr lang="en-GB" sz="500" b="0" noProof="1">
              <a:solidFill>
                <a:srgbClr val="3B3B3B"/>
              </a:solidFill>
              <a:effectLst/>
              <a:latin typeface="Menlo" panose="020B0609030804020204" pitchFamily="49" charset="0"/>
            </a:endParaRPr>
          </a:p>
          <a:p>
            <a:pPr defTabSz="360000">
              <a:lnSpc>
                <a:spcPts val="700"/>
              </a:lnSpc>
              <a:spcBef>
                <a:spcPts val="100"/>
              </a:spcBef>
              <a:buNone/>
            </a:pP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noProof="1">
                <a:solidFill>
                  <a:srgbClr val="3B3B3B"/>
                </a:solidFill>
                <a:latin typeface="Menlo" panose="020B0609030804020204" pitchFamily="49" charset="0"/>
              </a:rPr>
              <a:t>		</a:t>
            </a:r>
            <a:r>
              <a:rPr lang="en-GB" sz="500" b="0" noProof="1">
                <a:solidFill>
                  <a:srgbClr val="800000"/>
                </a:solidFill>
                <a:effectLst/>
                <a:latin typeface="Menlo" panose="020B0609030804020204" pitchFamily="49" charset="0"/>
              </a:rPr>
              <a:t>&lt;/sch:assert&gt;</a:t>
            </a:r>
            <a:r>
              <a:rPr lang="en-GB" sz="500" b="0" noProof="1">
                <a:solidFill>
                  <a:srgbClr val="3B3B3B"/>
                </a:solidFill>
                <a:effectLst/>
                <a:latin typeface="Menlo" panose="020B0609030804020204" pitchFamily="49" charset="0"/>
              </a:rPr>
              <a:t> </a:t>
            </a:r>
          </a:p>
          <a:p>
            <a:pPr defTabSz="360000">
              <a:lnSpc>
                <a:spcPts val="700"/>
              </a:lnSpc>
              <a:spcBef>
                <a:spcPts val="100"/>
              </a:spcBef>
              <a:buNone/>
            </a:pPr>
            <a:r>
              <a:rPr lang="en-GB" sz="500" b="0" noProof="1">
                <a:solidFill>
                  <a:srgbClr val="800000"/>
                </a:solidFill>
                <a:effectLst/>
                <a:latin typeface="Menlo" panose="020B0609030804020204" pitchFamily="49" charset="0"/>
              </a:rPr>
              <a:t>	&lt;/sch:rule&gt;</a:t>
            </a:r>
            <a:endParaRPr lang="en-GB" sz="500" b="0" noProof="1">
              <a:solidFill>
                <a:srgbClr val="3B3B3B"/>
              </a:solidFill>
              <a:effectLst/>
              <a:latin typeface="Menlo" panose="020B0609030804020204" pitchFamily="49" charset="0"/>
            </a:endParaRPr>
          </a:p>
          <a:p>
            <a:pPr defTabSz="360000">
              <a:lnSpc>
                <a:spcPts val="700"/>
              </a:lnSpc>
              <a:spcBef>
                <a:spcPts val="100"/>
              </a:spcBef>
              <a:buNone/>
            </a:pPr>
            <a:r>
              <a:rPr lang="en-GB" sz="500" b="0" noProof="1">
                <a:solidFill>
                  <a:srgbClr val="800000"/>
                </a:solidFill>
                <a:effectLst/>
                <a:latin typeface="Menlo" panose="020B0609030804020204" pitchFamily="49" charset="0"/>
              </a:rPr>
              <a:t>&lt;/sch:pattern&gt;</a:t>
            </a:r>
            <a:endParaRPr lang="en-GB" sz="500" b="0" noProof="1">
              <a:solidFill>
                <a:srgbClr val="3B3B3B"/>
              </a:solidFill>
              <a:effectLst/>
              <a:latin typeface="Menlo" panose="020B0609030804020204" pitchFamily="49" charset="0"/>
            </a:endParaRPr>
          </a:p>
          <a:p>
            <a:pPr defTabSz="360000">
              <a:lnSpc>
                <a:spcPts val="700"/>
              </a:lnSpc>
              <a:spcBef>
                <a:spcPts val="100"/>
              </a:spcBef>
            </a:pPr>
            <a:endParaRPr lang="en-GB" sz="400" noProof="1"/>
          </a:p>
        </p:txBody>
      </p:sp>
      <p:sp>
        <p:nvSpPr>
          <p:cNvPr id="14" name="Rectangle 13">
            <a:extLst>
              <a:ext uri="{FF2B5EF4-FFF2-40B4-BE49-F238E27FC236}">
                <a16:creationId xmlns:a16="http://schemas.microsoft.com/office/drawing/2014/main" id="{5621BEFD-5024-2342-3B64-97193D6F181F}"/>
              </a:ext>
            </a:extLst>
          </p:cNvPr>
          <p:cNvSpPr/>
          <p:nvPr/>
        </p:nvSpPr>
        <p:spPr>
          <a:xfrm>
            <a:off x="7091509" y="4241591"/>
            <a:ext cx="2230291" cy="235159"/>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183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E05C-187D-A622-76D4-4283BCF7C774}"/>
              </a:ext>
            </a:extLst>
          </p:cNvPr>
          <p:cNvSpPr>
            <a:spLocks noGrp="1"/>
          </p:cNvSpPr>
          <p:nvPr>
            <p:ph type="title"/>
          </p:nvPr>
        </p:nvSpPr>
        <p:spPr/>
        <p:txBody>
          <a:bodyPr/>
          <a:lstStyle/>
          <a:p>
            <a:r>
              <a:rPr lang="en-GB" dirty="0"/>
              <a:t>STEP AP242 Standard </a:t>
            </a:r>
          </a:p>
        </p:txBody>
      </p:sp>
      <p:sp>
        <p:nvSpPr>
          <p:cNvPr id="3" name="Slide Number Placeholder 2">
            <a:extLst>
              <a:ext uri="{FF2B5EF4-FFF2-40B4-BE49-F238E27FC236}">
                <a16:creationId xmlns:a16="http://schemas.microsoft.com/office/drawing/2014/main" id="{09B288D4-F9F1-A0AD-62C8-535EEA71FD88}"/>
              </a:ext>
            </a:extLst>
          </p:cNvPr>
          <p:cNvSpPr>
            <a:spLocks noGrp="1"/>
          </p:cNvSpPr>
          <p:nvPr>
            <p:ph type="sldNum" sz="quarter" idx="11"/>
          </p:nvPr>
        </p:nvSpPr>
        <p:spPr/>
        <p:txBody>
          <a:bodyPr/>
          <a:lstStyle/>
          <a:p>
            <a:fld id="{F50FD2C4-56EC-4F07-B0B8-CEAC86EF6E31}" type="slidenum">
              <a:rPr lang="en-US" noProof="0" smtClean="0"/>
              <a:pPr/>
              <a:t>14</a:t>
            </a:fld>
            <a:endParaRPr lang="en-US" noProof="0"/>
          </a:p>
        </p:txBody>
      </p:sp>
      <p:sp>
        <p:nvSpPr>
          <p:cNvPr id="4" name="Text Placeholder 3">
            <a:extLst>
              <a:ext uri="{FF2B5EF4-FFF2-40B4-BE49-F238E27FC236}">
                <a16:creationId xmlns:a16="http://schemas.microsoft.com/office/drawing/2014/main" id="{635AA046-C0D9-8B4B-0BD2-31EFA1602D76}"/>
              </a:ext>
            </a:extLst>
          </p:cNvPr>
          <p:cNvSpPr>
            <a:spLocks noGrp="1"/>
          </p:cNvSpPr>
          <p:nvPr>
            <p:ph type="body" sz="quarter" idx="16"/>
          </p:nvPr>
        </p:nvSpPr>
        <p:spPr/>
        <p:txBody>
          <a:bodyPr/>
          <a:lstStyle/>
          <a:p>
            <a:r>
              <a:rPr lang="en-GB" dirty="0"/>
              <a:t>Schematron development process </a:t>
            </a:r>
          </a:p>
        </p:txBody>
      </p:sp>
      <p:sp>
        <p:nvSpPr>
          <p:cNvPr id="36" name="Espace réservé du contenu 2">
            <a:extLst>
              <a:ext uri="{FF2B5EF4-FFF2-40B4-BE49-F238E27FC236}">
                <a16:creationId xmlns:a16="http://schemas.microsoft.com/office/drawing/2014/main" id="{E13FA608-B240-D50C-EA7F-1F09DA9033AC}"/>
              </a:ext>
            </a:extLst>
          </p:cNvPr>
          <p:cNvSpPr txBox="1">
            <a:spLocks/>
          </p:cNvSpPr>
          <p:nvPr/>
        </p:nvSpPr>
        <p:spPr>
          <a:xfrm>
            <a:off x="478382" y="1502926"/>
            <a:ext cx="4888599" cy="6377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Ø"/>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ü"/>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Char char="Ø"/>
              <a:tabLst/>
              <a:defRPr/>
            </a:pPr>
            <a:r>
              <a:rPr kumimoji="0" lang="en-GB" sz="20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From the SysML model to Schematron</a:t>
            </a:r>
          </a:p>
        </p:txBody>
      </p:sp>
      <p:pic>
        <p:nvPicPr>
          <p:cNvPr id="37" name="Image 7">
            <a:extLst>
              <a:ext uri="{FF2B5EF4-FFF2-40B4-BE49-F238E27FC236}">
                <a16:creationId xmlns:a16="http://schemas.microsoft.com/office/drawing/2014/main" id="{5A630EF2-5A37-EFF2-A4F3-D4DD65BF1B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40969" y="3683057"/>
            <a:ext cx="1428750" cy="1428750"/>
          </a:xfrm>
          <a:prstGeom prst="rect">
            <a:avLst/>
          </a:prstGeom>
          <a:ln>
            <a:noFill/>
          </a:ln>
        </p:spPr>
      </p:pic>
      <p:sp>
        <p:nvSpPr>
          <p:cNvPr id="38" name="ZoneTexte 8">
            <a:extLst>
              <a:ext uri="{FF2B5EF4-FFF2-40B4-BE49-F238E27FC236}">
                <a16:creationId xmlns:a16="http://schemas.microsoft.com/office/drawing/2014/main" id="{2BD90C61-8010-25AF-E4AA-6CE23D59E5EF}"/>
              </a:ext>
            </a:extLst>
          </p:cNvPr>
          <p:cNvSpPr txBox="1"/>
          <p:nvPr/>
        </p:nvSpPr>
        <p:spPr>
          <a:xfrm>
            <a:off x="8753463" y="3781134"/>
            <a:ext cx="1003301" cy="400110"/>
          </a:xfrm>
          <a:prstGeom prst="rect">
            <a:avLst/>
          </a:prstGeom>
          <a:noFill/>
        </p:spPr>
        <p:txBody>
          <a:bodyPr wrap="square" rtlCol="0">
            <a:spAutoFit/>
          </a:bodyPr>
          <a:lstStyle/>
          <a:p>
            <a:r>
              <a:rPr lang="en-GB" sz="1000" b="1" dirty="0">
                <a:solidFill>
                  <a:prstClr val="black"/>
                </a:solidFill>
                <a:latin typeface="Calibri" panose="020F0502020204030204"/>
              </a:rPr>
              <a:t>Schematron</a:t>
            </a:r>
          </a:p>
          <a:p>
            <a:r>
              <a:rPr lang="en-GB" sz="1000" b="1" dirty="0">
                <a:solidFill>
                  <a:prstClr val="black"/>
                </a:solidFill>
                <a:latin typeface="Calibri" panose="020F0502020204030204"/>
              </a:rPr>
              <a:t>Rules</a:t>
            </a:r>
          </a:p>
        </p:txBody>
      </p:sp>
      <p:sp>
        <p:nvSpPr>
          <p:cNvPr id="39" name="Flèche : droite 9">
            <a:extLst>
              <a:ext uri="{FF2B5EF4-FFF2-40B4-BE49-F238E27FC236}">
                <a16:creationId xmlns:a16="http://schemas.microsoft.com/office/drawing/2014/main" id="{54970038-2937-81C6-2E98-44F21AAC0132}"/>
              </a:ext>
            </a:extLst>
          </p:cNvPr>
          <p:cNvSpPr/>
          <p:nvPr/>
        </p:nvSpPr>
        <p:spPr>
          <a:xfrm>
            <a:off x="3617799" y="4221678"/>
            <a:ext cx="1428750" cy="400110"/>
          </a:xfrm>
          <a:prstGeom prst="rightArrow">
            <a:avLst/>
          </a:prstGeom>
          <a:solidFill>
            <a:srgbClr val="E7E6E6">
              <a:lumMod val="75000"/>
            </a:srgbClr>
          </a:solidFill>
          <a:ln w="12700" cap="flat" cmpd="sng" algn="ctr">
            <a:solidFill>
              <a:srgbClr val="E7E6E6">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ectangle : coins arrondis 10">
            <a:extLst>
              <a:ext uri="{FF2B5EF4-FFF2-40B4-BE49-F238E27FC236}">
                <a16:creationId xmlns:a16="http://schemas.microsoft.com/office/drawing/2014/main" id="{1A9C143D-5F37-C92D-287F-9D62AEC97DC4}"/>
              </a:ext>
            </a:extLst>
          </p:cNvPr>
          <p:cNvSpPr/>
          <p:nvPr/>
        </p:nvSpPr>
        <p:spPr>
          <a:xfrm>
            <a:off x="3669390" y="4665111"/>
            <a:ext cx="1276725" cy="746575"/>
          </a:xfrm>
          <a:prstGeom prst="roundRect">
            <a:avLst/>
          </a:prstGeom>
          <a:noFill/>
          <a:ln w="28575" cap="flat" cmpd="sng" algn="ctr">
            <a:solidFill>
              <a:srgbClr val="E7E6E6">
                <a:lumMod val="75000"/>
              </a:srgbClr>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srgbClr val="E7E6E6">
                    <a:lumMod val="75000"/>
                  </a:srgbClr>
                </a:solidFill>
                <a:effectLst/>
                <a:uLnTx/>
                <a:uFillTx/>
                <a:latin typeface="Calibri" panose="020F0502020204030204"/>
                <a:ea typeface="+mn-ea"/>
                <a:cs typeface="+mn-cs"/>
              </a:rPr>
              <a:t>Canonical XMI Tools</a:t>
            </a:r>
          </a:p>
        </p:txBody>
      </p:sp>
      <p:grpSp>
        <p:nvGrpSpPr>
          <p:cNvPr id="41" name="Groupe 11">
            <a:extLst>
              <a:ext uri="{FF2B5EF4-FFF2-40B4-BE49-F238E27FC236}">
                <a16:creationId xmlns:a16="http://schemas.microsoft.com/office/drawing/2014/main" id="{0905EF7F-580D-0C99-4DBA-7EAC7187FA3D}"/>
              </a:ext>
            </a:extLst>
          </p:cNvPr>
          <p:cNvGrpSpPr/>
          <p:nvPr/>
        </p:nvGrpSpPr>
        <p:grpSpPr>
          <a:xfrm>
            <a:off x="2210010" y="3676164"/>
            <a:ext cx="1428750" cy="1428750"/>
            <a:chOff x="7462980" y="5259236"/>
            <a:chExt cx="1428750" cy="1428750"/>
          </a:xfrm>
        </p:grpSpPr>
        <p:grpSp>
          <p:nvGrpSpPr>
            <p:cNvPr id="42" name="Groupe 12">
              <a:extLst>
                <a:ext uri="{FF2B5EF4-FFF2-40B4-BE49-F238E27FC236}">
                  <a16:creationId xmlns:a16="http://schemas.microsoft.com/office/drawing/2014/main" id="{53262891-EFC2-753B-2F8B-72023308D119}"/>
                </a:ext>
              </a:extLst>
            </p:cNvPr>
            <p:cNvGrpSpPr/>
            <p:nvPr/>
          </p:nvGrpSpPr>
          <p:grpSpPr>
            <a:xfrm>
              <a:off x="7462980" y="5259236"/>
              <a:ext cx="1428750" cy="1428750"/>
              <a:chOff x="1185540" y="4041849"/>
              <a:chExt cx="1428750" cy="1428750"/>
            </a:xfrm>
          </p:grpSpPr>
          <p:pic>
            <p:nvPicPr>
              <p:cNvPr id="44" name="Image 14">
                <a:extLst>
                  <a:ext uri="{FF2B5EF4-FFF2-40B4-BE49-F238E27FC236}">
                    <a16:creationId xmlns:a16="http://schemas.microsoft.com/office/drawing/2014/main" id="{21B15225-0B7D-AEDE-BC7F-FD15170CF0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5540" y="4041849"/>
                <a:ext cx="1428750" cy="1428750"/>
              </a:xfrm>
              <a:prstGeom prst="rect">
                <a:avLst/>
              </a:prstGeom>
            </p:spPr>
          </p:pic>
          <p:sp>
            <p:nvSpPr>
              <p:cNvPr id="45" name="Rectangle 44">
                <a:extLst>
                  <a:ext uri="{FF2B5EF4-FFF2-40B4-BE49-F238E27FC236}">
                    <a16:creationId xmlns:a16="http://schemas.microsoft.com/office/drawing/2014/main" id="{65DB5B7E-83D3-0A0D-D7A7-531E35C12847}"/>
                  </a:ext>
                </a:extLst>
              </p:cNvPr>
              <p:cNvSpPr/>
              <p:nvPr/>
            </p:nvSpPr>
            <p:spPr>
              <a:xfrm>
                <a:off x="1540805" y="4540036"/>
                <a:ext cx="718220" cy="77931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6" name="Graphique 16" descr="Tableau décisionnel">
                <a:extLst>
                  <a:ext uri="{FF2B5EF4-FFF2-40B4-BE49-F238E27FC236}">
                    <a16:creationId xmlns:a16="http://schemas.microsoft.com/office/drawing/2014/main" id="{96D080B9-F42F-8E4E-FA7F-272601B587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3794" y="4467111"/>
                <a:ext cx="852242" cy="852242"/>
              </a:xfrm>
              <a:prstGeom prst="rect">
                <a:avLst/>
              </a:prstGeom>
            </p:spPr>
          </p:pic>
        </p:grpSp>
        <p:sp>
          <p:nvSpPr>
            <p:cNvPr id="43" name="ZoneTexte 13">
              <a:extLst>
                <a:ext uri="{FF2B5EF4-FFF2-40B4-BE49-F238E27FC236}">
                  <a16:creationId xmlns:a16="http://schemas.microsoft.com/office/drawing/2014/main" id="{D06EF5FA-E0C0-D756-63AF-3814C749D543}"/>
                </a:ext>
              </a:extLst>
            </p:cNvPr>
            <p:cNvSpPr txBox="1"/>
            <p:nvPr/>
          </p:nvSpPr>
          <p:spPr>
            <a:xfrm>
              <a:off x="7624911" y="5348757"/>
              <a:ext cx="1003301"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black"/>
                  </a:solidFill>
                  <a:effectLst/>
                  <a:uLnTx/>
                  <a:uFillTx/>
                  <a:latin typeface="Calibri" panose="020F0502020204030204"/>
                </a:rPr>
                <a:t>SysML</a:t>
              </a:r>
            </a:p>
          </p:txBody>
        </p:sp>
      </p:grpSp>
      <p:sp>
        <p:nvSpPr>
          <p:cNvPr id="47" name="Flèche : droite 23">
            <a:extLst>
              <a:ext uri="{FF2B5EF4-FFF2-40B4-BE49-F238E27FC236}">
                <a16:creationId xmlns:a16="http://schemas.microsoft.com/office/drawing/2014/main" id="{C7E79A57-3577-6BE1-2483-1446222D357C}"/>
              </a:ext>
            </a:extLst>
          </p:cNvPr>
          <p:cNvSpPr/>
          <p:nvPr/>
        </p:nvSpPr>
        <p:spPr>
          <a:xfrm>
            <a:off x="6381960" y="4175135"/>
            <a:ext cx="2228639" cy="400110"/>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8" name="Groupe 24">
            <a:extLst>
              <a:ext uri="{FF2B5EF4-FFF2-40B4-BE49-F238E27FC236}">
                <a16:creationId xmlns:a16="http://schemas.microsoft.com/office/drawing/2014/main" id="{EA32C613-BD00-4C89-A026-B9733F70C32D}"/>
              </a:ext>
            </a:extLst>
          </p:cNvPr>
          <p:cNvGrpSpPr/>
          <p:nvPr/>
        </p:nvGrpSpPr>
        <p:grpSpPr>
          <a:xfrm>
            <a:off x="5011716" y="3676164"/>
            <a:ext cx="1428750" cy="1428750"/>
            <a:chOff x="7462980" y="5259236"/>
            <a:chExt cx="1428750" cy="1428750"/>
          </a:xfrm>
        </p:grpSpPr>
        <p:grpSp>
          <p:nvGrpSpPr>
            <p:cNvPr id="49" name="Groupe 25">
              <a:extLst>
                <a:ext uri="{FF2B5EF4-FFF2-40B4-BE49-F238E27FC236}">
                  <a16:creationId xmlns:a16="http://schemas.microsoft.com/office/drawing/2014/main" id="{9C8F144D-1612-1124-C261-DABEB6358E0E}"/>
                </a:ext>
              </a:extLst>
            </p:cNvPr>
            <p:cNvGrpSpPr/>
            <p:nvPr/>
          </p:nvGrpSpPr>
          <p:grpSpPr>
            <a:xfrm>
              <a:off x="7462980" y="5259236"/>
              <a:ext cx="1428750" cy="1428750"/>
              <a:chOff x="1185540" y="4041849"/>
              <a:chExt cx="1428750" cy="1428750"/>
            </a:xfrm>
          </p:grpSpPr>
          <p:pic>
            <p:nvPicPr>
              <p:cNvPr id="51" name="Image 27">
                <a:extLst>
                  <a:ext uri="{FF2B5EF4-FFF2-40B4-BE49-F238E27FC236}">
                    <a16:creationId xmlns:a16="http://schemas.microsoft.com/office/drawing/2014/main" id="{0964C158-7004-988E-9BEC-0B442FF6AF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5540" y="4041849"/>
                <a:ext cx="1428750" cy="1428750"/>
              </a:xfrm>
              <a:prstGeom prst="rect">
                <a:avLst/>
              </a:prstGeom>
            </p:spPr>
          </p:pic>
          <p:sp>
            <p:nvSpPr>
              <p:cNvPr id="52" name="Rectangle 51">
                <a:extLst>
                  <a:ext uri="{FF2B5EF4-FFF2-40B4-BE49-F238E27FC236}">
                    <a16:creationId xmlns:a16="http://schemas.microsoft.com/office/drawing/2014/main" id="{76B65D59-03D3-CB8C-827B-B4BBAAE9456A}"/>
                  </a:ext>
                </a:extLst>
              </p:cNvPr>
              <p:cNvSpPr/>
              <p:nvPr/>
            </p:nvSpPr>
            <p:spPr>
              <a:xfrm>
                <a:off x="1540805" y="4540036"/>
                <a:ext cx="718220" cy="77931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53" name="Graphique 29" descr="Tableau décisionnel">
                <a:extLst>
                  <a:ext uri="{FF2B5EF4-FFF2-40B4-BE49-F238E27FC236}">
                    <a16:creationId xmlns:a16="http://schemas.microsoft.com/office/drawing/2014/main" id="{F6A58736-D8EA-CE1C-CD9C-D74A9A19C2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73794" y="4467111"/>
                <a:ext cx="852242" cy="852242"/>
              </a:xfrm>
              <a:prstGeom prst="rect">
                <a:avLst/>
              </a:prstGeom>
            </p:spPr>
          </p:pic>
        </p:grpSp>
        <p:sp>
          <p:nvSpPr>
            <p:cNvPr id="50" name="ZoneTexte 26">
              <a:extLst>
                <a:ext uri="{FF2B5EF4-FFF2-40B4-BE49-F238E27FC236}">
                  <a16:creationId xmlns:a16="http://schemas.microsoft.com/office/drawing/2014/main" id="{0869C5DF-E1FB-B924-965E-760439969E14}"/>
                </a:ext>
              </a:extLst>
            </p:cNvPr>
            <p:cNvSpPr txBox="1"/>
            <p:nvPr/>
          </p:nvSpPr>
          <p:spPr>
            <a:xfrm>
              <a:off x="7624911" y="5348757"/>
              <a:ext cx="1003301"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black"/>
                  </a:solidFill>
                  <a:effectLst/>
                  <a:uLnTx/>
                  <a:uFillTx/>
                  <a:latin typeface="Calibri" panose="020F0502020204030204"/>
                </a:rPr>
                <a:t>cXMI</a:t>
              </a:r>
            </a:p>
          </p:txBody>
        </p:sp>
      </p:grpSp>
      <p:sp>
        <p:nvSpPr>
          <p:cNvPr id="54" name="Rectangle : coins arrondis 42">
            <a:extLst>
              <a:ext uri="{FF2B5EF4-FFF2-40B4-BE49-F238E27FC236}">
                <a16:creationId xmlns:a16="http://schemas.microsoft.com/office/drawing/2014/main" id="{CD170C07-E9D3-425C-EBC3-F100BCF99948}"/>
              </a:ext>
            </a:extLst>
          </p:cNvPr>
          <p:cNvSpPr/>
          <p:nvPr/>
        </p:nvSpPr>
        <p:spPr>
          <a:xfrm>
            <a:off x="6465202" y="1620643"/>
            <a:ext cx="1890519" cy="3849425"/>
          </a:xfrm>
          <a:prstGeom prst="roundRect">
            <a:avLst/>
          </a:prstGeom>
          <a:noFill/>
          <a:ln w="28575" cap="flat" cmpd="sng" algn="ctr">
            <a:solidFill>
              <a:srgbClr val="4472C4"/>
            </a:solidFill>
            <a:prstDash val="solid"/>
            <a:round/>
            <a:headEnd type="none" w="med" len="med"/>
            <a:tailEnd type="none" w="med" len="med"/>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1">
                <a:ln>
                  <a:noFill/>
                </a:ln>
                <a:solidFill>
                  <a:srgbClr val="4472C4"/>
                </a:solidFill>
                <a:effectLst/>
                <a:uLnTx/>
                <a:uFillTx/>
                <a:latin typeface="Calibri" panose="020F0502020204030204"/>
                <a:ea typeface="+mn-ea"/>
                <a:cs typeface="+mn-cs"/>
              </a:rPr>
              <a:t>Generation of the Schematron rules</a:t>
            </a:r>
          </a:p>
        </p:txBody>
      </p:sp>
      <p:grpSp>
        <p:nvGrpSpPr>
          <p:cNvPr id="55" name="Groupe 7">
            <a:extLst>
              <a:ext uri="{FF2B5EF4-FFF2-40B4-BE49-F238E27FC236}">
                <a16:creationId xmlns:a16="http://schemas.microsoft.com/office/drawing/2014/main" id="{FEF7A89C-3EA4-497F-6183-6C0E22977D90}"/>
              </a:ext>
            </a:extLst>
          </p:cNvPr>
          <p:cNvGrpSpPr/>
          <p:nvPr/>
        </p:nvGrpSpPr>
        <p:grpSpPr>
          <a:xfrm>
            <a:off x="6732134" y="1771496"/>
            <a:ext cx="1428750" cy="1428750"/>
            <a:chOff x="6191726" y="3178796"/>
            <a:chExt cx="1428750" cy="1428750"/>
          </a:xfrm>
        </p:grpSpPr>
        <p:pic>
          <p:nvPicPr>
            <p:cNvPr id="56" name="Image 8">
              <a:extLst>
                <a:ext uri="{FF2B5EF4-FFF2-40B4-BE49-F238E27FC236}">
                  <a16:creationId xmlns:a16="http://schemas.microsoft.com/office/drawing/2014/main" id="{37D2839B-5F2E-40F3-8764-29B29D3357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1726" y="3178796"/>
              <a:ext cx="1428750" cy="1428750"/>
            </a:xfrm>
            <a:prstGeom prst="rect">
              <a:avLst/>
            </a:prstGeom>
          </p:spPr>
        </p:pic>
        <p:sp>
          <p:nvSpPr>
            <p:cNvPr id="57" name="ZoneTexte 9">
              <a:extLst>
                <a:ext uri="{FF2B5EF4-FFF2-40B4-BE49-F238E27FC236}">
                  <a16:creationId xmlns:a16="http://schemas.microsoft.com/office/drawing/2014/main" id="{7B449F38-3BEE-DB65-EBE4-FC28E2FCCAB2}"/>
                </a:ext>
              </a:extLst>
            </p:cNvPr>
            <p:cNvSpPr txBox="1"/>
            <p:nvPr/>
          </p:nvSpPr>
          <p:spPr>
            <a:xfrm>
              <a:off x="6319460" y="3248646"/>
              <a:ext cx="1003301" cy="400110"/>
            </a:xfrm>
            <a:prstGeom prst="rect">
              <a:avLst/>
            </a:prstGeom>
            <a:noFill/>
          </p:spPr>
          <p:txBody>
            <a:bodyPr wrap="square" rtlCol="0">
              <a:spAutoFit/>
            </a:bodyPr>
            <a:lstStyle/>
            <a:p>
              <a:r>
                <a:rPr lang="en-GB" sz="1000" b="1">
                  <a:solidFill>
                    <a:prstClr val="black"/>
                  </a:solidFill>
                  <a:latin typeface="Calibri" panose="020F0502020204030204"/>
                </a:rPr>
                <a:t>Software </a:t>
              </a:r>
            </a:p>
            <a:p>
              <a:r>
                <a:rPr lang="en-GB" sz="1000" b="1">
                  <a:solidFill>
                    <a:prstClr val="black"/>
                  </a:solidFill>
                  <a:latin typeface="Calibri" panose="020F0502020204030204"/>
                </a:rPr>
                <a:t>code</a:t>
              </a:r>
            </a:p>
          </p:txBody>
        </p:sp>
      </p:grpSp>
      <p:sp>
        <p:nvSpPr>
          <p:cNvPr id="58" name="Flèche : droite 27">
            <a:extLst>
              <a:ext uri="{FF2B5EF4-FFF2-40B4-BE49-F238E27FC236}">
                <a16:creationId xmlns:a16="http://schemas.microsoft.com/office/drawing/2014/main" id="{30429415-C240-031D-6087-126056AC3C99}"/>
              </a:ext>
            </a:extLst>
          </p:cNvPr>
          <p:cNvSpPr/>
          <p:nvPr/>
        </p:nvSpPr>
        <p:spPr>
          <a:xfrm rot="5400000">
            <a:off x="6976066" y="3534447"/>
            <a:ext cx="940885" cy="400110"/>
          </a:xfrm>
          <a:prstGeom prst="rightArrow">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9" name="Bulle narrative : rectangle à coins arrondis 49">
            <a:extLst>
              <a:ext uri="{FF2B5EF4-FFF2-40B4-BE49-F238E27FC236}">
                <a16:creationId xmlns:a16="http://schemas.microsoft.com/office/drawing/2014/main" id="{76588B0A-8C39-D7A6-8444-E4BC6662193B}"/>
              </a:ext>
            </a:extLst>
          </p:cNvPr>
          <p:cNvSpPr/>
          <p:nvPr/>
        </p:nvSpPr>
        <p:spPr>
          <a:xfrm>
            <a:off x="2873592" y="2767148"/>
            <a:ext cx="1229334" cy="585400"/>
          </a:xfrm>
          <a:prstGeom prst="wedgeRoundRectCallout">
            <a:avLst>
              <a:gd name="adj1" fmla="val -41680"/>
              <a:gd name="adj2" fmla="val 145641"/>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srgbClr val="4472C4"/>
                </a:solidFill>
                <a:effectLst/>
                <a:uLnTx/>
                <a:uFillTx/>
                <a:latin typeface="Calibri" panose="020F0502020204030204"/>
                <a:ea typeface="+mn-ea"/>
                <a:cs typeface="+mn-cs"/>
              </a:rPr>
              <a:t>Representing the AP242 Domain model</a:t>
            </a:r>
          </a:p>
        </p:txBody>
      </p:sp>
      <p:sp>
        <p:nvSpPr>
          <p:cNvPr id="60" name="TextBox 59">
            <a:extLst>
              <a:ext uri="{FF2B5EF4-FFF2-40B4-BE49-F238E27FC236}">
                <a16:creationId xmlns:a16="http://schemas.microsoft.com/office/drawing/2014/main" id="{BB8060B9-52AC-894B-6634-65A9E08AE68B}"/>
              </a:ext>
            </a:extLst>
          </p:cNvPr>
          <p:cNvSpPr txBox="1"/>
          <p:nvPr/>
        </p:nvSpPr>
        <p:spPr>
          <a:xfrm>
            <a:off x="3581400" y="5620325"/>
            <a:ext cx="7180729" cy="646331"/>
          </a:xfrm>
          <a:prstGeom prst="rect">
            <a:avLst/>
          </a:prstGeom>
          <a:noFill/>
        </p:spPr>
        <p:txBody>
          <a:bodyPr wrap="square" rtlCol="0">
            <a:spAutoFit/>
          </a:bodyPr>
          <a:lstStyle/>
          <a:p>
            <a:r>
              <a:rPr lang="en-GB" i="1">
                <a:solidFill>
                  <a:prstClr val="black"/>
                </a:solidFill>
                <a:latin typeface="Calibri" panose="020F0502020204030204"/>
              </a:rPr>
              <a:t>From here, all steps are automated </a:t>
            </a:r>
          </a:p>
          <a:p>
            <a:r>
              <a:rPr lang="en-GB" i="1">
                <a:solidFill>
                  <a:prstClr val="black"/>
                </a:solidFill>
                <a:latin typeface="Calibri" panose="020F0502020204030204"/>
              </a:rPr>
              <a:t>and executed once when rules are completely specified </a:t>
            </a:r>
          </a:p>
        </p:txBody>
      </p:sp>
      <p:sp>
        <p:nvSpPr>
          <p:cNvPr id="61" name="Bulle narrative : rectangle à coins arrondis 49">
            <a:extLst>
              <a:ext uri="{FF2B5EF4-FFF2-40B4-BE49-F238E27FC236}">
                <a16:creationId xmlns:a16="http://schemas.microsoft.com/office/drawing/2014/main" id="{F87A212C-44B1-35B1-91E4-4FCF76AE3C22}"/>
              </a:ext>
            </a:extLst>
          </p:cNvPr>
          <p:cNvSpPr/>
          <p:nvPr/>
        </p:nvSpPr>
        <p:spPr>
          <a:xfrm>
            <a:off x="8640969" y="2681936"/>
            <a:ext cx="2000003" cy="743415"/>
          </a:xfrm>
          <a:prstGeom prst="wedgeRoundRectCallout">
            <a:avLst>
              <a:gd name="adj1" fmla="val -15138"/>
              <a:gd name="adj2" fmla="val 98765"/>
              <a:gd name="adj3" fmla="val 16667"/>
            </a:avLst>
          </a:prstGeom>
          <a:noFill/>
          <a:ln w="9525" cap="flat" cmpd="sng" algn="ctr">
            <a:solidFill>
              <a:srgbClr val="4472C4"/>
            </a:solidFill>
            <a:prstDash val="solid"/>
            <a:round/>
            <a:headEnd type="none" w="med" len="med"/>
            <a:tailEnd type="none" w="med" len="me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srgbClr val="4472C4"/>
                </a:solidFill>
                <a:effectLst/>
                <a:uLnTx/>
                <a:uFillTx/>
                <a:latin typeface="Calibri" panose="020F0502020204030204"/>
                <a:ea typeface="+mn-ea"/>
                <a:cs typeface="+mn-cs"/>
              </a:rPr>
              <a:t>Representing the AP242 Domain model rules</a:t>
            </a:r>
          </a:p>
        </p:txBody>
      </p:sp>
      <p:sp>
        <p:nvSpPr>
          <p:cNvPr id="62" name="TextBox 61">
            <a:extLst>
              <a:ext uri="{FF2B5EF4-FFF2-40B4-BE49-F238E27FC236}">
                <a16:creationId xmlns:a16="http://schemas.microsoft.com/office/drawing/2014/main" id="{9A4D030B-0CA2-AD95-EDBD-BC7DA8897154}"/>
              </a:ext>
            </a:extLst>
          </p:cNvPr>
          <p:cNvSpPr txBox="1"/>
          <p:nvPr/>
        </p:nvSpPr>
        <p:spPr>
          <a:xfrm>
            <a:off x="179853" y="4269111"/>
            <a:ext cx="2204426" cy="923330"/>
          </a:xfrm>
          <a:prstGeom prst="rect">
            <a:avLst/>
          </a:prstGeom>
          <a:noFill/>
        </p:spPr>
        <p:txBody>
          <a:bodyPr wrap="square" rtlCol="0">
            <a:spAutoFit/>
          </a:bodyPr>
          <a:lstStyle/>
          <a:p>
            <a:pPr algn="r"/>
            <a:r>
              <a:rPr lang="en-GB" i="1" dirty="0">
                <a:solidFill>
                  <a:prstClr val="black"/>
                </a:solidFill>
                <a:latin typeface="Calibri" panose="020F0502020204030204"/>
              </a:rPr>
              <a:t>Includes constraints (in OCL and in Schematron)</a:t>
            </a:r>
          </a:p>
        </p:txBody>
      </p:sp>
      <p:sp>
        <p:nvSpPr>
          <p:cNvPr id="63" name="TextBox 62">
            <a:extLst>
              <a:ext uri="{FF2B5EF4-FFF2-40B4-BE49-F238E27FC236}">
                <a16:creationId xmlns:a16="http://schemas.microsoft.com/office/drawing/2014/main" id="{8FB51D80-34C9-0A81-698B-D93355EB54AD}"/>
              </a:ext>
            </a:extLst>
          </p:cNvPr>
          <p:cNvSpPr txBox="1"/>
          <p:nvPr/>
        </p:nvSpPr>
        <p:spPr>
          <a:xfrm>
            <a:off x="1272083" y="3632962"/>
            <a:ext cx="1130246" cy="646331"/>
          </a:xfrm>
          <a:prstGeom prst="rect">
            <a:avLst/>
          </a:prstGeom>
          <a:noFill/>
        </p:spPr>
        <p:txBody>
          <a:bodyPr wrap="none" rtlCol="0">
            <a:spAutoFit/>
          </a:bodyPr>
          <a:lstStyle/>
          <a:p>
            <a:r>
              <a:rPr lang="en-GB">
                <a:solidFill>
                  <a:srgbClr val="4472C4"/>
                </a:solidFill>
                <a:latin typeface="Calibri" panose="020F0502020204030204"/>
              </a:rPr>
              <a:t>Standard </a:t>
            </a:r>
          </a:p>
          <a:p>
            <a:r>
              <a:rPr lang="en-GB">
                <a:solidFill>
                  <a:srgbClr val="4472C4"/>
                </a:solidFill>
                <a:latin typeface="Calibri" panose="020F0502020204030204"/>
              </a:rPr>
              <a:t>developer</a:t>
            </a:r>
          </a:p>
        </p:txBody>
      </p:sp>
      <p:pic>
        <p:nvPicPr>
          <p:cNvPr id="64" name="Graphic 63" descr="Programmer male with solid fill">
            <a:extLst>
              <a:ext uri="{FF2B5EF4-FFF2-40B4-BE49-F238E27FC236}">
                <a16:creationId xmlns:a16="http://schemas.microsoft.com/office/drawing/2014/main" id="{EED90FD4-A051-B1E4-F511-209E004A7C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67031" y="2718562"/>
            <a:ext cx="914400" cy="914400"/>
          </a:xfrm>
          <a:prstGeom prst="rect">
            <a:avLst/>
          </a:prstGeom>
        </p:spPr>
      </p:pic>
    </p:spTree>
    <p:extLst>
      <p:ext uri="{BB962C8B-B14F-4D97-AF65-F5344CB8AC3E}">
        <p14:creationId xmlns:p14="http://schemas.microsoft.com/office/powerpoint/2010/main" val="361168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48EC-AFF8-0432-2887-19693BC7B8FA}"/>
              </a:ext>
            </a:extLst>
          </p:cNvPr>
          <p:cNvSpPr>
            <a:spLocks noGrp="1"/>
          </p:cNvSpPr>
          <p:nvPr>
            <p:ph type="title"/>
          </p:nvPr>
        </p:nvSpPr>
        <p:spPr/>
        <p:txBody>
          <a:bodyPr/>
          <a:lstStyle/>
          <a:p>
            <a:r>
              <a:rPr lang="el-GR" b="0" dirty="0"/>
              <a:t>χ</a:t>
            </a:r>
            <a:r>
              <a:rPr lang="en-GB" dirty="0"/>
              <a:t>MCF</a:t>
            </a:r>
          </a:p>
        </p:txBody>
      </p:sp>
      <p:sp>
        <p:nvSpPr>
          <p:cNvPr id="3" name="Slide Number Placeholder 2">
            <a:extLst>
              <a:ext uri="{FF2B5EF4-FFF2-40B4-BE49-F238E27FC236}">
                <a16:creationId xmlns:a16="http://schemas.microsoft.com/office/drawing/2014/main" id="{28FA9557-000D-5B3A-6FA3-8C9F4C8BD006}"/>
              </a:ext>
            </a:extLst>
          </p:cNvPr>
          <p:cNvSpPr>
            <a:spLocks noGrp="1"/>
          </p:cNvSpPr>
          <p:nvPr>
            <p:ph type="sldNum" sz="quarter" idx="11"/>
          </p:nvPr>
        </p:nvSpPr>
        <p:spPr/>
        <p:txBody>
          <a:bodyPr/>
          <a:lstStyle/>
          <a:p>
            <a:fld id="{F50FD2C4-56EC-4F07-B0B8-CEAC86EF6E31}" type="slidenum">
              <a:rPr lang="en-US" noProof="0" smtClean="0"/>
              <a:pPr/>
              <a:t>15</a:t>
            </a:fld>
            <a:endParaRPr lang="en-US" noProof="0"/>
          </a:p>
        </p:txBody>
      </p:sp>
      <p:sp>
        <p:nvSpPr>
          <p:cNvPr id="6" name="Text Placeholder 5">
            <a:extLst>
              <a:ext uri="{FF2B5EF4-FFF2-40B4-BE49-F238E27FC236}">
                <a16:creationId xmlns:a16="http://schemas.microsoft.com/office/drawing/2014/main" id="{9FF2814D-C671-799A-266E-54BD1E23071C}"/>
              </a:ext>
            </a:extLst>
          </p:cNvPr>
          <p:cNvSpPr>
            <a:spLocks noGrp="1"/>
          </p:cNvSpPr>
          <p:nvPr>
            <p:ph type="body" sz="quarter" idx="15"/>
          </p:nvPr>
        </p:nvSpPr>
        <p:spPr/>
        <p:txBody>
          <a:bodyPr/>
          <a:lstStyle/>
          <a:p>
            <a:r>
              <a:rPr lang="en-GB" dirty="0"/>
              <a:t>Schematron and </a:t>
            </a:r>
            <a:r>
              <a:rPr lang="el-GR" dirty="0"/>
              <a:t>χ</a:t>
            </a:r>
            <a:r>
              <a:rPr lang="en-GB" dirty="0"/>
              <a:t>MCF Team needs</a:t>
            </a:r>
          </a:p>
        </p:txBody>
      </p:sp>
      <p:sp>
        <p:nvSpPr>
          <p:cNvPr id="5" name="Content Placeholder 4">
            <a:extLst>
              <a:ext uri="{FF2B5EF4-FFF2-40B4-BE49-F238E27FC236}">
                <a16:creationId xmlns:a16="http://schemas.microsoft.com/office/drawing/2014/main" id="{82228CA8-92A8-1EAB-5A08-593E4FB71E83}"/>
              </a:ext>
            </a:extLst>
          </p:cNvPr>
          <p:cNvSpPr>
            <a:spLocks noGrp="1"/>
          </p:cNvSpPr>
          <p:nvPr>
            <p:ph idx="1"/>
          </p:nvPr>
        </p:nvSpPr>
        <p:spPr/>
        <p:txBody>
          <a:bodyPr/>
          <a:lstStyle/>
          <a:p>
            <a:r>
              <a:rPr lang="en-FR" noProof="1"/>
              <a:t>Brainstorming on potential requirements from xMCF team</a:t>
            </a:r>
          </a:p>
          <a:p>
            <a:pPr lvl="1"/>
            <a:r>
              <a:rPr lang="en-FR" noProof="1"/>
              <a:t>χMCF XSD</a:t>
            </a:r>
          </a:p>
          <a:p>
            <a:pPr lvl="1"/>
            <a:r>
              <a:rPr lang="en-FR" noProof="1"/>
              <a:t>χMCF XML data</a:t>
            </a:r>
          </a:p>
          <a:p>
            <a:endParaRPr lang="en-FR" noProof="1"/>
          </a:p>
        </p:txBody>
      </p:sp>
      <p:sp>
        <p:nvSpPr>
          <p:cNvPr id="4" name="TextBox 3">
            <a:extLst>
              <a:ext uri="{FF2B5EF4-FFF2-40B4-BE49-F238E27FC236}">
                <a16:creationId xmlns:a16="http://schemas.microsoft.com/office/drawing/2014/main" id="{E1737B49-15C4-12F4-CDB2-362D033A76FF}"/>
              </a:ext>
            </a:extLst>
          </p:cNvPr>
          <p:cNvSpPr txBox="1"/>
          <p:nvPr/>
        </p:nvSpPr>
        <p:spPr>
          <a:xfrm>
            <a:off x="4030277" y="2786483"/>
            <a:ext cx="6719372" cy="3577903"/>
          </a:xfrm>
          <a:prstGeom prst="rect">
            <a:avLst/>
          </a:prstGeom>
          <a:noFill/>
        </p:spPr>
        <p:txBody>
          <a:bodyPr wrap="square" lIns="0" tIns="0" rIns="0" bIns="0" rtlCol="0">
            <a:spAutoFit/>
          </a:bodyPr>
          <a:lstStyle/>
          <a:p>
            <a:pPr defTabSz="360000">
              <a:lnSpc>
                <a:spcPts val="900"/>
              </a:lnSpc>
              <a:buNone/>
            </a:pPr>
            <a:r>
              <a:rPr lang="en-GB" sz="800" b="0" noProof="1">
                <a:solidFill>
                  <a:srgbClr val="800000"/>
                </a:solidFill>
                <a:effectLst/>
                <a:latin typeface="Menlo" panose="020B0609030804020204" pitchFamily="49" charset="0"/>
              </a:rPr>
              <a:t>&lt;?xml</a:t>
            </a:r>
            <a:r>
              <a:rPr lang="en-GB" sz="800" b="0" noProof="1">
                <a:solidFill>
                  <a:srgbClr val="E50000"/>
                </a:solidFill>
                <a:effectLst/>
                <a:latin typeface="Menlo" panose="020B0609030804020204" pitchFamily="49" charset="0"/>
              </a:rPr>
              <a:t> version</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"1.0"</a:t>
            </a:r>
            <a:r>
              <a:rPr lang="en-GB" sz="800" b="0" noProof="1">
                <a:solidFill>
                  <a:srgbClr val="E50000"/>
                </a:solidFill>
                <a:effectLst/>
                <a:latin typeface="Menlo" panose="020B0609030804020204" pitchFamily="49" charset="0"/>
              </a:rPr>
              <a:t> encoding</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"iso-8859-1"</a:t>
            </a:r>
            <a:r>
              <a:rPr lang="en-GB" sz="800" b="0" noProof="1">
                <a:solidFill>
                  <a:srgbClr val="E50000"/>
                </a:solidFill>
                <a:effectLst/>
                <a:latin typeface="Menlo" panose="020B0609030804020204" pitchFamily="49" charset="0"/>
              </a:rPr>
              <a:t> standalone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"no"</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&lt;xmcf</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xmlns:xsi</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"http://www.w3.org/2001/XMLSchema-instance"</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xsi:noNamespaceSchemaLocation</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"xmcf_3_1_1.xsd"</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&lt;date&gt;</a:t>
            </a:r>
            <a:r>
              <a:rPr lang="en-GB" sz="800" b="0" noProof="1">
                <a:solidFill>
                  <a:srgbClr val="3B3B3B"/>
                </a:solidFill>
                <a:effectLst/>
                <a:latin typeface="Menlo" panose="020B0609030804020204" pitchFamily="49" charset="0"/>
              </a:rPr>
              <a:t> 2014-08-07 </a:t>
            </a:r>
            <a:r>
              <a:rPr lang="en-GB" sz="800" b="0" noProof="1">
                <a:solidFill>
                  <a:srgbClr val="800000"/>
                </a:solidFill>
                <a:effectLst/>
                <a:latin typeface="Menlo" panose="020B0609030804020204" pitchFamily="49" charset="0"/>
              </a:rPr>
              <a:t>&lt;/date&gt;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&lt;version&gt;</a:t>
            </a:r>
            <a:r>
              <a:rPr lang="en-GB" sz="800" b="0" noProof="1">
                <a:solidFill>
                  <a:srgbClr val="3B3B3B"/>
                </a:solidFill>
                <a:effectLst/>
                <a:latin typeface="Menlo" panose="020B0609030804020204" pitchFamily="49" charset="0"/>
              </a:rPr>
              <a:t> 3.1.1 </a:t>
            </a:r>
            <a:r>
              <a:rPr lang="en-GB" sz="800" b="0" noProof="1">
                <a:solidFill>
                  <a:srgbClr val="800000"/>
                </a:solidFill>
                <a:effectLst/>
                <a:latin typeface="Menlo" panose="020B0609030804020204" pitchFamily="49" charset="0"/>
              </a:rPr>
              <a:t>&lt;/version&gt;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&lt;units</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length</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"mm"</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angle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"deg"</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mass</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"kg"</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force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"N"</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time</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"s"</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&lt;connection_group</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id</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"1"</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&lt;connected_to&gt;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&lt;part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index</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"1"</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label</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"PART_7000400"</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&lt;assy</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index</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"23"</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&lt;part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label</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"PART_5000300"</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&lt;part</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label</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"PART_5000800"</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&lt;/assy&gt;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&lt;/connected_to&gt;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&lt;connection_list&gt;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&lt;connection_1d</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label</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"DROP_LINE_11000"</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&lt;sequence_connection_0d</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spacing</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"30.0"</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margin</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"1.0"</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priority</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"spacing"</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&lt;gumdrop</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diameter</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"4.0"</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mass</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"0.0032"</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material</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"CAD_Material"</a:t>
            </a:r>
            <a:r>
              <a:rPr lang="en-GB" sz="800" b="0" noProof="1">
                <a:solidFill>
                  <a:srgbClr val="800000"/>
                </a:solidFill>
                <a:effectLst/>
                <a:latin typeface="Menlo" panose="020B0609030804020204" pitchFamily="49" charset="0"/>
              </a:rPr>
              <a: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&lt;/sequence_connection_0d&gt;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&lt;loc_list&gt;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"1"</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2169.300 -489.495 1773.936 </a:t>
            </a:r>
            <a:r>
              <a:rPr lang="en-GB" sz="800" b="0" noProof="1">
                <a:solidFill>
                  <a:srgbClr val="800000"/>
                </a:solidFill>
                <a:effectLst/>
                <a:latin typeface="Menlo" panose="020B0609030804020204" pitchFamily="49" charset="0"/>
              </a:rPr>
              <a:t>&lt;/loc&gt;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"2"</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2165.593 -480.000 1790.221 </a:t>
            </a:r>
            <a:r>
              <a:rPr lang="en-GB" sz="800" b="0" noProof="1">
                <a:solidFill>
                  <a:srgbClr val="800000"/>
                </a:solidFill>
                <a:effectLst/>
                <a:latin typeface="Menlo" panose="020B0609030804020204" pitchFamily="49" charset="0"/>
              </a:rPr>
              <a:t>&lt;/loc&gt;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"3"</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2165.593 480.000 1790.221 </a:t>
            </a:r>
            <a:r>
              <a:rPr lang="en-GB" sz="800" b="0" noProof="1">
                <a:solidFill>
                  <a:srgbClr val="800000"/>
                </a:solidFill>
                <a:effectLst/>
                <a:latin typeface="Menlo" panose="020B0609030804020204" pitchFamily="49" charset="0"/>
              </a:rPr>
              <a:t>&lt;/loc&gt;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a:t>
            </a:r>
            <a:r>
              <a:rPr lang="en-GB" sz="800" b="0" noProof="1">
                <a:solidFill>
                  <a:srgbClr val="3B3B3B"/>
                </a:solidFill>
                <a:effectLst/>
                <a:latin typeface="Menlo" panose="020B0609030804020204" pitchFamily="49" charset="0"/>
              </a:rPr>
              <a:t> </a:t>
            </a:r>
            <a:r>
              <a:rPr lang="en-GB" sz="800" b="0" noProof="1">
                <a:solidFill>
                  <a:srgbClr val="E50000"/>
                </a:solidFill>
                <a:effectLst/>
                <a:latin typeface="Menlo" panose="020B0609030804020204" pitchFamily="49" charset="0"/>
              </a:rPr>
              <a:t>v</a:t>
            </a:r>
            <a:r>
              <a:rPr lang="en-GB" sz="800" b="0" noProof="1">
                <a:solidFill>
                  <a:srgbClr val="3B3B3B"/>
                </a:solidFill>
                <a:effectLst/>
                <a:latin typeface="Menlo" panose="020B0609030804020204" pitchFamily="49" charset="0"/>
              </a:rPr>
              <a:t>=</a:t>
            </a:r>
            <a:r>
              <a:rPr lang="en-GB" sz="800" b="0" noProof="1">
                <a:solidFill>
                  <a:srgbClr val="0000FF"/>
                </a:solidFill>
                <a:effectLst/>
                <a:latin typeface="Menlo" panose="020B0609030804020204" pitchFamily="49" charset="0"/>
              </a:rPr>
              <a:t>"4"</a:t>
            </a:r>
            <a:r>
              <a:rPr lang="en-GB" sz="800" b="0" noProof="1">
                <a:solidFill>
                  <a:srgbClr val="800000"/>
                </a:solidFill>
                <a:effectLst/>
                <a:latin typeface="Menlo" panose="020B0609030804020204" pitchFamily="49" charset="0"/>
              </a:rPr>
              <a:t>&gt;</a:t>
            </a:r>
            <a:r>
              <a:rPr lang="en-GB" sz="800" b="0" noProof="1">
                <a:solidFill>
                  <a:srgbClr val="3B3B3B"/>
                </a:solidFill>
                <a:effectLst/>
                <a:latin typeface="Menlo" panose="020B0609030804020204" pitchFamily="49" charset="0"/>
              </a:rPr>
              <a:t> 2169.302 489.495 1773.937 </a:t>
            </a:r>
            <a:r>
              <a:rPr lang="en-GB" sz="800" b="0" noProof="1">
                <a:solidFill>
                  <a:srgbClr val="800000"/>
                </a:solidFill>
                <a:effectLst/>
                <a:latin typeface="Menlo" panose="020B0609030804020204" pitchFamily="49" charset="0"/>
              </a:rPr>
              <a:t>&lt;/loc&gt;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&lt;/loc_list&gt;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&lt;appdata&gt;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&lt;/appdata&gt;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&lt;/connection_1d&gt;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&lt;/connection_list&gt;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	&lt;/connection_group&gt;</a:t>
            </a:r>
            <a:endParaRPr lang="en-GB" sz="800" b="0" noProof="1">
              <a:solidFill>
                <a:srgbClr val="3B3B3B"/>
              </a:solidFill>
              <a:effectLst/>
              <a:latin typeface="Menlo" panose="020B0609030804020204" pitchFamily="49" charset="0"/>
            </a:endParaRPr>
          </a:p>
          <a:p>
            <a:pPr defTabSz="360000">
              <a:lnSpc>
                <a:spcPts val="900"/>
              </a:lnSpc>
              <a:buNone/>
            </a:pPr>
            <a:r>
              <a:rPr lang="en-GB" sz="800" b="0" noProof="1">
                <a:solidFill>
                  <a:srgbClr val="800000"/>
                </a:solidFill>
                <a:effectLst/>
                <a:latin typeface="Menlo" panose="020B0609030804020204" pitchFamily="49" charset="0"/>
              </a:rPr>
              <a:t>&lt;/xmcf&gt;</a:t>
            </a:r>
            <a:endParaRPr lang="en-GB" sz="800" b="0" noProof="1">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134179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5258-EE22-BE92-DB19-3845DD83259C}"/>
              </a:ext>
            </a:extLst>
          </p:cNvPr>
          <p:cNvSpPr>
            <a:spLocks noGrp="1"/>
          </p:cNvSpPr>
          <p:nvPr>
            <p:ph type="title"/>
          </p:nvPr>
        </p:nvSpPr>
        <p:spPr/>
        <p:txBody>
          <a:bodyPr/>
          <a:lstStyle/>
          <a:p>
            <a:r>
              <a:rPr lang="en-GB" dirty="0" err="1"/>
              <a:t>Xsd:assert</a:t>
            </a:r>
            <a:r>
              <a:rPr lang="en-GB" dirty="0"/>
              <a:t> with </a:t>
            </a:r>
            <a:r>
              <a:rPr lang="en-GB" dirty="0" err="1"/>
              <a:t>xerces:message</a:t>
            </a:r>
            <a:endParaRPr lang="en-GB" dirty="0"/>
          </a:p>
        </p:txBody>
      </p:sp>
      <p:sp>
        <p:nvSpPr>
          <p:cNvPr id="3" name="Slide Number Placeholder 2">
            <a:extLst>
              <a:ext uri="{FF2B5EF4-FFF2-40B4-BE49-F238E27FC236}">
                <a16:creationId xmlns:a16="http://schemas.microsoft.com/office/drawing/2014/main" id="{DCB5E9D9-B351-C42B-EA49-08D864377E6A}"/>
              </a:ext>
            </a:extLst>
          </p:cNvPr>
          <p:cNvSpPr>
            <a:spLocks noGrp="1"/>
          </p:cNvSpPr>
          <p:nvPr>
            <p:ph type="sldNum" sz="quarter" idx="11"/>
          </p:nvPr>
        </p:nvSpPr>
        <p:spPr/>
        <p:txBody>
          <a:bodyPr/>
          <a:lstStyle/>
          <a:p>
            <a:fld id="{F50FD2C4-56EC-4F07-B0B8-CEAC86EF6E31}" type="slidenum">
              <a:rPr lang="en-US" noProof="0" smtClean="0"/>
              <a:pPr/>
              <a:t>16</a:t>
            </a:fld>
            <a:endParaRPr lang="en-US" noProof="0"/>
          </a:p>
        </p:txBody>
      </p:sp>
      <p:sp>
        <p:nvSpPr>
          <p:cNvPr id="4" name="Text Placeholder 3">
            <a:extLst>
              <a:ext uri="{FF2B5EF4-FFF2-40B4-BE49-F238E27FC236}">
                <a16:creationId xmlns:a16="http://schemas.microsoft.com/office/drawing/2014/main" id="{40894514-41E5-5AE5-4717-7536A616B9E1}"/>
              </a:ext>
            </a:extLst>
          </p:cNvPr>
          <p:cNvSpPr>
            <a:spLocks noGrp="1"/>
          </p:cNvSpPr>
          <p:nvPr>
            <p:ph type="body" sz="quarter" idx="16"/>
          </p:nvPr>
        </p:nvSpPr>
        <p:spPr/>
        <p:txBody>
          <a:bodyPr/>
          <a:lstStyle/>
          <a:p>
            <a:r>
              <a:rPr lang="en-GB" dirty="0"/>
              <a:t>Comparison with Schematron</a:t>
            </a:r>
          </a:p>
        </p:txBody>
      </p:sp>
      <p:sp>
        <p:nvSpPr>
          <p:cNvPr id="6" name="TextBox 5">
            <a:extLst>
              <a:ext uri="{FF2B5EF4-FFF2-40B4-BE49-F238E27FC236}">
                <a16:creationId xmlns:a16="http://schemas.microsoft.com/office/drawing/2014/main" id="{C79FA79D-5769-B637-D485-C71D3AD55B1B}"/>
              </a:ext>
            </a:extLst>
          </p:cNvPr>
          <p:cNvSpPr txBox="1"/>
          <p:nvPr/>
        </p:nvSpPr>
        <p:spPr>
          <a:xfrm>
            <a:off x="3382127" y="4239332"/>
            <a:ext cx="5835445" cy="1426031"/>
          </a:xfrm>
          <a:prstGeom prst="rect">
            <a:avLst/>
          </a:prstGeom>
          <a:solidFill>
            <a:schemeClr val="bg1"/>
          </a:solidFill>
          <a:ln>
            <a:solidFill>
              <a:schemeClr val="tx1"/>
            </a:solidFill>
          </a:ln>
        </p:spPr>
        <p:txBody>
          <a:bodyPr wrap="square" lIns="0" tIns="0" rIns="0" bIns="0" rtlCol="0">
            <a:spAutoFit/>
          </a:bodyPr>
          <a:lstStyle/>
          <a:p>
            <a:pPr marL="0" marR="0" lvl="0" indent="0" algn="l" defTabSz="914400" rtl="0" eaLnBrk="1" fontAlgn="auto" latinLnBrk="0" hangingPunct="1">
              <a:lnSpc>
                <a:spcPts val="1350"/>
              </a:lnSpc>
              <a:spcBef>
                <a:spcPts val="0"/>
              </a:spcBef>
              <a:spcAft>
                <a:spcPts val="0"/>
              </a:spcAft>
              <a:buClrTx/>
              <a:buSzTx/>
              <a:buFontTx/>
              <a:buNone/>
              <a:tabLst/>
              <a:defRPr/>
            </a:pPr>
            <a:r>
              <a:rPr lang="en-GB" sz="1100" b="1" noProof="1">
                <a:effectLst/>
                <a:latin typeface="Menlo" panose="020B0609030804020204" pitchFamily="49" charset="0"/>
              </a:rPr>
              <a:t>XSD schema </a:t>
            </a:r>
          </a:p>
          <a:p>
            <a:pPr marL="0" marR="0" lvl="0" indent="0" algn="l" defTabSz="914400" rtl="0" eaLnBrk="1" fontAlgn="auto" latinLnBrk="0" hangingPunct="1">
              <a:lnSpc>
                <a:spcPts val="1350"/>
              </a:lnSpc>
              <a:spcBef>
                <a:spcPts val="0"/>
              </a:spcBef>
              <a:spcAft>
                <a:spcPts val="0"/>
              </a:spcAft>
              <a:buClrTx/>
              <a:buSzTx/>
              <a:buFontTx/>
              <a:buNone/>
              <a:tabLst/>
              <a:defRPr/>
            </a:pPr>
            <a:r>
              <a:rPr lang="en-GB" sz="1100" noProof="1">
                <a:effectLst/>
                <a:latin typeface="Menlo" panose="020B0609030804020204" pitchFamily="49" charset="0"/>
              </a:rPr>
              <a:t>with assert and xerces message</a:t>
            </a:r>
          </a:p>
          <a:p>
            <a:pPr>
              <a:lnSpc>
                <a:spcPts val="1350"/>
              </a:lnSpc>
              <a:buNone/>
            </a:pPr>
            <a:endParaRPr lang="en-GB" sz="1100" b="0" noProof="1">
              <a:solidFill>
                <a:srgbClr val="800000"/>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&lt;xsd:complexType</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name</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”order"</a:t>
            </a:r>
            <a:r>
              <a:rPr lang="en-GB" sz="1100" b="0" noProof="1">
                <a:solidFill>
                  <a:srgbClr val="800000"/>
                </a:solidFill>
                <a:effectLst/>
                <a:latin typeface="Menlo" panose="020B0609030804020204" pitchFamily="49" charset="0"/>
              </a:rPr>
              <a:t>&gt;</a:t>
            </a:r>
          </a:p>
          <a:p>
            <a:pPr>
              <a:lnSpc>
                <a:spcPts val="1350"/>
              </a:lnSpc>
              <a:buNone/>
            </a:pPr>
            <a:r>
              <a:rPr lang="en-GB" sz="1100" b="0" noProof="1">
                <a:solidFill>
                  <a:srgbClr val="800000"/>
                </a:solidFill>
                <a:effectLst/>
                <a:latin typeface="Menlo" panose="020B0609030804020204" pitchFamily="49" charset="0"/>
              </a:rPr>
              <a:t> &lt;xs:element</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name</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”quantity” </a:t>
            </a:r>
            <a:r>
              <a:rPr lang="en-GB" sz="1100" b="0" noProof="1">
                <a:solidFill>
                  <a:srgbClr val="E50000"/>
                </a:solidFill>
                <a:effectLst/>
                <a:latin typeface="Menlo" panose="020B0609030804020204" pitchFamily="49" charset="0"/>
              </a:rPr>
              <a:t>type</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”xsd:integer”</a:t>
            </a:r>
            <a:r>
              <a:rPr lang="en-GB" sz="1100" noProof="1">
                <a:solidFill>
                  <a:srgbClr val="800000"/>
                </a:solidFill>
                <a:latin typeface="Menlo" panose="020B0609030804020204" pitchFamily="49" charset="0"/>
              </a:rPr>
              <a:t>/&gt;</a:t>
            </a:r>
            <a:endParaRPr lang="en-GB" sz="1100" b="0" noProof="1">
              <a:solidFill>
                <a:srgbClr val="3B3B3B"/>
              </a:solidFill>
              <a:effectLst/>
              <a:latin typeface="Menlo" panose="020B0609030804020204" pitchFamily="49" charset="0"/>
            </a:endParaRPr>
          </a:p>
          <a:p>
            <a:pPr marL="0" marR="0" lvl="0" indent="0" algn="l" defTabSz="914400" rtl="0" eaLnBrk="1" fontAlgn="auto" latinLnBrk="0" hangingPunct="1">
              <a:lnSpc>
                <a:spcPts val="1350"/>
              </a:lnSpc>
              <a:spcBef>
                <a:spcPts val="0"/>
              </a:spcBef>
              <a:spcAft>
                <a:spcPts val="0"/>
              </a:spcAft>
              <a:buClrTx/>
              <a:buSzTx/>
              <a:buFontTx/>
              <a:buNone/>
              <a:tabLst/>
              <a:defRPr/>
            </a:pPr>
            <a:r>
              <a:rPr lang="en-GB" sz="1100" noProof="1">
                <a:solidFill>
                  <a:srgbClr val="800000"/>
                </a:solidFill>
                <a:latin typeface="Menlo" panose="020B0609030804020204" pitchFamily="49" charset="0"/>
              </a:rPr>
              <a:t> </a:t>
            </a:r>
            <a:r>
              <a:rPr lang="en-GB" sz="1100" b="0" noProof="1">
                <a:solidFill>
                  <a:srgbClr val="800000"/>
                </a:solidFill>
                <a:effectLst/>
                <a:latin typeface="Menlo" panose="020B0609030804020204" pitchFamily="49" charset="0"/>
              </a:rPr>
              <a:t>&lt;xsd:assert</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test</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"quantity &gt; 0”</a:t>
            </a:r>
            <a:r>
              <a:rPr lang="en-GB" sz="1100" noProof="1">
                <a:solidFill>
                  <a:srgbClr val="3B3B3B"/>
                </a:solidFill>
                <a:latin typeface="Menlo" panose="020B0609030804020204" pitchFamily="49" charset="0"/>
              </a:rPr>
              <a:t> </a:t>
            </a:r>
            <a:r>
              <a:rPr lang="en-GB" sz="1100" b="0" noProof="1">
                <a:solidFill>
                  <a:srgbClr val="E50000"/>
                </a:solidFill>
                <a:effectLst/>
                <a:latin typeface="Menlo" panose="020B0609030804020204" pitchFamily="49" charset="0"/>
              </a:rPr>
              <a:t>xerces:message</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"Error</a:t>
            </a:r>
            <a:r>
              <a:rPr lang="en-GB" sz="1100" noProof="1">
                <a:solidFill>
                  <a:srgbClr val="0000FF"/>
                </a:solidFill>
                <a:latin typeface="Menlo" panose="020B0609030804020204" pitchFamily="49" charset="0"/>
              </a:rPr>
              <a:t>: An order item must have a quantity of at least 1.</a:t>
            </a:r>
            <a:r>
              <a:rPr lang="en-GB" sz="1100" b="0" noProof="1">
                <a:solidFill>
                  <a:srgbClr val="0000FF"/>
                </a:solidFill>
                <a:effectLst/>
                <a:latin typeface="Menlo" panose="020B0609030804020204" pitchFamily="49" charset="0"/>
              </a:rPr>
              <a:t>"</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endParaRPr lang="en-GB" sz="1100" noProof="1"/>
          </a:p>
        </p:txBody>
      </p:sp>
      <p:sp>
        <p:nvSpPr>
          <p:cNvPr id="7" name="TextBox 6">
            <a:extLst>
              <a:ext uri="{FF2B5EF4-FFF2-40B4-BE49-F238E27FC236}">
                <a16:creationId xmlns:a16="http://schemas.microsoft.com/office/drawing/2014/main" id="{28CCD419-CE9F-670D-80CB-FBB1A0AAE7E6}"/>
              </a:ext>
            </a:extLst>
          </p:cNvPr>
          <p:cNvSpPr txBox="1"/>
          <p:nvPr/>
        </p:nvSpPr>
        <p:spPr>
          <a:xfrm>
            <a:off x="540070" y="1743961"/>
            <a:ext cx="2463816" cy="1777410"/>
          </a:xfrm>
          <a:prstGeom prst="rect">
            <a:avLst/>
          </a:prstGeom>
          <a:solidFill>
            <a:schemeClr val="bg1"/>
          </a:solidFill>
          <a:ln>
            <a:solidFill>
              <a:schemeClr val="tx1"/>
            </a:solidFill>
          </a:ln>
        </p:spPr>
        <p:txBody>
          <a:bodyPr wrap="none" lIns="0" tIns="0" rIns="0" bIns="0" rtlCol="0">
            <a:spAutoFit/>
          </a:bodyPr>
          <a:lstStyle/>
          <a:p>
            <a:pPr>
              <a:lnSpc>
                <a:spcPts val="1350"/>
              </a:lnSpc>
              <a:buNone/>
            </a:pPr>
            <a:r>
              <a:rPr lang="en-GB" sz="1100" b="1" noProof="1">
                <a:effectLst/>
                <a:latin typeface="Menlo" panose="020B0609030804020204" pitchFamily="49" charset="0"/>
              </a:rPr>
              <a:t>XML data</a:t>
            </a:r>
          </a:p>
          <a:p>
            <a:pPr>
              <a:lnSpc>
                <a:spcPts val="1350"/>
              </a:lnSpc>
              <a:buNone/>
            </a:pPr>
            <a:endParaRPr lang="en-GB" sz="1100" b="1" noProof="1">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&lt;order</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id</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"101"</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&lt;item&gt;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&lt;name&gt;</a:t>
            </a:r>
            <a:r>
              <a:rPr lang="en-GB" sz="1100" b="0" noProof="1">
                <a:solidFill>
                  <a:srgbClr val="3B3B3B"/>
                </a:solidFill>
                <a:effectLst/>
                <a:latin typeface="Menlo" panose="020B0609030804020204" pitchFamily="49" charset="0"/>
              </a:rPr>
              <a:t>Wireless Mouse</a:t>
            </a:r>
            <a:r>
              <a:rPr lang="en-GB" sz="1100" b="0" noProof="1">
                <a:solidFill>
                  <a:srgbClr val="800000"/>
                </a:solidFill>
                <a:effectLst/>
                <a:latin typeface="Menlo" panose="020B0609030804020204" pitchFamily="49" charset="0"/>
              </a:rPr>
              <a:t>&lt;/name&gt;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&lt;quantity&gt;</a:t>
            </a:r>
            <a:r>
              <a:rPr lang="en-GB" sz="1100" b="0" noProof="1">
                <a:solidFill>
                  <a:srgbClr val="3B3B3B"/>
                </a:solidFill>
                <a:effectLst/>
                <a:latin typeface="Menlo" panose="020B0609030804020204" pitchFamily="49" charset="0"/>
              </a:rPr>
              <a:t>0</a:t>
            </a:r>
            <a:r>
              <a:rPr lang="en-GB" sz="1100" b="0" noProof="1">
                <a:solidFill>
                  <a:srgbClr val="800000"/>
                </a:solidFill>
                <a:effectLst/>
                <a:latin typeface="Menlo" panose="020B0609030804020204" pitchFamily="49" charset="0"/>
              </a:rPr>
              <a:t>&lt;/quantity&gt;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&lt;price&gt;</a:t>
            </a:r>
            <a:r>
              <a:rPr lang="en-GB" sz="1100" b="0" noProof="1">
                <a:solidFill>
                  <a:srgbClr val="3B3B3B"/>
                </a:solidFill>
                <a:effectLst/>
                <a:latin typeface="Menlo" panose="020B0609030804020204" pitchFamily="49" charset="0"/>
              </a:rPr>
              <a:t>25.00</a:t>
            </a:r>
            <a:r>
              <a:rPr lang="en-GB" sz="1100" b="0" noProof="1">
                <a:solidFill>
                  <a:srgbClr val="800000"/>
                </a:solidFill>
                <a:effectLst/>
                <a:latin typeface="Menlo" panose="020B0609030804020204" pitchFamily="49" charset="0"/>
              </a:rPr>
              <a:t>&lt;/price&gt;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&lt;/item&gt;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&lt;/order&gt;</a:t>
            </a:r>
            <a:endParaRPr lang="en-GB" sz="1100" b="0" noProof="1">
              <a:solidFill>
                <a:srgbClr val="3B3B3B"/>
              </a:solidFill>
              <a:effectLst/>
              <a:latin typeface="Menlo" panose="020B0609030804020204" pitchFamily="49" charset="0"/>
            </a:endParaRPr>
          </a:p>
          <a:p>
            <a:endParaRPr lang="en-GB" sz="1050" noProof="1"/>
          </a:p>
        </p:txBody>
      </p:sp>
      <p:sp>
        <p:nvSpPr>
          <p:cNvPr id="8" name="TextBox 7">
            <a:extLst>
              <a:ext uri="{FF2B5EF4-FFF2-40B4-BE49-F238E27FC236}">
                <a16:creationId xmlns:a16="http://schemas.microsoft.com/office/drawing/2014/main" id="{6D2EC9EA-9EDB-44D7-5147-7FCD884084B5}"/>
              </a:ext>
            </a:extLst>
          </p:cNvPr>
          <p:cNvSpPr txBox="1"/>
          <p:nvPr/>
        </p:nvSpPr>
        <p:spPr>
          <a:xfrm>
            <a:off x="3382127" y="1743961"/>
            <a:ext cx="4476250" cy="2136482"/>
          </a:xfrm>
          <a:prstGeom prst="rect">
            <a:avLst/>
          </a:prstGeom>
          <a:solidFill>
            <a:schemeClr val="bg1"/>
          </a:solidFill>
          <a:ln>
            <a:solidFill>
              <a:schemeClr val="tx1"/>
            </a:solidFill>
          </a:ln>
        </p:spPr>
        <p:txBody>
          <a:bodyPr wrap="square" lIns="0" tIns="0" rIns="0" bIns="0" rtlCol="0">
            <a:spAutoFit/>
          </a:bodyPr>
          <a:lstStyle/>
          <a:p>
            <a:pPr>
              <a:lnSpc>
                <a:spcPts val="1350"/>
              </a:lnSpc>
              <a:buNone/>
            </a:pPr>
            <a:r>
              <a:rPr lang="en-GB" sz="1100" b="1" noProof="1">
                <a:effectLst/>
                <a:latin typeface="Menlo" panose="020B0609030804020204" pitchFamily="49" charset="0"/>
              </a:rPr>
              <a:t>SCH rule</a:t>
            </a:r>
          </a:p>
          <a:p>
            <a:pPr>
              <a:lnSpc>
                <a:spcPts val="1350"/>
              </a:lnSpc>
              <a:buNone/>
            </a:pPr>
            <a:endParaRPr lang="en-GB" sz="1100" b="1" noProof="1">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&lt;sch:schema&gt;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&lt;sch:pattern&gt;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&lt;sch:rule</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context</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"quantity"</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&lt;sch:assert</a:t>
            </a:r>
            <a:r>
              <a:rPr lang="en-GB" sz="1100" b="0" noProof="1">
                <a:solidFill>
                  <a:srgbClr val="3B3B3B"/>
                </a:solidFill>
                <a:effectLst/>
                <a:latin typeface="Menlo" panose="020B0609030804020204" pitchFamily="49" charset="0"/>
              </a:rPr>
              <a:t> </a:t>
            </a:r>
            <a:r>
              <a:rPr lang="en-GB" sz="1100" b="0" noProof="1">
                <a:solidFill>
                  <a:srgbClr val="E50000"/>
                </a:solidFill>
                <a:effectLst/>
                <a:latin typeface="Menlo" panose="020B0609030804020204" pitchFamily="49" charset="0"/>
              </a:rPr>
              <a:t>test</a:t>
            </a:r>
            <a:r>
              <a:rPr lang="en-GB" sz="1100" b="0" noProof="1">
                <a:solidFill>
                  <a:srgbClr val="3B3B3B"/>
                </a:solidFill>
                <a:effectLst/>
                <a:latin typeface="Menlo" panose="020B0609030804020204" pitchFamily="49" charset="0"/>
              </a:rPr>
              <a:t>=</a:t>
            </a:r>
            <a:r>
              <a:rPr lang="en-GB" sz="1100" b="0" noProof="1">
                <a:solidFill>
                  <a:srgbClr val="0000FF"/>
                </a:solidFill>
                <a:effectLst/>
                <a:latin typeface="Menlo" panose="020B0609030804020204" pitchFamily="49" charset="0"/>
              </a:rPr>
              <a:t>". &gt; 0"</a:t>
            </a:r>
            <a:r>
              <a:rPr lang="en-GB" sz="1100" b="0" noProof="1">
                <a:solidFill>
                  <a:srgbClr val="800000"/>
                </a:solidFill>
                <a:effectLst/>
                <a:latin typeface="Menlo" panose="020B0609030804020204" pitchFamily="49" charset="0"/>
              </a:rPr>
              <a: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3B3B3B"/>
                </a:solidFill>
                <a:effectLst/>
                <a:latin typeface="Menlo" panose="020B0609030804020204" pitchFamily="49" charset="0"/>
              </a:rPr>
              <a:t>    An order item must have a quantity of at least 1.</a:t>
            </a:r>
          </a:p>
          <a:p>
            <a:pPr>
              <a:lnSpc>
                <a:spcPts val="1350"/>
              </a:lnSpc>
              <a:buNone/>
            </a:pPr>
            <a:r>
              <a:rPr lang="en-GB" sz="1100" b="0" noProof="1">
                <a:solidFill>
                  <a:srgbClr val="800000"/>
                </a:solidFill>
                <a:effectLst/>
                <a:latin typeface="Menlo" panose="020B0609030804020204" pitchFamily="49" charset="0"/>
              </a:rPr>
              <a:t>   &lt;/sch:assert&gt;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&lt;/sch:rule&gt;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 &lt;/sch:pattern&gt;</a:t>
            </a:r>
            <a:endParaRPr lang="en-GB" sz="1100" b="0" noProof="1">
              <a:solidFill>
                <a:srgbClr val="3B3B3B"/>
              </a:solidFill>
              <a:effectLst/>
              <a:latin typeface="Menlo" panose="020B0609030804020204" pitchFamily="49" charset="0"/>
            </a:endParaRPr>
          </a:p>
          <a:p>
            <a:pPr>
              <a:lnSpc>
                <a:spcPts val="1350"/>
              </a:lnSpc>
              <a:buNone/>
            </a:pPr>
            <a:r>
              <a:rPr lang="en-GB" sz="1100" b="0" noProof="1">
                <a:solidFill>
                  <a:srgbClr val="800000"/>
                </a:solidFill>
                <a:effectLst/>
                <a:latin typeface="Menlo" panose="020B0609030804020204" pitchFamily="49" charset="0"/>
              </a:rPr>
              <a:t>&lt;/sch:schema&gt;</a:t>
            </a:r>
            <a:endParaRPr lang="en-GB" sz="1100" b="0" noProof="1">
              <a:solidFill>
                <a:srgbClr val="3B3B3B"/>
              </a:solidFill>
              <a:effectLst/>
              <a:latin typeface="Menlo" panose="020B0609030804020204" pitchFamily="49" charset="0"/>
            </a:endParaRPr>
          </a:p>
          <a:p>
            <a:endParaRPr lang="en-GB" sz="1050" noProof="1"/>
          </a:p>
        </p:txBody>
      </p:sp>
      <p:sp>
        <p:nvSpPr>
          <p:cNvPr id="5" name="TextBox 4">
            <a:extLst>
              <a:ext uri="{FF2B5EF4-FFF2-40B4-BE49-F238E27FC236}">
                <a16:creationId xmlns:a16="http://schemas.microsoft.com/office/drawing/2014/main" id="{A1013E6C-D071-2648-2A73-6E781FE7039B}"/>
              </a:ext>
            </a:extLst>
          </p:cNvPr>
          <p:cNvSpPr txBox="1"/>
          <p:nvPr/>
        </p:nvSpPr>
        <p:spPr>
          <a:xfrm>
            <a:off x="1041094" y="4239332"/>
            <a:ext cx="2145396" cy="246221"/>
          </a:xfrm>
          <a:prstGeom prst="rect">
            <a:avLst/>
          </a:prstGeom>
          <a:solidFill>
            <a:schemeClr val="bg1"/>
          </a:solidFill>
        </p:spPr>
        <p:txBody>
          <a:bodyPr wrap="none" lIns="0" tIns="0" rIns="0" bIns="0" rtlCol="0">
            <a:spAutoFit/>
          </a:bodyPr>
          <a:lstStyle/>
          <a:p>
            <a:r>
              <a:rPr lang="en-GB" sz="1600" dirty="0"/>
              <a:t>Equivalent XSD assert= </a:t>
            </a:r>
          </a:p>
        </p:txBody>
      </p:sp>
    </p:spTree>
    <p:extLst>
      <p:ext uri="{BB962C8B-B14F-4D97-AF65-F5344CB8AC3E}">
        <p14:creationId xmlns:p14="http://schemas.microsoft.com/office/powerpoint/2010/main" val="369399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AE806C-2A79-42F3-F2CD-9C3E3F946F46}"/>
              </a:ext>
            </a:extLst>
          </p:cNvPr>
          <p:cNvSpPr>
            <a:spLocks noGrp="1"/>
          </p:cNvSpPr>
          <p:nvPr>
            <p:ph type="title"/>
          </p:nvPr>
        </p:nvSpPr>
        <p:spPr/>
        <p:txBody>
          <a:bodyPr/>
          <a:lstStyle/>
          <a:p>
            <a:r>
              <a:rPr lang="en-GB" dirty="0"/>
              <a:t>XSD with assert and Schematron</a:t>
            </a:r>
          </a:p>
        </p:txBody>
      </p:sp>
      <p:sp>
        <p:nvSpPr>
          <p:cNvPr id="3" name="Slide Number Placeholder 2">
            <a:extLst>
              <a:ext uri="{FF2B5EF4-FFF2-40B4-BE49-F238E27FC236}">
                <a16:creationId xmlns:a16="http://schemas.microsoft.com/office/drawing/2014/main" id="{4C6A12F1-8576-C248-0819-C6D88D84F97B}"/>
              </a:ext>
            </a:extLst>
          </p:cNvPr>
          <p:cNvSpPr>
            <a:spLocks noGrp="1"/>
          </p:cNvSpPr>
          <p:nvPr>
            <p:ph type="sldNum" sz="quarter" idx="11"/>
          </p:nvPr>
        </p:nvSpPr>
        <p:spPr/>
        <p:txBody>
          <a:bodyPr/>
          <a:lstStyle/>
          <a:p>
            <a:fld id="{F50FD2C4-56EC-4F07-B0B8-CEAC86EF6E31}" type="slidenum">
              <a:rPr lang="en-US" noProof="0" smtClean="0"/>
              <a:pPr/>
              <a:t>17</a:t>
            </a:fld>
            <a:endParaRPr lang="en-US" noProof="0"/>
          </a:p>
        </p:txBody>
      </p:sp>
      <p:sp>
        <p:nvSpPr>
          <p:cNvPr id="9" name="Text Placeholder 8">
            <a:extLst>
              <a:ext uri="{FF2B5EF4-FFF2-40B4-BE49-F238E27FC236}">
                <a16:creationId xmlns:a16="http://schemas.microsoft.com/office/drawing/2014/main" id="{3BA15B01-66A5-9803-BB39-E8C43E897A41}"/>
              </a:ext>
            </a:extLst>
          </p:cNvPr>
          <p:cNvSpPr>
            <a:spLocks noGrp="1"/>
          </p:cNvSpPr>
          <p:nvPr>
            <p:ph type="body" sz="quarter" idx="15"/>
          </p:nvPr>
        </p:nvSpPr>
        <p:spPr/>
        <p:txBody>
          <a:bodyPr/>
          <a:lstStyle/>
          <a:p>
            <a:r>
              <a:rPr lang="en-GB" dirty="0"/>
              <a:t>Comparison</a:t>
            </a:r>
          </a:p>
        </p:txBody>
      </p:sp>
      <p:sp>
        <p:nvSpPr>
          <p:cNvPr id="6" name="Text Placeholder 5">
            <a:extLst>
              <a:ext uri="{FF2B5EF4-FFF2-40B4-BE49-F238E27FC236}">
                <a16:creationId xmlns:a16="http://schemas.microsoft.com/office/drawing/2014/main" id="{59D96A16-561C-4060-A49E-E60FFF6450E4}"/>
              </a:ext>
            </a:extLst>
          </p:cNvPr>
          <p:cNvSpPr>
            <a:spLocks noGrp="1"/>
          </p:cNvSpPr>
          <p:nvPr>
            <p:ph type="body" idx="1"/>
          </p:nvPr>
        </p:nvSpPr>
        <p:spPr/>
        <p:txBody>
          <a:bodyPr/>
          <a:lstStyle/>
          <a:p>
            <a:pPr marL="0" indent="0">
              <a:buNone/>
            </a:pPr>
            <a:r>
              <a:rPr lang="en-GB" dirty="0"/>
              <a:t>XSD with assert and xerces message</a:t>
            </a:r>
          </a:p>
        </p:txBody>
      </p:sp>
      <p:sp>
        <p:nvSpPr>
          <p:cNvPr id="7" name="Content Placeholder 6">
            <a:extLst>
              <a:ext uri="{FF2B5EF4-FFF2-40B4-BE49-F238E27FC236}">
                <a16:creationId xmlns:a16="http://schemas.microsoft.com/office/drawing/2014/main" id="{25211378-13A6-ED9E-154E-2F63B8CDA240}"/>
              </a:ext>
            </a:extLst>
          </p:cNvPr>
          <p:cNvSpPr>
            <a:spLocks noGrp="1"/>
          </p:cNvSpPr>
          <p:nvPr>
            <p:ph sz="half" idx="2"/>
          </p:nvPr>
        </p:nvSpPr>
        <p:spPr/>
        <p:txBody>
          <a:bodyPr/>
          <a:lstStyle/>
          <a:p>
            <a:r>
              <a:rPr lang="en-GB" sz="1600" b="1" dirty="0"/>
              <a:t>Primary goal</a:t>
            </a:r>
          </a:p>
          <a:p>
            <a:pPr lvl="1"/>
            <a:r>
              <a:rPr lang="en-GB" sz="1400" b="1" dirty="0"/>
              <a:t>Data Integrity: </a:t>
            </a:r>
            <a:r>
              <a:rPr lang="en-GB" sz="1400" dirty="0"/>
              <a:t>Ensuring the XML document is "well-formed" and mathematically valid according to a schema.</a:t>
            </a:r>
          </a:p>
          <a:p>
            <a:r>
              <a:rPr lang="en-GB" sz="1600" b="1" dirty="0"/>
              <a:t>Coupling</a:t>
            </a:r>
          </a:p>
          <a:p>
            <a:pPr lvl="1"/>
            <a:r>
              <a:rPr lang="en-GB" sz="1400" b="1" dirty="0"/>
              <a:t>Tight: </a:t>
            </a:r>
            <a:r>
              <a:rPr lang="en-GB" sz="1400" dirty="0"/>
              <a:t>Assertions are part of the Type definition. If the assertion fails, the element is technically "invalid."</a:t>
            </a:r>
          </a:p>
          <a:p>
            <a:r>
              <a:rPr lang="en-GB" sz="1600" b="1" dirty="0"/>
              <a:t>Scope</a:t>
            </a:r>
          </a:p>
          <a:p>
            <a:pPr lvl="1"/>
            <a:r>
              <a:rPr lang="en-GB" sz="1400" b="1" dirty="0"/>
              <a:t>Local: </a:t>
            </a:r>
            <a:r>
              <a:rPr lang="en-GB" sz="1400" dirty="0"/>
              <a:t>Can only "see" the element it is currently inside (and its descendants/attributes).</a:t>
            </a:r>
          </a:p>
          <a:p>
            <a:pPr lvl="1"/>
            <a:endParaRPr lang="en-GB" sz="1400" dirty="0"/>
          </a:p>
        </p:txBody>
      </p:sp>
      <p:sp>
        <p:nvSpPr>
          <p:cNvPr id="8" name="Text Placeholder 7">
            <a:extLst>
              <a:ext uri="{FF2B5EF4-FFF2-40B4-BE49-F238E27FC236}">
                <a16:creationId xmlns:a16="http://schemas.microsoft.com/office/drawing/2014/main" id="{E1673A3F-71E2-0610-C150-A8C1ED2EB990}"/>
              </a:ext>
            </a:extLst>
          </p:cNvPr>
          <p:cNvSpPr>
            <a:spLocks noGrp="1"/>
          </p:cNvSpPr>
          <p:nvPr>
            <p:ph type="body" sz="quarter" idx="3"/>
          </p:nvPr>
        </p:nvSpPr>
        <p:spPr/>
        <p:txBody>
          <a:bodyPr/>
          <a:lstStyle/>
          <a:p>
            <a:pPr marL="0" indent="0">
              <a:buNone/>
            </a:pPr>
            <a:r>
              <a:rPr lang="en-GB" dirty="0"/>
              <a:t>Schematron</a:t>
            </a:r>
          </a:p>
        </p:txBody>
      </p:sp>
      <p:sp>
        <p:nvSpPr>
          <p:cNvPr id="10" name="Content Placeholder 9">
            <a:extLst>
              <a:ext uri="{FF2B5EF4-FFF2-40B4-BE49-F238E27FC236}">
                <a16:creationId xmlns:a16="http://schemas.microsoft.com/office/drawing/2014/main" id="{0E51AAD4-AEE1-426B-54BA-D645231A58A7}"/>
              </a:ext>
            </a:extLst>
          </p:cNvPr>
          <p:cNvSpPr>
            <a:spLocks noGrp="1"/>
          </p:cNvSpPr>
          <p:nvPr>
            <p:ph sz="quarter" idx="16"/>
          </p:nvPr>
        </p:nvSpPr>
        <p:spPr/>
        <p:txBody>
          <a:bodyPr/>
          <a:lstStyle/>
          <a:p>
            <a:r>
              <a:rPr lang="en-GB" sz="1600" b="1" dirty="0"/>
              <a:t>Primary goal</a:t>
            </a:r>
          </a:p>
          <a:p>
            <a:pPr lvl="1"/>
            <a:r>
              <a:rPr lang="en-GB" sz="1400" b="1" dirty="0"/>
              <a:t>Business Rules: </a:t>
            </a:r>
            <a:r>
              <a:rPr lang="en-GB" sz="1400" dirty="0"/>
              <a:t>Validating complex relationships, clinical guidelines, or legal requirements.</a:t>
            </a:r>
          </a:p>
          <a:p>
            <a:r>
              <a:rPr lang="en-GB" sz="1600" b="1" dirty="0"/>
              <a:t>Coupling</a:t>
            </a:r>
          </a:p>
          <a:p>
            <a:pPr lvl="1"/>
            <a:r>
              <a:rPr lang="en-GB" sz="1400" b="1" dirty="0"/>
              <a:t>Loose: </a:t>
            </a:r>
            <a:r>
              <a:rPr lang="en-GB" sz="1400" dirty="0"/>
              <a:t>Rules are separate from the structure. You can run different Schematron files against the same XML.</a:t>
            </a:r>
          </a:p>
          <a:p>
            <a:r>
              <a:rPr lang="en-GB" sz="1600" b="1" dirty="0"/>
              <a:t>Scope</a:t>
            </a:r>
          </a:p>
          <a:p>
            <a:pPr lvl="1"/>
            <a:r>
              <a:rPr lang="en-GB" sz="1400" b="1" dirty="0"/>
              <a:t>Global: </a:t>
            </a:r>
            <a:r>
              <a:rPr lang="en-GB" sz="1400" dirty="0"/>
              <a:t>Can "jump" anywhere in the document to compare distant nodes using absolute XPath.</a:t>
            </a:r>
          </a:p>
          <a:p>
            <a:endParaRPr lang="en-GB" sz="1600" dirty="0"/>
          </a:p>
        </p:txBody>
      </p:sp>
      <p:sp>
        <p:nvSpPr>
          <p:cNvPr id="15" name="TextBox 14">
            <a:extLst>
              <a:ext uri="{FF2B5EF4-FFF2-40B4-BE49-F238E27FC236}">
                <a16:creationId xmlns:a16="http://schemas.microsoft.com/office/drawing/2014/main" id="{94D585A0-B4BB-5646-30C2-71A6331CB812}"/>
              </a:ext>
            </a:extLst>
          </p:cNvPr>
          <p:cNvSpPr txBox="1"/>
          <p:nvPr/>
        </p:nvSpPr>
        <p:spPr>
          <a:xfrm>
            <a:off x="346841" y="4361793"/>
            <a:ext cx="65" cy="246221"/>
          </a:xfrm>
          <a:prstGeom prst="rect">
            <a:avLst/>
          </a:prstGeom>
          <a:solidFill>
            <a:schemeClr val="bg1"/>
          </a:solidFill>
        </p:spPr>
        <p:txBody>
          <a:bodyPr wrap="none" lIns="0" tIns="0" rIns="0" bIns="0" rtlCol="0">
            <a:spAutoFit/>
          </a:bodyPr>
          <a:lstStyle/>
          <a:p>
            <a:endParaRPr lang="en-GB" sz="1600" dirty="0"/>
          </a:p>
        </p:txBody>
      </p:sp>
    </p:spTree>
    <p:extLst>
      <p:ext uri="{BB962C8B-B14F-4D97-AF65-F5344CB8AC3E}">
        <p14:creationId xmlns:p14="http://schemas.microsoft.com/office/powerpoint/2010/main" val="345893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95188-D281-3251-2FA5-22AA707E16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2B4125-D9AC-4F23-291D-EEE45A87CE99}"/>
              </a:ext>
            </a:extLst>
          </p:cNvPr>
          <p:cNvSpPr>
            <a:spLocks noGrp="1"/>
          </p:cNvSpPr>
          <p:nvPr>
            <p:ph type="title"/>
          </p:nvPr>
        </p:nvSpPr>
        <p:spPr/>
        <p:txBody>
          <a:bodyPr/>
          <a:lstStyle/>
          <a:p>
            <a:r>
              <a:rPr lang="en-GB" dirty="0"/>
              <a:t>XSD with assert and Schematron</a:t>
            </a:r>
          </a:p>
        </p:txBody>
      </p:sp>
      <p:sp>
        <p:nvSpPr>
          <p:cNvPr id="3" name="Slide Number Placeholder 2">
            <a:extLst>
              <a:ext uri="{FF2B5EF4-FFF2-40B4-BE49-F238E27FC236}">
                <a16:creationId xmlns:a16="http://schemas.microsoft.com/office/drawing/2014/main" id="{1A8062D2-B850-E231-9FD0-F79828639289}"/>
              </a:ext>
            </a:extLst>
          </p:cNvPr>
          <p:cNvSpPr>
            <a:spLocks noGrp="1"/>
          </p:cNvSpPr>
          <p:nvPr>
            <p:ph type="sldNum" sz="quarter" idx="11"/>
          </p:nvPr>
        </p:nvSpPr>
        <p:spPr/>
        <p:txBody>
          <a:bodyPr/>
          <a:lstStyle/>
          <a:p>
            <a:fld id="{F50FD2C4-56EC-4F07-B0B8-CEAC86EF6E31}" type="slidenum">
              <a:rPr lang="en-US" noProof="0" smtClean="0"/>
              <a:pPr/>
              <a:t>18</a:t>
            </a:fld>
            <a:endParaRPr lang="en-US" noProof="0"/>
          </a:p>
        </p:txBody>
      </p:sp>
      <p:sp>
        <p:nvSpPr>
          <p:cNvPr id="9" name="Text Placeholder 8">
            <a:extLst>
              <a:ext uri="{FF2B5EF4-FFF2-40B4-BE49-F238E27FC236}">
                <a16:creationId xmlns:a16="http://schemas.microsoft.com/office/drawing/2014/main" id="{D1BA3628-67CB-9511-AFF4-FD630025F1E3}"/>
              </a:ext>
            </a:extLst>
          </p:cNvPr>
          <p:cNvSpPr>
            <a:spLocks noGrp="1"/>
          </p:cNvSpPr>
          <p:nvPr>
            <p:ph type="body" sz="quarter" idx="16"/>
          </p:nvPr>
        </p:nvSpPr>
        <p:spPr/>
        <p:txBody>
          <a:bodyPr/>
          <a:lstStyle/>
          <a:p>
            <a:r>
              <a:rPr lang="en-GB" dirty="0"/>
              <a:t>Comparison</a:t>
            </a:r>
          </a:p>
        </p:txBody>
      </p:sp>
      <p:sp>
        <p:nvSpPr>
          <p:cNvPr id="15" name="TextBox 14">
            <a:extLst>
              <a:ext uri="{FF2B5EF4-FFF2-40B4-BE49-F238E27FC236}">
                <a16:creationId xmlns:a16="http://schemas.microsoft.com/office/drawing/2014/main" id="{EA43077C-FB89-BBEF-897E-FDC3976DF9EA}"/>
              </a:ext>
            </a:extLst>
          </p:cNvPr>
          <p:cNvSpPr txBox="1"/>
          <p:nvPr/>
        </p:nvSpPr>
        <p:spPr>
          <a:xfrm>
            <a:off x="346841" y="4361793"/>
            <a:ext cx="65" cy="246221"/>
          </a:xfrm>
          <a:prstGeom prst="rect">
            <a:avLst/>
          </a:prstGeom>
          <a:solidFill>
            <a:schemeClr val="bg1"/>
          </a:solidFill>
        </p:spPr>
        <p:txBody>
          <a:bodyPr wrap="none" lIns="0" tIns="0" rIns="0" bIns="0" rtlCol="0">
            <a:spAutoFit/>
          </a:bodyPr>
          <a:lstStyle/>
          <a:p>
            <a:endParaRPr lang="en-GB" sz="1600" dirty="0"/>
          </a:p>
        </p:txBody>
      </p:sp>
      <p:graphicFrame>
        <p:nvGraphicFramePr>
          <p:cNvPr id="2" name="Table 1">
            <a:extLst>
              <a:ext uri="{FF2B5EF4-FFF2-40B4-BE49-F238E27FC236}">
                <a16:creationId xmlns:a16="http://schemas.microsoft.com/office/drawing/2014/main" id="{9F497B39-9526-B30C-FB98-ADADA28B2291}"/>
              </a:ext>
            </a:extLst>
          </p:cNvPr>
          <p:cNvGraphicFramePr>
            <a:graphicFrameLocks noGrp="1"/>
          </p:cNvGraphicFramePr>
          <p:nvPr>
            <p:extLst>
              <p:ext uri="{D42A27DB-BD31-4B8C-83A1-F6EECF244321}">
                <p14:modId xmlns:p14="http://schemas.microsoft.com/office/powerpoint/2010/main" val="2412842174"/>
              </p:ext>
            </p:extLst>
          </p:nvPr>
        </p:nvGraphicFramePr>
        <p:xfrm>
          <a:off x="540070" y="1828800"/>
          <a:ext cx="8127999" cy="3200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0996017"/>
                    </a:ext>
                  </a:extLst>
                </a:gridCol>
                <a:gridCol w="2709333">
                  <a:extLst>
                    <a:ext uri="{9D8B030D-6E8A-4147-A177-3AD203B41FA5}">
                      <a16:colId xmlns:a16="http://schemas.microsoft.com/office/drawing/2014/main" val="1434207733"/>
                    </a:ext>
                  </a:extLst>
                </a:gridCol>
                <a:gridCol w="2709333">
                  <a:extLst>
                    <a:ext uri="{9D8B030D-6E8A-4147-A177-3AD203B41FA5}">
                      <a16:colId xmlns:a16="http://schemas.microsoft.com/office/drawing/2014/main" val="1138595664"/>
                    </a:ext>
                  </a:extLst>
                </a:gridCol>
              </a:tblGrid>
              <a:tr h="0">
                <a:tc>
                  <a:txBody>
                    <a:bodyPr/>
                    <a:lstStyle/>
                    <a:p>
                      <a:pPr>
                        <a:buNone/>
                      </a:pPr>
                      <a:r>
                        <a:rPr lang="en-GB" dirty="0"/>
                        <a:t>Constraint Type</a:t>
                      </a:r>
                    </a:p>
                  </a:txBody>
                  <a:tcPr anchor="ctr"/>
                </a:tc>
                <a:tc>
                  <a:txBody>
                    <a:bodyPr/>
                    <a:lstStyle/>
                    <a:p>
                      <a:pPr>
                        <a:buNone/>
                      </a:pPr>
                      <a:r>
                        <a:rPr lang="en-GB"/>
                        <a:t>Possible in XSD 1.1?</a:t>
                      </a:r>
                    </a:p>
                  </a:txBody>
                  <a:tcPr anchor="ctr"/>
                </a:tc>
                <a:tc>
                  <a:txBody>
                    <a:bodyPr/>
                    <a:lstStyle/>
                    <a:p>
                      <a:pPr>
                        <a:buNone/>
                      </a:pPr>
                      <a:r>
                        <a:rPr lang="en-GB"/>
                        <a:t>Possible in Schematron?</a:t>
                      </a:r>
                    </a:p>
                  </a:txBody>
                  <a:tcPr anchor="ctr"/>
                </a:tc>
                <a:extLst>
                  <a:ext uri="{0D108BD9-81ED-4DB2-BD59-A6C34878D82A}">
                    <a16:rowId xmlns:a16="http://schemas.microsoft.com/office/drawing/2014/main" val="3269853047"/>
                  </a:ext>
                </a:extLst>
              </a:tr>
              <a:tr h="370840">
                <a:tc>
                  <a:txBody>
                    <a:bodyPr/>
                    <a:lstStyle/>
                    <a:p>
                      <a:pPr>
                        <a:buNone/>
                      </a:pPr>
                      <a:r>
                        <a:rPr lang="en-GB" b="1" dirty="0"/>
                        <a:t>Sibling-to-Sibling check</a:t>
                      </a:r>
                      <a:endParaRPr lang="en-GB" dirty="0"/>
                    </a:p>
                  </a:txBody>
                  <a:tcPr anchor="ctr"/>
                </a:tc>
                <a:tc>
                  <a:txBody>
                    <a:bodyPr/>
                    <a:lstStyle/>
                    <a:p>
                      <a:pPr>
                        <a:buNone/>
                      </a:pPr>
                      <a:r>
                        <a:rPr lang="en-GB"/>
                        <a:t>No (Limited to descendants)</a:t>
                      </a:r>
                    </a:p>
                  </a:txBody>
                  <a:tcPr anchor="ctr"/>
                </a:tc>
                <a:tc>
                  <a:txBody>
                    <a:bodyPr/>
                    <a:lstStyle/>
                    <a:p>
                      <a:pPr>
                        <a:buNone/>
                      </a:pPr>
                      <a:r>
                        <a:rPr lang="en-GB" b="1"/>
                        <a:t>Yes</a:t>
                      </a:r>
                      <a:r>
                        <a:rPr lang="en-GB"/>
                        <a:t> (Full XPath access)</a:t>
                      </a:r>
                    </a:p>
                  </a:txBody>
                  <a:tcPr anchor="ctr"/>
                </a:tc>
                <a:extLst>
                  <a:ext uri="{0D108BD9-81ED-4DB2-BD59-A6C34878D82A}">
                    <a16:rowId xmlns:a16="http://schemas.microsoft.com/office/drawing/2014/main" val="3989830068"/>
                  </a:ext>
                </a:extLst>
              </a:tr>
              <a:tr h="370840">
                <a:tc>
                  <a:txBody>
                    <a:bodyPr/>
                    <a:lstStyle/>
                    <a:p>
                      <a:pPr>
                        <a:buNone/>
                      </a:pPr>
                      <a:r>
                        <a:rPr lang="en-GB" b="1" dirty="0"/>
                        <a:t>Check against Root element</a:t>
                      </a:r>
                      <a:endParaRPr lang="en-GB" dirty="0"/>
                    </a:p>
                  </a:txBody>
                  <a:tcPr anchor="ctr"/>
                </a:tc>
                <a:tc>
                  <a:txBody>
                    <a:bodyPr/>
                    <a:lstStyle/>
                    <a:p>
                      <a:pPr>
                        <a:buNone/>
                      </a:pPr>
                      <a:r>
                        <a:rPr lang="en-GB"/>
                        <a:t>No (Unless inside Root)</a:t>
                      </a:r>
                    </a:p>
                  </a:txBody>
                  <a:tcPr anchor="ctr"/>
                </a:tc>
                <a:tc>
                  <a:txBody>
                    <a:bodyPr/>
                    <a:lstStyle/>
                    <a:p>
                      <a:pPr>
                        <a:buNone/>
                      </a:pPr>
                      <a:r>
                        <a:rPr lang="en-GB" b="1"/>
                        <a:t>Yes</a:t>
                      </a:r>
                      <a:r>
                        <a:rPr lang="en-GB"/>
                        <a:t> (Using </a:t>
                      </a:r>
                      <a:r>
                        <a:rPr lang="en-GB">
                          <a:latin typeface="Courier New" panose="02070309020205020404" pitchFamily="49" charset="0"/>
                        </a:rPr>
                        <a:t>/</a:t>
                      </a:r>
                      <a:r>
                        <a:rPr lang="en-GB"/>
                        <a:t> or </a:t>
                      </a:r>
                      <a:r>
                        <a:rPr lang="en-GB">
                          <a:latin typeface="Courier New" panose="02070309020205020404" pitchFamily="49" charset="0"/>
                        </a:rPr>
                        <a:t>ancestor::</a:t>
                      </a:r>
                      <a:r>
                        <a:rPr lang="en-GB"/>
                        <a:t>)</a:t>
                      </a:r>
                    </a:p>
                  </a:txBody>
                  <a:tcPr anchor="ctr"/>
                </a:tc>
                <a:extLst>
                  <a:ext uri="{0D108BD9-81ED-4DB2-BD59-A6C34878D82A}">
                    <a16:rowId xmlns:a16="http://schemas.microsoft.com/office/drawing/2014/main" val="877610962"/>
                  </a:ext>
                </a:extLst>
              </a:tr>
              <a:tr h="370840">
                <a:tc>
                  <a:txBody>
                    <a:bodyPr/>
                    <a:lstStyle/>
                    <a:p>
                      <a:pPr>
                        <a:buNone/>
                      </a:pPr>
                      <a:r>
                        <a:rPr lang="en-GB" b="1" dirty="0"/>
                        <a:t>Conditional Warnings</a:t>
                      </a:r>
                      <a:endParaRPr lang="en-GB" dirty="0"/>
                    </a:p>
                  </a:txBody>
                  <a:tcPr anchor="ctr"/>
                </a:tc>
                <a:tc>
                  <a:txBody>
                    <a:bodyPr/>
                    <a:lstStyle/>
                    <a:p>
                      <a:pPr>
                        <a:buNone/>
                      </a:pPr>
                      <a:r>
                        <a:rPr lang="en-GB"/>
                        <a:t>No (Only Errors)</a:t>
                      </a:r>
                    </a:p>
                  </a:txBody>
                  <a:tcPr anchor="ctr"/>
                </a:tc>
                <a:tc>
                  <a:txBody>
                    <a:bodyPr/>
                    <a:lstStyle/>
                    <a:p>
                      <a:pPr>
                        <a:buNone/>
                      </a:pPr>
                      <a:r>
                        <a:rPr lang="en-GB" b="1"/>
                        <a:t>Yes</a:t>
                      </a:r>
                      <a:r>
                        <a:rPr lang="en-GB"/>
                        <a:t> (Using </a:t>
                      </a:r>
                      <a:r>
                        <a:rPr lang="en-GB">
                          <a:latin typeface="Courier New" panose="02070309020205020404" pitchFamily="49" charset="0"/>
                        </a:rPr>
                        <a:t>sch:report</a:t>
                      </a:r>
                      <a:r>
                        <a:rPr lang="en-GB"/>
                        <a:t>)</a:t>
                      </a:r>
                    </a:p>
                  </a:txBody>
                  <a:tcPr anchor="ctr"/>
                </a:tc>
                <a:extLst>
                  <a:ext uri="{0D108BD9-81ED-4DB2-BD59-A6C34878D82A}">
                    <a16:rowId xmlns:a16="http://schemas.microsoft.com/office/drawing/2014/main" val="3988814967"/>
                  </a:ext>
                </a:extLst>
              </a:tr>
              <a:tr h="370840">
                <a:tc>
                  <a:txBody>
                    <a:bodyPr/>
                    <a:lstStyle/>
                    <a:p>
                      <a:pPr>
                        <a:buNone/>
                      </a:pPr>
                      <a:r>
                        <a:rPr lang="en-GB" b="1"/>
                        <a:t>External Document Lookup</a:t>
                      </a:r>
                      <a:endParaRPr lang="en-GB"/>
                    </a:p>
                  </a:txBody>
                  <a:tcPr anchor="ctr"/>
                </a:tc>
                <a:tc>
                  <a:txBody>
                    <a:bodyPr/>
                    <a:lstStyle/>
                    <a:p>
                      <a:pPr>
                        <a:buNone/>
                      </a:pPr>
                      <a:r>
                        <a:rPr lang="en-GB"/>
                        <a:t>No</a:t>
                      </a:r>
                    </a:p>
                  </a:txBody>
                  <a:tcPr anchor="ctr"/>
                </a:tc>
                <a:tc>
                  <a:txBody>
                    <a:bodyPr/>
                    <a:lstStyle/>
                    <a:p>
                      <a:pPr>
                        <a:buNone/>
                      </a:pPr>
                      <a:r>
                        <a:rPr lang="en-GB" b="1" dirty="0"/>
                        <a:t>Yes</a:t>
                      </a:r>
                      <a:r>
                        <a:rPr lang="en-GB" dirty="0"/>
                        <a:t> (Using </a:t>
                      </a:r>
                      <a:r>
                        <a:rPr lang="en-GB" dirty="0">
                          <a:latin typeface="Courier New" panose="02070309020205020404" pitchFamily="49" charset="0"/>
                        </a:rPr>
                        <a:t>document()</a:t>
                      </a:r>
                      <a:r>
                        <a:rPr lang="en-GB" dirty="0"/>
                        <a:t> function)</a:t>
                      </a:r>
                    </a:p>
                  </a:txBody>
                  <a:tcPr anchor="ctr"/>
                </a:tc>
                <a:extLst>
                  <a:ext uri="{0D108BD9-81ED-4DB2-BD59-A6C34878D82A}">
                    <a16:rowId xmlns:a16="http://schemas.microsoft.com/office/drawing/2014/main" val="2765254545"/>
                  </a:ext>
                </a:extLst>
              </a:tr>
            </a:tbl>
          </a:graphicData>
        </a:graphic>
      </p:graphicFrame>
    </p:spTree>
    <p:extLst>
      <p:ext uri="{BB962C8B-B14F-4D97-AF65-F5344CB8AC3E}">
        <p14:creationId xmlns:p14="http://schemas.microsoft.com/office/powerpoint/2010/main" val="455885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135BBABD-0E2D-4180-D734-8A13547197C8}"/>
              </a:ext>
            </a:extLst>
          </p:cNvPr>
          <p:cNvSpPr>
            <a:spLocks noGrp="1"/>
          </p:cNvSpPr>
          <p:nvPr>
            <p:ph type="title"/>
          </p:nvPr>
        </p:nvSpPr>
        <p:spPr/>
        <p:txBody>
          <a:bodyPr/>
          <a:lstStyle/>
          <a:p>
            <a:r>
              <a:rPr lang="en-GB" dirty="0"/>
              <a:t>XSD with assert and Schematron</a:t>
            </a:r>
          </a:p>
        </p:txBody>
      </p:sp>
      <p:sp>
        <p:nvSpPr>
          <p:cNvPr id="3" name="Slide Number Placeholder 2">
            <a:extLst>
              <a:ext uri="{FF2B5EF4-FFF2-40B4-BE49-F238E27FC236}">
                <a16:creationId xmlns:a16="http://schemas.microsoft.com/office/drawing/2014/main" id="{2DF26E6A-5FFB-3C81-C244-0867B731F873}"/>
              </a:ext>
            </a:extLst>
          </p:cNvPr>
          <p:cNvSpPr>
            <a:spLocks noGrp="1"/>
          </p:cNvSpPr>
          <p:nvPr>
            <p:ph type="sldNum" sz="quarter" idx="11"/>
          </p:nvPr>
        </p:nvSpPr>
        <p:spPr>
          <a:xfrm>
            <a:off x="10353598" y="-5194"/>
            <a:ext cx="792103" cy="426393"/>
          </a:xfrm>
        </p:spPr>
        <p:txBody>
          <a:bodyPr/>
          <a:lstStyle/>
          <a:p>
            <a:fld id="{F50FD2C4-56EC-4F07-B0B8-CEAC86EF6E31}" type="slidenum">
              <a:rPr lang="en-US" noProof="0" smtClean="0"/>
              <a:pPr/>
              <a:t>19</a:t>
            </a:fld>
            <a:endParaRPr lang="en-US" noProof="0"/>
          </a:p>
        </p:txBody>
      </p:sp>
      <p:sp>
        <p:nvSpPr>
          <p:cNvPr id="20" name="Text Placeholder 19">
            <a:extLst>
              <a:ext uri="{FF2B5EF4-FFF2-40B4-BE49-F238E27FC236}">
                <a16:creationId xmlns:a16="http://schemas.microsoft.com/office/drawing/2014/main" id="{9855E5F1-1BB4-B909-D69C-13D9E8C8E063}"/>
              </a:ext>
            </a:extLst>
          </p:cNvPr>
          <p:cNvSpPr>
            <a:spLocks noGrp="1"/>
          </p:cNvSpPr>
          <p:nvPr>
            <p:ph type="body" sz="quarter" idx="15"/>
          </p:nvPr>
        </p:nvSpPr>
        <p:spPr/>
        <p:txBody>
          <a:bodyPr/>
          <a:lstStyle/>
          <a:p>
            <a:r>
              <a:rPr lang="en-GB" dirty="0"/>
              <a:t>Comparison</a:t>
            </a:r>
          </a:p>
        </p:txBody>
      </p:sp>
      <p:sp>
        <p:nvSpPr>
          <p:cNvPr id="15" name="Content Placeholder 14">
            <a:extLst>
              <a:ext uri="{FF2B5EF4-FFF2-40B4-BE49-F238E27FC236}">
                <a16:creationId xmlns:a16="http://schemas.microsoft.com/office/drawing/2014/main" id="{82CB8E8C-4698-9111-5BA4-C46942CF9F89}"/>
              </a:ext>
            </a:extLst>
          </p:cNvPr>
          <p:cNvSpPr>
            <a:spLocks noGrp="1"/>
          </p:cNvSpPr>
          <p:nvPr>
            <p:ph idx="1"/>
          </p:nvPr>
        </p:nvSpPr>
        <p:spPr>
          <a:xfrm>
            <a:off x="540070" y="1638415"/>
            <a:ext cx="10605631" cy="4725971"/>
          </a:xfrm>
        </p:spPr>
        <p:txBody>
          <a:bodyPr/>
          <a:lstStyle/>
          <a:p>
            <a:r>
              <a:rPr lang="en-FR" altLang="en-FR" sz="1400" dirty="0"/>
              <a:t>While xsd:assert is powerful, it is still bound by the "Inheritance and Hierarchy" rules of XML Schema. Schematron, however, is purely based on XPath patterns and doesn't care about the tree structure.</a:t>
            </a:r>
          </a:p>
          <a:p>
            <a:pPr lvl="0"/>
            <a:r>
              <a:rPr lang="en-FR" altLang="en-FR" sz="1400" dirty="0"/>
              <a:t>The most significant constraint possible in Schematron that is impossible (or extremely difficult) in XSD 1.1 xsd:assert is </a:t>
            </a:r>
          </a:p>
          <a:p>
            <a:pPr lvl="1"/>
            <a:r>
              <a:rPr lang="en-FR" altLang="en-FR" sz="1200" b="1" dirty="0"/>
              <a:t>Global Document Correlation: </a:t>
            </a:r>
            <a:r>
              <a:rPr lang="en-GB" altLang="en-FR" sz="1200" dirty="0"/>
              <a:t>In XSD 1.1, an xsd:assert must be defined within a </a:t>
            </a:r>
            <a:r>
              <a:rPr lang="en-GB" altLang="en-FR" sz="1200" dirty="0" err="1"/>
              <a:t>complexType</a:t>
            </a:r>
            <a:r>
              <a:rPr lang="en-GB" altLang="en-FR" sz="1200" dirty="0"/>
              <a:t>. It can only "see" its own attributes and children. It cannot look "up" the tree or at "sibling" branches that are not descendants.</a:t>
            </a:r>
          </a:p>
          <a:p>
            <a:pPr lvl="2"/>
            <a:r>
              <a:rPr lang="en-GB" altLang="en-FR" sz="1100" b="1" dirty="0"/>
              <a:t>Schematron Capability: </a:t>
            </a:r>
            <a:r>
              <a:rPr lang="en-GB" altLang="en-FR" sz="1100" dirty="0"/>
              <a:t>A rule can say: "If any &lt;Invoice&gt; in the entire document has a total &gt; $10,000, then the &lt;Header&gt; at the very top of the file must contain a </a:t>
            </a:r>
            <a:r>
              <a:rPr lang="en-GB" altLang="en-FR" sz="1100" dirty="0" err="1"/>
              <a:t>ManagerSignature</a:t>
            </a:r>
            <a:r>
              <a:rPr lang="en-GB" altLang="en-FR" sz="1100" dirty="0"/>
              <a:t>."</a:t>
            </a:r>
          </a:p>
          <a:p>
            <a:pPr lvl="2"/>
            <a:r>
              <a:rPr lang="en-GB" altLang="en-FR" sz="1100" b="1" dirty="0"/>
              <a:t>XSD Limitation: </a:t>
            </a:r>
            <a:r>
              <a:rPr lang="en-GB" altLang="en-FR" sz="1100" dirty="0"/>
              <a:t>The &lt;Header&gt; and &lt;Invoice&gt; are usually in different branches. XSD cannot reach across these branches because the assertion is scoped to the specific element being validated.</a:t>
            </a:r>
          </a:p>
          <a:p>
            <a:pPr lvl="1"/>
            <a:r>
              <a:rPr lang="en-GB" altLang="en-FR" sz="1200" b="1" dirty="0"/>
              <a:t>Multi-Phase Validation: </a:t>
            </a:r>
            <a:r>
              <a:rPr lang="en-GB" altLang="en-FR" sz="1200" dirty="0"/>
              <a:t>Business rules often change based on the lifecycle of the data (e.g., a "Draft" vs. a "Final" submission).</a:t>
            </a:r>
          </a:p>
          <a:p>
            <a:pPr lvl="2"/>
            <a:r>
              <a:rPr lang="en-GB" altLang="en-FR" sz="1100" b="1" dirty="0"/>
              <a:t>Schematron Capability: </a:t>
            </a:r>
            <a:r>
              <a:rPr lang="en-GB" altLang="en-FR" sz="1100" dirty="0"/>
              <a:t>You can define Phases. You can run "Phase 1" to check basic requirements for a draft, and "Phase 2" for a legal filing. You use the same schema file but toggle which rules are active.</a:t>
            </a:r>
          </a:p>
          <a:p>
            <a:pPr lvl="2"/>
            <a:r>
              <a:rPr lang="en-GB" altLang="en-FR" sz="1100" b="1" dirty="0"/>
              <a:t>XSD Limitation:</a:t>
            </a:r>
            <a:r>
              <a:rPr lang="en-GB" altLang="en-FR" sz="1100" dirty="0"/>
              <a:t> XSD is "all or nothing." If a rule is in the schema, the document must follow it to be considered "valid." There is no native concept of "Validation Stages.”</a:t>
            </a:r>
            <a:endParaRPr lang="en-GB" altLang="en-FR" sz="1200" dirty="0"/>
          </a:p>
          <a:p>
            <a:pPr lvl="1"/>
            <a:r>
              <a:rPr lang="en-GB" altLang="en-FR" sz="1300" b="1" dirty="0"/>
              <a:t>Cross-Document Validation</a:t>
            </a:r>
            <a:r>
              <a:rPr lang="en-GB" altLang="en-FR" sz="1300" dirty="0"/>
              <a:t> using document() </a:t>
            </a:r>
          </a:p>
        </p:txBody>
      </p:sp>
      <p:sp>
        <p:nvSpPr>
          <p:cNvPr id="22" name="Rectangle 3">
            <a:extLst>
              <a:ext uri="{FF2B5EF4-FFF2-40B4-BE49-F238E27FC236}">
                <a16:creationId xmlns:a16="http://schemas.microsoft.com/office/drawing/2014/main" id="{19B08651-8CE0-3498-A7AC-439091317E5E}"/>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FR" altLang="en-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544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36135-7F3D-E366-FE5B-FCADF72CE1CC}"/>
              </a:ext>
            </a:extLst>
          </p:cNvPr>
          <p:cNvSpPr>
            <a:spLocks noGrp="1"/>
          </p:cNvSpPr>
          <p:nvPr>
            <p:ph type="title"/>
          </p:nvPr>
        </p:nvSpPr>
        <p:spPr/>
        <p:txBody>
          <a:bodyPr/>
          <a:lstStyle/>
          <a:p>
            <a:r>
              <a:rPr lang="en-GB" dirty="0"/>
              <a:t>XSD and Schematron</a:t>
            </a:r>
          </a:p>
        </p:txBody>
      </p:sp>
      <p:sp>
        <p:nvSpPr>
          <p:cNvPr id="3" name="Slide Number Placeholder 2">
            <a:extLst>
              <a:ext uri="{FF2B5EF4-FFF2-40B4-BE49-F238E27FC236}">
                <a16:creationId xmlns:a16="http://schemas.microsoft.com/office/drawing/2014/main" id="{9CC8E744-7953-8B22-2CB0-9F33D0DA4593}"/>
              </a:ext>
            </a:extLst>
          </p:cNvPr>
          <p:cNvSpPr>
            <a:spLocks noGrp="1"/>
          </p:cNvSpPr>
          <p:nvPr>
            <p:ph type="sldNum" sz="quarter" idx="11"/>
          </p:nvPr>
        </p:nvSpPr>
        <p:spPr/>
        <p:txBody>
          <a:bodyPr/>
          <a:lstStyle/>
          <a:p>
            <a:fld id="{F50FD2C4-56EC-4F07-B0B8-CEAC86EF6E31}" type="slidenum">
              <a:rPr lang="en-US" noProof="0" smtClean="0"/>
              <a:pPr/>
              <a:t>20</a:t>
            </a:fld>
            <a:endParaRPr lang="en-US" noProof="0"/>
          </a:p>
        </p:txBody>
      </p:sp>
      <p:sp>
        <p:nvSpPr>
          <p:cNvPr id="5" name="Content Placeholder 4">
            <a:extLst>
              <a:ext uri="{FF2B5EF4-FFF2-40B4-BE49-F238E27FC236}">
                <a16:creationId xmlns:a16="http://schemas.microsoft.com/office/drawing/2014/main" id="{4178BF50-4E80-1870-BCCF-704E7B15E2CC}"/>
              </a:ext>
            </a:extLst>
          </p:cNvPr>
          <p:cNvSpPr>
            <a:spLocks noGrp="1"/>
          </p:cNvSpPr>
          <p:nvPr>
            <p:ph idx="1"/>
          </p:nvPr>
        </p:nvSpPr>
        <p:spPr/>
        <p:txBody>
          <a:bodyPr/>
          <a:lstStyle/>
          <a:p>
            <a:r>
              <a:rPr lang="en-GB" dirty="0"/>
              <a:t>There are many ways to connect both file </a:t>
            </a:r>
          </a:p>
          <a:p>
            <a:pPr lvl="1"/>
            <a:r>
              <a:rPr lang="en-GB" dirty="0"/>
              <a:t>Technically by declaring Schematron files or rules in XSD</a:t>
            </a:r>
          </a:p>
          <a:p>
            <a:pPr lvl="1"/>
            <a:r>
              <a:rPr lang="en-GB" dirty="0"/>
              <a:t>In your process, </a:t>
            </a:r>
            <a:r>
              <a:rPr lang="en-GB" dirty="0" err="1"/>
              <a:t>eg</a:t>
            </a:r>
            <a:r>
              <a:rPr lang="en-GB" dirty="0"/>
              <a:t>:</a:t>
            </a:r>
          </a:p>
          <a:p>
            <a:pPr lvl="2"/>
            <a:r>
              <a:rPr lang="en-GB" dirty="0"/>
              <a:t>1) XSD check report</a:t>
            </a:r>
          </a:p>
          <a:p>
            <a:pPr lvl="2"/>
            <a:r>
              <a:rPr lang="en-GB" dirty="0"/>
              <a:t>2) SCH check report</a:t>
            </a:r>
          </a:p>
        </p:txBody>
      </p:sp>
    </p:spTree>
    <p:extLst>
      <p:ext uri="{BB962C8B-B14F-4D97-AF65-F5344CB8AC3E}">
        <p14:creationId xmlns:p14="http://schemas.microsoft.com/office/powerpoint/2010/main" val="362490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Bx-IF 2023 - MBx">
  <a:themeElements>
    <a:clrScheme name="CAx-IF 2019">
      <a:dk1>
        <a:srgbClr val="333333"/>
      </a:dk1>
      <a:lt1>
        <a:sysClr val="window" lastClr="FFFFFF"/>
      </a:lt1>
      <a:dk2>
        <a:srgbClr val="941038"/>
      </a:dk2>
      <a:lt2>
        <a:srgbClr val="FFFFFF"/>
      </a:lt2>
      <a:accent1>
        <a:srgbClr val="F6D800"/>
      </a:accent1>
      <a:accent2>
        <a:srgbClr val="D79AA9"/>
      </a:accent2>
      <a:accent3>
        <a:srgbClr val="00006B"/>
      </a:accent3>
      <a:accent4>
        <a:srgbClr val="99CCFF"/>
      </a:accent4>
      <a:accent5>
        <a:srgbClr val="0C560E"/>
      </a:accent5>
      <a:accent6>
        <a:srgbClr val="6DC770"/>
      </a:accent6>
      <a:hlink>
        <a:srgbClr val="AAAAAA"/>
      </a:hlink>
      <a:folHlink>
        <a:srgbClr val="AAAAAA"/>
      </a:folHlink>
    </a:clrScheme>
    <a:fontScheme name="LOTAR Segue UI">
      <a:majorFont>
        <a:latin typeface="Segoe UI Semibold"/>
        <a:ea typeface=""/>
        <a:cs typeface=""/>
      </a:majorFont>
      <a:minorFont>
        <a:latin typeface="Segoe UI"/>
        <a:ea typeface=""/>
        <a:cs typeface=""/>
      </a:minorFont>
    </a:fontScheme>
    <a:fmtScheme name="Rauchgla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a:solidFill>
            <a:srgbClr val="B8B8B8"/>
          </a:solidFill>
          <a:headEnd type="none" w="lg" len="lg"/>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0" rtlCol="0">
        <a:spAutoFit/>
      </a:bodyPr>
      <a:lstStyle>
        <a:defPPr>
          <a:defRPr sz="1600" dirty="0"/>
        </a:defPPr>
      </a:lstStyle>
    </a:txDef>
  </a:objectDefaults>
  <a:extraClrSchemeLst/>
  <a:extLst>
    <a:ext uri="{05A4C25C-085E-4340-85A3-A5531E510DB2}">
      <thm15:themeFamily xmlns:thm15="http://schemas.microsoft.com/office/thememl/2012/main" name="Präsentation2" id="{3A10A1EB-8BD8-4C1F-8276-ECB5635AF7B8}" vid="{5F77CCFB-6ADE-4EC9-848B-E2DA4ED3C5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d3783a0-575a-4f01-8373-5951cdc32512">
      <Terms xmlns="http://schemas.microsoft.com/office/infopath/2007/PartnerControls"/>
    </lcf76f155ced4ddcb4097134ff3c332f>
    <TaxCatchAll xmlns="2e74eab6-8769-42e7-9b59-88508e0d06a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3515AB619E304E9963504B21C004C7" ma:contentTypeVersion="17" ma:contentTypeDescription="Create a new document." ma:contentTypeScope="" ma:versionID="281e58a4ce556de255d46ceab210f072">
  <xsd:schema xmlns:xsd="http://www.w3.org/2001/XMLSchema" xmlns:xs="http://www.w3.org/2001/XMLSchema" xmlns:p="http://schemas.microsoft.com/office/2006/metadata/properties" xmlns:ns2="ad3783a0-575a-4f01-8373-5951cdc32512" xmlns:ns3="2e74eab6-8769-42e7-9b59-88508e0d06ad" targetNamespace="http://schemas.microsoft.com/office/2006/metadata/properties" ma:root="true" ma:fieldsID="46c5da78c44b6a802f9576fe2ee86540" ns2:_="" ns3:_="">
    <xsd:import namespace="ad3783a0-575a-4f01-8373-5951cdc32512"/>
    <xsd:import namespace="2e74eab6-8769-42e7-9b59-88508e0d06a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ServiceObjectDetectorVersion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3783a0-575a-4f01-8373-5951cdc325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a8bcd6e-e0db-4a8f-9e8a-3b102610f4a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74eab6-8769-42e7-9b59-88508e0d06a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0914b06-5a66-43fc-ab5a-b7e9727c1fe2}" ma:internalName="TaxCatchAll" ma:showField="CatchAllData" ma:web="2e74eab6-8769-42e7-9b59-88508e0d06a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F69EAE-34AA-40F7-B5D5-83E5A71E48DC}">
  <ds:schemaRefs>
    <ds:schemaRef ds:uri="ad3783a0-575a-4f01-8373-5951cdc32512"/>
    <ds:schemaRef ds:uri="http://purl.org/dc/elements/1.1/"/>
    <ds:schemaRef ds:uri="http://schemas.microsoft.com/office/2006/documentManagement/types"/>
    <ds:schemaRef ds:uri="http://schemas.openxmlformats.org/package/2006/metadata/core-properties"/>
    <ds:schemaRef ds:uri="http://purl.org/dc/terms/"/>
    <ds:schemaRef ds:uri="http://www.w3.org/XML/1998/namespace"/>
    <ds:schemaRef ds:uri="http://schemas.microsoft.com/office/infopath/2007/PartnerControls"/>
    <ds:schemaRef ds:uri="2e74eab6-8769-42e7-9b59-88508e0d06ad"/>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DBDA8E5-2C3D-46B5-A976-66D276F353C7}">
  <ds:schemaRefs>
    <ds:schemaRef ds:uri="http://schemas.microsoft.com/sharepoint/v3/contenttype/forms"/>
  </ds:schemaRefs>
</ds:datastoreItem>
</file>

<file path=customXml/itemProps3.xml><?xml version="1.0" encoding="utf-8"?>
<ds:datastoreItem xmlns:ds="http://schemas.openxmlformats.org/officeDocument/2006/customXml" ds:itemID="{34CB1ABB-9315-4109-A2F8-AEC845BC9F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3783a0-575a-4f01-8373-5951cdc32512"/>
    <ds:schemaRef ds:uri="2e74eab6-8769-42e7-9b59-88508e0d06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1423</TotalTime>
  <Words>3043</Words>
  <Application>Microsoft Macintosh PowerPoint</Application>
  <PresentationFormat>Widescreen</PresentationFormat>
  <Paragraphs>375</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Arial</vt:lpstr>
      <vt:lpstr>Calibri</vt:lpstr>
      <vt:lpstr>Courier New</vt:lpstr>
      <vt:lpstr>Menlo</vt:lpstr>
      <vt:lpstr>Segoe UI</vt:lpstr>
      <vt:lpstr>Segoe UI Semibold</vt:lpstr>
      <vt:lpstr>Symbol</vt:lpstr>
      <vt:lpstr>Wingdings</vt:lpstr>
      <vt:lpstr>MBx-IF 2023 - MBx</vt:lpstr>
      <vt:lpstr>Using Schematron to check XML documents</vt:lpstr>
      <vt:lpstr>Agenda</vt:lpstr>
      <vt:lpstr>Schematron</vt:lpstr>
      <vt:lpstr>Schematron</vt:lpstr>
      <vt:lpstr>Schematron</vt:lpstr>
      <vt:lpstr>Schematron</vt:lpstr>
      <vt:lpstr>Schematron</vt:lpstr>
      <vt:lpstr>Schematron</vt:lpstr>
      <vt:lpstr>Schematron</vt:lpstr>
      <vt:lpstr>Schematron</vt:lpstr>
      <vt:lpstr>Schematron</vt:lpstr>
      <vt:lpstr>Schematron</vt:lpstr>
      <vt:lpstr>STEP AP242 Standard</vt:lpstr>
      <vt:lpstr>STEP AP242 Standard </vt:lpstr>
      <vt:lpstr>χMCF</vt:lpstr>
      <vt:lpstr>Xsd:assert with xerces:message</vt:lpstr>
      <vt:lpstr>XSD with assert and Schematron</vt:lpstr>
      <vt:lpstr>XSD with assert and Schematron</vt:lpstr>
      <vt:lpstr>XSD with assert and Schematron</vt:lpstr>
      <vt:lpstr>XSD and Schematron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Kevin Le Tutour</dc:creator>
  <cp:keywords/>
  <dc:description/>
  <cp:lastModifiedBy>Kevin Le Tutour</cp:lastModifiedBy>
  <cp:revision>3</cp:revision>
  <dcterms:created xsi:type="dcterms:W3CDTF">2026-02-17T15:16:16Z</dcterms:created>
  <dcterms:modified xsi:type="dcterms:W3CDTF">2026-02-18T15:14:07Z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0x010100DA3515AB619E304E9963504B21C004C7</vt:lpwstr>
  </property>
  <property fmtid="{D5CDD505-2E9C-101B-9397-08002B2CF9AE}" pid="3" name="MediaServiceImageTags">
    <vt:lpwstr/>
  </property>
</Properties>
</file>